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CC5C"/>
    <a:srgbClr val="013498"/>
    <a:srgbClr val="004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BEA5ED-E5AD-4767-9038-9A6F3581A09B}" v="9" dt="2026-07-30T15:41:10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235" autoAdjust="0"/>
  </p:normalViewPr>
  <p:slideViewPr>
    <p:cSldViewPr snapToGrid="0">
      <p:cViewPr varScale="1">
        <p:scale>
          <a:sx n="90" d="100"/>
          <a:sy n="90" d="100"/>
        </p:scale>
        <p:origin x="1392" y="66"/>
      </p:cViewPr>
      <p:guideLst/>
    </p:cSldViewPr>
  </p:slideViewPr>
  <p:notesTextViewPr>
    <p:cViewPr>
      <p:scale>
        <a:sx n="133" d="100"/>
        <a:sy n="133" d="100"/>
      </p:scale>
      <p:origin x="-12" y="-505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1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09a4968e-3fe6-488b-ab60-f1aabd88aa76" providerId="ADAL" clId="{20734E0D-FF75-44B1-9DFF-D19DBB4D069A}"/>
    <pc:docChg chg="custSel addSld delSld modSld sldOrd">
      <pc:chgData name="Rodrigue YENGO" userId="09a4968e-3fe6-488b-ab60-f1aabd88aa76" providerId="ADAL" clId="{20734E0D-FF75-44B1-9DFF-D19DBB4D069A}" dt="2026-07-30T15:41:26.709" v="60" actId="6549"/>
      <pc:docMkLst>
        <pc:docMk/>
      </pc:docMkLst>
      <pc:sldChg chg="addSp delSp modSp mod ord modNotesTx">
        <pc:chgData name="Rodrigue YENGO" userId="09a4968e-3fe6-488b-ab60-f1aabd88aa76" providerId="ADAL" clId="{20734E0D-FF75-44B1-9DFF-D19DBB4D069A}" dt="2026-07-30T15:41:26.709" v="60" actId="6549"/>
        <pc:sldMkLst>
          <pc:docMk/>
          <pc:sldMk cId="3090084958" sldId="256"/>
        </pc:sldMkLst>
        <pc:spChg chg="add mod">
          <ac:chgData name="Rodrigue YENGO" userId="09a4968e-3fe6-488b-ab60-f1aabd88aa76" providerId="ADAL" clId="{20734E0D-FF75-44B1-9DFF-D19DBB4D069A}" dt="2026-07-30T15:12:02.808" v="49" actId="207"/>
          <ac:spMkLst>
            <pc:docMk/>
            <pc:sldMk cId="3090084958" sldId="256"/>
            <ac:spMk id="2" creationId="{B915DD30-0F66-F480-BD43-732B1D63D0A1}"/>
          </ac:spMkLst>
        </pc:spChg>
        <pc:spChg chg="add del">
          <ac:chgData name="Rodrigue YENGO" userId="09a4968e-3fe6-488b-ab60-f1aabd88aa76" providerId="ADAL" clId="{20734E0D-FF75-44B1-9DFF-D19DBB4D069A}" dt="2026-07-30T15:08:32.946" v="42" actId="478"/>
          <ac:spMkLst>
            <pc:docMk/>
            <pc:sldMk cId="3090084958" sldId="256"/>
            <ac:spMk id="4" creationId="{748ECB43-5EF2-EA1B-6DA8-F4F7AC683E53}"/>
          </ac:spMkLst>
        </pc:spChg>
      </pc:sldChg>
      <pc:sldChg chg="new del">
        <pc:chgData name="Rodrigue YENGO" userId="09a4968e-3fe6-488b-ab60-f1aabd88aa76" providerId="ADAL" clId="{20734E0D-FF75-44B1-9DFF-D19DBB4D069A}" dt="2026-07-30T15:07:30.151" v="32" actId="2696"/>
        <pc:sldMkLst>
          <pc:docMk/>
          <pc:sldMk cId="1133157350" sldId="257"/>
        </pc:sldMkLst>
      </pc:sldChg>
      <pc:sldChg chg="addSp modSp add mod ord modNotesTx">
        <pc:chgData name="Rodrigue YENGO" userId="09a4968e-3fe6-488b-ab60-f1aabd88aa76" providerId="ADAL" clId="{20734E0D-FF75-44B1-9DFF-D19DBB4D069A}" dt="2026-07-30T15:08:43.026" v="44" actId="20577"/>
        <pc:sldMkLst>
          <pc:docMk/>
          <pc:sldMk cId="1462316180" sldId="258"/>
        </pc:sldMkLst>
        <pc:spChg chg="add mod">
          <ac:chgData name="Rodrigue YENGO" userId="09a4968e-3fe6-488b-ab60-f1aabd88aa76" providerId="ADAL" clId="{20734E0D-FF75-44B1-9DFF-D19DBB4D069A}" dt="2026-07-30T15:08:43.026" v="44" actId="20577"/>
          <ac:spMkLst>
            <pc:docMk/>
            <pc:sldMk cId="1462316180" sldId="258"/>
            <ac:spMk id="3" creationId="{9882A288-D5F7-66BC-40C5-C4C191C7835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65F18-8AF0-4EA2-97C5-AFC655AA6792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1338C-3FFC-4A79-BFEF-9A132FE83D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096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the top 5 opportunities with the highest Budget Amount.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total estimated value of open opportunities by stage.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the opportunity win rate by sales representative for the current quarter.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Semeh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I'm Semeh...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Rodrigue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...and I'm Rodrigue.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we're going to show you how we taught Dynamics 365 to answer questions.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Rodrigue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company stores valuable business data inside Dynamics 365.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Customers, accounts, opportunities, activities...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information is there.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getting answers often means opening multiple screens, searching through dashboards, or asking someone to build a report.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asked ourselves: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if anyone could simply ask a question in natural language and immediately get an answer from their live CRM data?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exactly what we built.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Semeh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architecture is surprisingly simple.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Semeh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first question is one every sales manager asks.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"What are my top five accounts with the most open opportunities but no activity during the last 30 days?"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>
                <a:effectLst/>
              </a:rPr>
              <a:t>Show the top 5 opportunities with the highest Budget Amount.</a:t>
            </a:r>
            <a:endParaRPr lang="en-US" dirty="0"/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Rodrigue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 what happened.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SQL.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report.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dashboard navigation.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simply asked the question.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dirty="0">
                <a:effectLst/>
              </a:rPr>
              <a:t>Show the top 5 opportunities with the highest Budget Amount.</a:t>
            </a:r>
            <a:endParaRPr lang="en-US" dirty="0"/>
          </a:p>
          <a:p>
            <a:r>
              <a:rPr lang="en-US" dirty="0">
                <a:effectLst/>
              </a:rPr>
              <a:t>Show total estimated value of open opportunities by stage.</a:t>
            </a:r>
            <a:endParaRPr lang="en-US" dirty="0"/>
          </a:p>
          <a:p>
            <a:r>
              <a:rPr lang="en-US" dirty="0">
                <a:effectLst/>
              </a:rPr>
              <a:t>Show the opportunity win rate by sales representative for the current quarter.</a:t>
            </a:r>
            <a:endParaRPr lang="en-US" dirty="0"/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Semeh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try another one.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"Which sales representative has the highest potential revenue in the pipeline this quarter?"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Rodrigue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 analyzes the opportunities, aggregates the revenue, and immediately identifies the top performer.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Again, no technical knowledge required.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a question.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Semeh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last example.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"Show the total value of open opportunities by sales stage."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Rodrigue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we have an instant view of the entire sales pipeline.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by building a report...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Simply by having a conversation with our CRM.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Rodrigue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we've shown today isn't just another chatbot.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new way to interact with enterprise data.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Semeh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searching for information...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simply ask for it.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Rodrigue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Dynamics 365.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Fabric.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Foundry.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Microsoft technologies working together to transform business data into instant business answers.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1338C-3FFC-4A79-BFEF-9A132FE83D6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831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551F-42E5-10F0-E1DE-CE8C33E6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D31E297-0CA7-E223-8504-1DEB1AB31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3C04C75-9D19-EFA5-87DF-3EA58314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 1: The Business Problem</a:t>
            </a:r>
          </a:p>
          <a:p>
            <a:endParaRPr lang="en-US" dirty="0"/>
          </a:p>
          <a:p>
            <a:r>
              <a:rPr lang="en-US" dirty="0"/>
              <a:t>Hi everyone.</a:t>
            </a:r>
          </a:p>
          <a:p>
            <a:r>
              <a:rPr lang="en-US" dirty="0"/>
              <a:t>Today, I'd like to show you how we taught Dynamics 365 to answer questions.</a:t>
            </a:r>
          </a:p>
          <a:p>
            <a:r>
              <a:rPr lang="en-US" dirty="0"/>
              <a:t>Every company stores valuable business data inside Dynamics 365.</a:t>
            </a:r>
          </a:p>
          <a:p>
            <a:r>
              <a:rPr lang="en-US" dirty="0"/>
              <a:t>Customers, accounts, opportunities, activities...</a:t>
            </a:r>
          </a:p>
          <a:p>
            <a:r>
              <a:rPr lang="en-US" dirty="0"/>
              <a:t>The information is already there.</a:t>
            </a:r>
          </a:p>
          <a:p>
            <a:r>
              <a:rPr lang="en-US" dirty="0"/>
              <a:t>But getting answers is often much harder.</a:t>
            </a:r>
          </a:p>
          <a:p>
            <a:r>
              <a:rPr lang="en-US" dirty="0"/>
              <a:t>You open multiple screens.</a:t>
            </a:r>
          </a:p>
          <a:p>
            <a:r>
              <a:rPr lang="en-US" dirty="0"/>
              <a:t>You search through dashboards.</a:t>
            </a:r>
          </a:p>
          <a:p>
            <a:r>
              <a:rPr lang="en-US" dirty="0"/>
              <a:t>Or you ask someone to build a report.</a:t>
            </a:r>
          </a:p>
          <a:p>
            <a:endParaRPr lang="en-US" dirty="0"/>
          </a:p>
          <a:p>
            <a:r>
              <a:rPr lang="en-US" dirty="0"/>
              <a:t>So we asked ourselves a simple question:</a:t>
            </a:r>
          </a:p>
          <a:p>
            <a:r>
              <a:rPr lang="en-US" b="1" dirty="0"/>
              <a:t>What if anyone could ask a question in natural language and instantly get an answer from their live CRM data?</a:t>
            </a:r>
            <a:endParaRPr lang="en-US" dirty="0"/>
          </a:p>
          <a:p>
            <a:r>
              <a:rPr lang="en-US" dirty="0"/>
              <a:t>That's exactly what we built.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2: The Architecture</a:t>
            </a:r>
          </a:p>
          <a:p>
            <a:r>
              <a:rPr lang="en-US" dirty="0"/>
              <a:t>The solution relies on three Microsoft technologies.</a:t>
            </a:r>
          </a:p>
          <a:p>
            <a:endParaRPr lang="en-US" b="1" dirty="0"/>
          </a:p>
          <a:p>
            <a:r>
              <a:rPr lang="en-US" b="1" dirty="0"/>
              <a:t>First, Dynamics 365 Sales.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where the operational data lives.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Using </a:t>
            </a:r>
            <a:r>
              <a:rPr lang="en-US" b="1" dirty="0"/>
              <a:t>Link to Microsoft Fabric</a:t>
            </a:r>
            <a:r>
              <a:rPr lang="en-US" dirty="0"/>
              <a:t>, the data is synchronized automatically into </a:t>
            </a:r>
            <a:r>
              <a:rPr lang="en-US" dirty="0" err="1"/>
              <a:t>OneLake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custom ETL.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pipelines to maintain.</a:t>
            </a:r>
          </a:p>
          <a:p>
            <a:endParaRPr lang="en-US" b="1" dirty="0"/>
          </a:p>
          <a:p>
            <a:r>
              <a:rPr lang="en-US" b="1" dirty="0"/>
              <a:t>Second, Microsoft Fabric.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we create a </a:t>
            </a:r>
            <a:r>
              <a:rPr lang="en-US" b="1" dirty="0"/>
              <a:t>Data Agent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agent understands the business model, translates natural language into SQL, executes the query, and returns the answer securely.</a:t>
            </a:r>
          </a:p>
          <a:p>
            <a:endParaRPr lang="en-US" b="1" dirty="0"/>
          </a:p>
          <a:p>
            <a:r>
              <a:rPr lang="en-US" b="1" dirty="0"/>
              <a:t>Finally, Azure AI Foundry.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Foundry Agent provides the conversational experience.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 the flow is simple: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Dynamics provides the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Fabric understands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Foundry makes it conversational.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Now let's see it in action.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3: Demo 1 - Sales Performance</a:t>
            </a:r>
          </a:p>
          <a:p>
            <a:r>
              <a:rPr lang="en-US" dirty="0"/>
              <a:t>Our first question focuses on sales performance.</a:t>
            </a:r>
          </a:p>
          <a:p>
            <a:r>
              <a:rPr lang="en-US" b="1" dirty="0"/>
              <a:t>"Show the opportunity win rate by sales representative for the current quarter."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Within seconds, the agent calculates the win rate for every sales representative and ranks their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SQL.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report.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Just a business question.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4: Demo 2 - Highest Value Opportunities</a:t>
            </a:r>
          </a:p>
          <a:p>
            <a:r>
              <a:rPr lang="en-US" dirty="0"/>
              <a:t>Let's ask another question.</a:t>
            </a:r>
          </a:p>
          <a:p>
            <a:r>
              <a:rPr lang="en-US" b="1" dirty="0"/>
              <a:t>"Show the top 5 opportunities with the highest Budget Amount."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Immediately, the agent identifies the five biggest opportunities currently in the pipeline.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Sales managers instantly know which deals deserve the most attention.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5: Demo 3 - Pipeline Overview</a:t>
            </a:r>
          </a:p>
          <a:p>
            <a:r>
              <a:rPr lang="en-US" dirty="0"/>
              <a:t>Finally, let's get a complete view of the sales pipeline.</a:t>
            </a:r>
          </a:p>
          <a:p>
            <a:r>
              <a:rPr lang="en-US" b="1" dirty="0"/>
              <a:t>"Show total estimated value of open opportunities by stage."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just a few seconds, we get a complete breakdown of the pipeline across every sales stage.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Again...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dashboard.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report design.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Just a conversation.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6: Key Takeaway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we've shown today isn't just another chatbot.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It's a new way to interact with enterprise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Instead of searching for information...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simply ask for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Dynamics 365.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Microsoft Fabric.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Azure AI Foundry.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Three Microsoft technologies working together to transform business data into instant business answers.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Thank you.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ED61C1-62E0-A9C0-4BDB-014A0829C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1338C-3FFC-4A79-BFEF-9A132FE83D6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92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DEC8A7-5C47-FB50-A64B-A92C8194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04EC8F-7B06-EF53-0ED6-142527828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B94B43-A78F-FAF0-6B8D-426939A9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D08F96-021C-D4AE-BD8B-B24B88A0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1E5E65-698D-4EBD-6B2B-07B8FB9F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61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BC612C-E2D1-1361-EE06-3F8092F7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D024E2-D9D0-9866-AD78-6E2831E5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EDBF0D-B63B-EA26-8C49-46E9F838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833E39-925B-25C8-5ED1-2629C233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F1C1D4-9D53-D082-6BB4-8A947C972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4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857A4-C875-3947-D77F-3724DB0C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2A83EC-4237-43AE-94A2-0ADC8DAED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D3BB9C-4333-ED92-17A9-F213531DE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6DC3E2-6B8D-1807-DFD2-0BD421F3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E01A0D-CA28-B8BD-913F-462682FC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36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44B3C6-37A6-57C0-FB51-05AF680F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430DE9-6D9C-7DBD-008F-8806CD29F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E21C47-3FC1-740D-FC25-5715CE60E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56AADC-9722-C51D-410B-B280B9891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9590D4-1863-92DE-5EA2-5FB623D47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BB0575-B702-D54E-A461-692BE05B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9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408545-DD13-1A55-2E80-A704A9C9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A28582-CA46-42B4-D991-2435D55AC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AF0D9B-6BF4-4243-C196-287577EB1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B664AA-C082-7179-417A-FC5E3DB06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1E4C4C1-50AB-0905-2554-144F6FB6C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3222A11-6891-F26C-ECEF-ECDEB56B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D914EC9-3B71-A691-9E16-9C9C30AF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1C79AD0-F3F3-E130-1B82-FF624761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40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559262-801F-6571-AA75-58DD822A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F48D0C-880F-7D26-26BB-F671A88A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6CC0FA-5C17-1E35-E6B8-2AFD37ED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97A6B6-C799-4F7B-FAEC-A23DBDA79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08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CFB857E-B4FC-3223-5794-7B3B1F12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3CCE145-F06C-EBB4-38E7-144F9CF50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3381AD-0BDA-EE70-0719-406836B2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91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DEDC26-0B57-8930-B4D0-5B8F1BF8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33B449-1EF3-97D5-BD8B-804094AD6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8632D6-284D-C77C-CD49-495E85682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2DECD3-3CE3-F80C-0648-74C94B6C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BAFAE3-D333-07CF-3506-C7388744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9C9B99-6CAC-62A7-54CA-1E04B669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38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CCB43E-C28D-ACE3-0547-DDD84A2E1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8788146-AF1A-620D-0ACB-F614671124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87CF60-4293-4C6A-6B45-D45B626DD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42A617-6DA3-8ECA-7CB2-19D74D311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858C5C-C833-5DFF-C5ED-4162AA94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BAF80E-6529-2378-F2D5-FB65B9CE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32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0CA0F3-2BB8-4F8A-12DA-038BEBDA0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3C6E3C-3A75-146C-EB4E-874B90F5D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634A5E-A58D-0384-A69D-73DA014CF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164B98-D43D-6937-49B5-ACA32469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A1D80-CA43-66BA-BD6A-66B8ABA2B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71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534F102-5B2D-2DBD-5785-3E30671E6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BAD2B7-FD34-31D4-3937-00D18CF6A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A76BEC-C8C3-F061-DA35-DA386455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38C39D-9184-17A8-54F7-96130457D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009548-3BB4-263C-8446-0A80DD9A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95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83BD7DF-8E83-A3FE-2AA6-B3ACAC21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21A775-9270-348D-3651-EF8D56797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AD7850-BFA7-07B2-98F2-BB6E2312CC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05A06-3B24-4F8A-9ABC-467E1FBD5CC4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8F848A-1B3E-6F8A-6BFD-F7F223FA6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61F723-12E0-BA25-6941-E311CD7CD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BFC31-49DD-47DC-BD78-9F1CA53BBE8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7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1004641-6D48-FD75-85F4-EF758F5E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04742EA-A140-FB0D-E5D0-EB53B49A6D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2" y="6295262"/>
            <a:ext cx="1257304" cy="4861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6D1DC5-BC96-7ADA-CCC9-5430A0C75566}"/>
              </a:ext>
            </a:extLst>
          </p:cNvPr>
          <p:cNvSpPr/>
          <p:nvPr/>
        </p:nvSpPr>
        <p:spPr>
          <a:xfrm>
            <a:off x="1409700" y="6538341"/>
            <a:ext cx="2362200" cy="243079"/>
          </a:xfrm>
          <a:prstGeom prst="rect">
            <a:avLst/>
          </a:prstGeom>
          <a:solidFill>
            <a:srgbClr val="0134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Rodrigue &amp; Semeh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5B4731-15BD-7F0E-817B-4CB52D0C26F7}"/>
              </a:ext>
            </a:extLst>
          </p:cNvPr>
          <p:cNvSpPr/>
          <p:nvPr/>
        </p:nvSpPr>
        <p:spPr>
          <a:xfrm>
            <a:off x="128016" y="73152"/>
            <a:ext cx="2185416" cy="8046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7F101C7-24B0-2F2D-B3C0-6C0C5DC9F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37987"/>
            <a:ext cx="1371600" cy="475001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B915DD30-0F66-F480-BD43-732B1D63D0A1}"/>
              </a:ext>
            </a:extLst>
          </p:cNvPr>
          <p:cNvSpPr/>
          <p:nvPr/>
        </p:nvSpPr>
        <p:spPr>
          <a:xfrm>
            <a:off x="11628118" y="6337173"/>
            <a:ext cx="402336" cy="402336"/>
          </a:xfrm>
          <a:prstGeom prst="ellipse">
            <a:avLst/>
          </a:prstGeom>
          <a:solidFill>
            <a:srgbClr val="59CC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||</a:t>
            </a:r>
          </a:p>
        </p:txBody>
      </p:sp>
    </p:spTree>
    <p:extLst>
      <p:ext uri="{BB962C8B-B14F-4D97-AF65-F5344CB8AC3E}">
        <p14:creationId xmlns:p14="http://schemas.microsoft.com/office/powerpoint/2010/main" val="309008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746F4-A458-0B63-229F-5F23DD10C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6A70CA5-410D-CA0E-0818-A7E75637A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0497428-87E0-DF85-A4ED-FBCF79D10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2" y="6295262"/>
            <a:ext cx="1257304" cy="4861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EFEE4C-C700-6D81-033C-56CE753600AA}"/>
              </a:ext>
            </a:extLst>
          </p:cNvPr>
          <p:cNvSpPr/>
          <p:nvPr/>
        </p:nvSpPr>
        <p:spPr>
          <a:xfrm>
            <a:off x="1409700" y="6538341"/>
            <a:ext cx="2362200" cy="243079"/>
          </a:xfrm>
          <a:prstGeom prst="rect">
            <a:avLst/>
          </a:prstGeom>
          <a:solidFill>
            <a:srgbClr val="0134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Rodrigue &amp; Semeh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43DADE-CD10-27D7-9B6C-B877BC676EC2}"/>
              </a:ext>
            </a:extLst>
          </p:cNvPr>
          <p:cNvSpPr/>
          <p:nvPr/>
        </p:nvSpPr>
        <p:spPr>
          <a:xfrm>
            <a:off x="128016" y="73152"/>
            <a:ext cx="2185416" cy="8046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3283204-DF57-117C-EE2D-5F05F3FB4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37987"/>
            <a:ext cx="1371600" cy="47500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9882A288-D5F7-66BC-40C5-C4C191C7835E}"/>
              </a:ext>
            </a:extLst>
          </p:cNvPr>
          <p:cNvSpPr/>
          <p:nvPr/>
        </p:nvSpPr>
        <p:spPr>
          <a:xfrm>
            <a:off x="11628118" y="6337173"/>
            <a:ext cx="402336" cy="4023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14623161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D0F9807621B3439FF4D6490D2A971C" ma:contentTypeVersion="11" ma:contentTypeDescription="Create a new document." ma:contentTypeScope="" ma:versionID="9e2294b35442fe7d55b60677f5331010">
  <xsd:schema xmlns:xsd="http://www.w3.org/2001/XMLSchema" xmlns:xs="http://www.w3.org/2001/XMLSchema" xmlns:p="http://schemas.microsoft.com/office/2006/metadata/properties" xmlns:ns2="5e385325-e3df-4f1c-b962-9c77f495ba99" xmlns:ns3="94bba700-38fb-4c9f-abdc-f9c79756b0d5" targetNamespace="http://schemas.microsoft.com/office/2006/metadata/properties" ma:root="true" ma:fieldsID="ef7175aa3a656432f0f32a4ce5647dbd" ns2:_="" ns3:_="">
    <xsd:import namespace="5e385325-e3df-4f1c-b962-9c77f495ba99"/>
    <xsd:import namespace="94bba700-38fb-4c9f-abdc-f9c79756b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85325-e3df-4f1c-b962-9c77f495ba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3e775ba-9d01-4dbc-8212-6461bfdde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ba700-38fb-4c9f-abdc-f9c79756b0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5ed876a-f7df-459d-ac42-addf3fca617c}" ma:internalName="TaxCatchAll" ma:showField="CatchAllData" ma:web="94bba700-38fb-4c9f-abdc-f9c79756b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385325-e3df-4f1c-b962-9c77f495ba99">
      <Terms xmlns="http://schemas.microsoft.com/office/infopath/2007/PartnerControls"/>
    </lcf76f155ced4ddcb4097134ff3c332f>
    <TaxCatchAll xmlns="94bba700-38fb-4c9f-abdc-f9c79756b0d5" xsi:nil="true"/>
  </documentManagement>
</p:properties>
</file>

<file path=customXml/itemProps1.xml><?xml version="1.0" encoding="utf-8"?>
<ds:datastoreItem xmlns:ds="http://schemas.openxmlformats.org/officeDocument/2006/customXml" ds:itemID="{D40DEEF8-E388-41C2-8456-B9187795B748}"/>
</file>

<file path=customXml/itemProps2.xml><?xml version="1.0" encoding="utf-8"?>
<ds:datastoreItem xmlns:ds="http://schemas.openxmlformats.org/officeDocument/2006/customXml" ds:itemID="{82BA3D91-D989-419E-9A4D-5108927451C4}"/>
</file>

<file path=customXml/itemProps3.xml><?xml version="1.0" encoding="utf-8"?>
<ds:datastoreItem xmlns:ds="http://schemas.openxmlformats.org/officeDocument/2006/customXml" ds:itemID="{840513FB-5608-4441-B947-EC36D2D93C69}"/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908</Words>
  <Application>Microsoft Office PowerPoint</Application>
  <PresentationFormat>Grand écran</PresentationFormat>
  <Paragraphs>142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Rodrigue YENGO</dc:creator>
  <cp:lastModifiedBy>Rodrigue YENGO</cp:lastModifiedBy>
  <cp:revision>1</cp:revision>
  <dcterms:created xsi:type="dcterms:W3CDTF">2026-07-30T13:18:53Z</dcterms:created>
  <dcterms:modified xsi:type="dcterms:W3CDTF">2026-07-30T15:41:35Z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0x010100E1D0F9807621B3439FF4D6490D2A971C</vt:lpwstr>
  </property>
</Properties>
</file>