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E4293-55EE-4398-84B7-AAE8096400FE}" v="5" dt="2026-07-29T15:39:38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9T17:03:29.261" v="74" actId="22"/>
      <pc:docMkLst>
        <pc:docMk/>
      </pc:docMkLst>
      <pc:sldChg chg="addSp delSp modSp mod">
        <pc:chgData name="Rodrigue YENGO" userId="9019d928-c12d-48de-bdb2-52a833805ac2" providerId="ADAL" clId="{20734E0D-FF75-44B1-9DFF-D19DBB4D069A}" dt="2026-07-29T15:37:39.678" v="58" actId="207"/>
        <pc:sldMkLst>
          <pc:docMk/>
          <pc:sldMk cId="0" sldId="256"/>
        </pc:sldMkLst>
        <pc:spChg chg="del mod">
          <ac:chgData name="Rodrigue YENGO" userId="9019d928-c12d-48de-bdb2-52a833805ac2" providerId="ADAL" clId="{20734E0D-FF75-44B1-9DFF-D19DBB4D069A}" dt="2026-07-29T15:36:25.674" v="52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3:57:27.954" v="35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4.012" v="3" actId="2763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36:34.624" v="53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36:34.624" v="53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36:34.624" v="53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37:39.678" v="58" actId="207"/>
          <ac:spMkLst>
            <pc:docMk/>
            <pc:sldMk cId="0" sldId="256"/>
            <ac:spMk id="12" creationId="{4DC04E83-1569-E880-0C07-1F28CC3B9164}"/>
          </ac:spMkLst>
        </pc:spChg>
        <pc:spChg chg="mod">
          <ac:chgData name="Rodrigue YENGO" userId="9019d928-c12d-48de-bdb2-52a833805ac2" providerId="ADAL" clId="{20734E0D-FF75-44B1-9DFF-D19DBB4D069A}" dt="2026-07-29T15:37:39.678" v="58" actId="207"/>
          <ac:spMkLst>
            <pc:docMk/>
            <pc:sldMk cId="0" sldId="256"/>
            <ac:spMk id="13" creationId="{6039C797-7483-0477-9B29-70DE87F3ABAD}"/>
          </ac:spMkLst>
        </pc:spChg>
        <pc:grpChg chg="add mod">
          <ac:chgData name="Rodrigue YENGO" userId="9019d928-c12d-48de-bdb2-52a833805ac2" providerId="ADAL" clId="{20734E0D-FF75-44B1-9DFF-D19DBB4D069A}" dt="2026-07-29T15:36:12.929" v="50"/>
          <ac:grpSpMkLst>
            <pc:docMk/>
            <pc:sldMk cId="0" sldId="256"/>
            <ac:grpSpMk id="3" creationId="{A21843AA-C9EA-CBC8-3314-15BF01F62D60}"/>
          </ac:grpSpMkLst>
        </pc:grpChg>
        <pc:picChg chg="add del mod">
          <ac:chgData name="Rodrigue YENGO" userId="9019d928-c12d-48de-bdb2-52a833805ac2" providerId="ADAL" clId="{20734E0D-FF75-44B1-9DFF-D19DBB4D069A}" dt="2026-07-28T15:41:28.793" v="48" actId="478"/>
          <ac:picMkLst>
            <pc:docMk/>
            <pc:sldMk cId="0" sldId="256"/>
            <ac:picMk id="9" creationId="{1E89FE3D-6195-A8A5-CD75-93DAB9A1092F}"/>
          </ac:picMkLst>
        </pc:picChg>
        <pc:picChg chg="mod">
          <ac:chgData name="Rodrigue YENGO" userId="9019d928-c12d-48de-bdb2-52a833805ac2" providerId="ADAL" clId="{20734E0D-FF75-44B1-9DFF-D19DBB4D069A}" dt="2026-07-29T15:36:12.929" v="50"/>
          <ac:picMkLst>
            <pc:docMk/>
            <pc:sldMk cId="0" sldId="256"/>
            <ac:picMk id="9" creationId="{91AD9F1A-52A5-1EA5-6FFF-F19291532B95}"/>
          </ac:picMkLst>
        </pc:picChg>
        <pc:picChg chg="mod">
          <ac:chgData name="Rodrigue YENGO" userId="9019d928-c12d-48de-bdb2-52a833805ac2" providerId="ADAL" clId="{20734E0D-FF75-44B1-9DFF-D19DBB4D069A}" dt="2026-07-29T15:36:12.929" v="50"/>
          <ac:picMkLst>
            <pc:docMk/>
            <pc:sldMk cId="0" sldId="256"/>
            <ac:picMk id="10" creationId="{F8E1D38C-92C0-92E1-C3D8-A2EB11E54284}"/>
          </ac:picMkLst>
        </pc:picChg>
        <pc:picChg chg="mod">
          <ac:chgData name="Rodrigue YENGO" userId="9019d928-c12d-48de-bdb2-52a833805ac2" providerId="ADAL" clId="{20734E0D-FF75-44B1-9DFF-D19DBB4D069A}" dt="2026-07-29T15:36:12.929" v="50"/>
          <ac:picMkLst>
            <pc:docMk/>
            <pc:sldMk cId="0" sldId="256"/>
            <ac:picMk id="11" creationId="{6616A417-C903-2C12-755B-5CED86B9E35F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38:04.908" v="60" actId="478"/>
        <pc:sldMkLst>
          <pc:docMk/>
          <pc:sldMk cId="0" sldId="257"/>
        </pc:sldMkLst>
        <pc:spChg chg="del">
          <ac:chgData name="Rodrigue YENGO" userId="9019d928-c12d-48de-bdb2-52a833805ac2" providerId="ADAL" clId="{20734E0D-FF75-44B1-9DFF-D19DBB4D069A}" dt="2026-07-29T15:37:57.357" v="59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3:57:57.892" v="38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08" v="6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20" v="10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11" v="7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15" v="8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17" v="9" actId="27636"/>
          <ac:spMkLst>
            <pc:docMk/>
            <pc:sldMk cId="0" sldId="257"/>
            <ac:spMk id="11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38:04.908" v="60" actId="478"/>
          <ac:picMkLst>
            <pc:docMk/>
            <pc:sldMk cId="0" sldId="257"/>
            <ac:picMk id="13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38:13.020" v="62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5:38:10.440" v="61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3:58:02.991" v="39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58" v="14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55" v="13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45" v="11" actId="27636"/>
          <ac:spMkLst>
            <pc:docMk/>
            <pc:sldMk cId="0" sldId="258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38:13.020" v="62" actId="478"/>
          <ac:picMkLst>
            <pc:docMk/>
            <pc:sldMk cId="0" sldId="258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38:23.837" v="64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5:38:20.693" v="63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3:58:07.238" v="40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70" v="16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67" v="15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81" v="19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73" v="17" actId="27636"/>
          <ac:spMkLst>
            <pc:docMk/>
            <pc:sldMk cId="0" sldId="259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38:23.837" v="64" actId="478"/>
          <ac:picMkLst>
            <pc:docMk/>
            <pc:sldMk cId="0" sldId="259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8T13:58:16.917" v="41" actId="478"/>
        <pc:sldMkLst>
          <pc:docMk/>
          <pc:sldMk cId="0" sldId="260"/>
        </pc:sldMkLst>
        <pc:spChg chg="del mod">
          <ac:chgData name="Rodrigue YENGO" userId="9019d928-c12d-48de-bdb2-52a833805ac2" providerId="ADAL" clId="{20734E0D-FF75-44B1-9DFF-D19DBB4D069A}" dt="2026-07-28T13:58:16.917" v="41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93" v="20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9T15:38:32.575" v="66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5:38:29.611" v="65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3:58:39.787" v="42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302" v="22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309" v="24" actId="27636"/>
          <ac:spMkLst>
            <pc:docMk/>
            <pc:sldMk cId="0" sldId="261"/>
            <ac:spMk id="5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38:32.575" v="66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38:48.790" v="68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5:38:45.269" v="67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3:58:49.791" v="43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318" v="26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38:48.790" v="68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38:52.316" v="69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5:38:52.316" v="69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326" v="27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327" v="28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delSp modSp mod modSldLayout">
        <pc:chgData name="Rodrigue YENGO" userId="9019d928-c12d-48de-bdb2-52a833805ac2" providerId="ADAL" clId="{20734E0D-FF75-44B1-9DFF-D19DBB4D069A}" dt="2026-07-29T17:03:29.261" v="74" actId="22"/>
        <pc:sldMasterMkLst>
          <pc:docMk/>
          <pc:sldMasterMk cId="0" sldId="2147483648"/>
        </pc:sldMasterMkLst>
        <pc:picChg chg="add del mod">
          <ac:chgData name="Rodrigue YENGO" userId="9019d928-c12d-48de-bdb2-52a833805ac2" providerId="ADAL" clId="{20734E0D-FF75-44B1-9DFF-D19DBB4D069A}" dt="2026-07-28T13:49:10.025" v="30" actId="478"/>
          <ac:picMkLst>
            <pc:docMk/>
            <pc:sldMasterMk cId="0" sldId="2147483648"/>
            <ac:picMk id="2" creationId="{41E31E9A-5EE4-83D1-0B92-D601887F9E6B}"/>
          </ac:picMkLst>
        </pc:picChg>
        <pc:picChg chg="add">
          <ac:chgData name="Rodrigue YENGO" userId="9019d928-c12d-48de-bdb2-52a833805ac2" providerId="ADAL" clId="{20734E0D-FF75-44B1-9DFF-D19DBB4D069A}" dt="2026-07-29T15:53:55.590" v="71" actId="22"/>
          <ac:picMkLst>
            <pc:docMk/>
            <pc:sldMasterMk cId="0" sldId="2147483648"/>
            <ac:picMk id="3" creationId="{0FC14F3A-B351-0A22-9952-FAE71CE094D1}"/>
          </ac:picMkLst>
        </pc:picChg>
        <pc:picChg chg="add">
          <ac:chgData name="Rodrigue YENGO" userId="9019d928-c12d-48de-bdb2-52a833805ac2" providerId="ADAL" clId="{20734E0D-FF75-44B1-9DFF-D19DBB4D069A}" dt="2026-07-29T17:03:29.261" v="74" actId="22"/>
          <ac:picMkLst>
            <pc:docMk/>
            <pc:sldMasterMk cId="0" sldId="2147483648"/>
            <ac:picMk id="4" creationId="{4E5533CB-2C09-F168-90E2-155B385C2D7B}"/>
          </ac:picMkLst>
        </pc:picChg>
        <pc:picChg chg="add del">
          <ac:chgData name="Rodrigue YENGO" userId="9019d928-c12d-48de-bdb2-52a833805ac2" providerId="ADAL" clId="{20734E0D-FF75-44B1-9DFF-D19DBB4D069A}" dt="2026-07-29T15:53:54.887" v="70" actId="478"/>
          <ac:picMkLst>
            <pc:docMk/>
            <pc:sldMasterMk cId="0" sldId="2147483648"/>
            <ac:picMk id="4" creationId="{CD4108F0-B8E6-221A-B789-E4210A32BA95}"/>
          </ac:picMkLst>
        </pc:picChg>
        <pc:sldLayoutChg chg="addSp delSp modSp mod setBg">
          <pc:chgData name="Rodrigue YENGO" userId="9019d928-c12d-48de-bdb2-52a833805ac2" providerId="ADAL" clId="{20734E0D-FF75-44B1-9DFF-D19DBB4D069A}" dt="2026-07-29T17:03:27.264" v="73" actId="478"/>
          <pc:sldLayoutMkLst>
            <pc:docMk/>
            <pc:sldMasterMk cId="0" sldId="2147483648"/>
            <pc:sldLayoutMk cId="0" sldId="2147483649"/>
          </pc:sldLayoutMkLst>
          <pc:spChg chg="add">
            <ac:chgData name="Rodrigue YENGO" userId="9019d928-c12d-48de-bdb2-52a833805ac2" providerId="ADAL" clId="{20734E0D-FF75-44B1-9DFF-D19DBB4D069A}" dt="2026-07-28T13:57:36.575" v="36" actId="22"/>
            <ac:spMkLst>
              <pc:docMk/>
              <pc:sldMasterMk cId="0" sldId="2147483648"/>
              <pc:sldLayoutMk cId="0" sldId="2147483649"/>
              <ac:spMk id="3" creationId="{423FB073-6BC6-3F6E-E2A6-F4C62493679B}"/>
            </ac:spMkLst>
          </pc:spChg>
          <pc:spChg chg="add mod">
            <ac:chgData name="Rodrigue YENGO" userId="9019d928-c12d-48de-bdb2-52a833805ac2" providerId="ADAL" clId="{20734E0D-FF75-44B1-9DFF-D19DBB4D069A}" dt="2026-07-29T15:37:17.875" v="57" actId="14100"/>
            <ac:spMkLst>
              <pc:docMk/>
              <pc:sldMasterMk cId="0" sldId="2147483648"/>
              <pc:sldLayoutMk cId="0" sldId="2147483649"/>
              <ac:spMk id="4" creationId="{2988895D-BE97-157E-13F2-B077A0179677}"/>
            </ac:spMkLst>
          </pc:spChg>
          <pc:spChg chg="add mod">
            <ac:chgData name="Rodrigue YENGO" userId="9019d928-c12d-48de-bdb2-52a833805ac2" providerId="ADAL" clId="{20734E0D-FF75-44B1-9DFF-D19DBB4D069A}" dt="2026-07-29T15:37:17.875" v="57" actId="14100"/>
            <ac:spMkLst>
              <pc:docMk/>
              <pc:sldMasterMk cId="0" sldId="2147483648"/>
              <pc:sldLayoutMk cId="0" sldId="2147483649"/>
              <ac:spMk id="6" creationId="{75A91390-FBEA-D540-9308-EA21F3A070D2}"/>
            </ac:spMkLst>
          </pc:spChg>
          <pc:spChg chg="add mod">
            <ac:chgData name="Rodrigue YENGO" userId="9019d928-c12d-48de-bdb2-52a833805ac2" providerId="ADAL" clId="{20734E0D-FF75-44B1-9DFF-D19DBB4D069A}" dt="2026-07-29T15:37:17.875" v="57" actId="14100"/>
            <ac:spMkLst>
              <pc:docMk/>
              <pc:sldMasterMk cId="0" sldId="2147483648"/>
              <pc:sldLayoutMk cId="0" sldId="2147483649"/>
              <ac:spMk id="8" creationId="{29759D1A-70E8-10FB-4A07-8D67C3AF060C}"/>
            </ac:spMkLst>
          </pc:spChg>
          <pc:picChg chg="add del">
            <ac:chgData name="Rodrigue YENGO" userId="9019d928-c12d-48de-bdb2-52a833805ac2" providerId="ADAL" clId="{20734E0D-FF75-44B1-9DFF-D19DBB4D069A}" dt="2026-07-29T17:03:27.264" v="73" actId="478"/>
            <ac:picMkLst>
              <pc:docMk/>
              <pc:sldMasterMk cId="0" sldId="2147483648"/>
              <pc:sldLayoutMk cId="0" sldId="2147483649"/>
              <ac:picMk id="5" creationId="{D146C63A-387F-5665-5341-CDE0691A0858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725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 requêtes qui racontent une histoire : hiérarchies, cumuls, données semi-structurées et recherche tolérante aux fautes.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WITH...AS nomme une sous-requête réutilisable ; version récursive pour les hiérarchies. OVER(PARTITION BY...) : classements et cumuls.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Fuzzy matching : rapprocher des noms proches sans correspondance exacte — utile avant la recherche vectorielle du Jour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23FB073-6BC6-3F6E-E2A6-F4C62493679B}"/>
              </a:ext>
            </a:extLst>
          </p:cNvPr>
          <p:cNvSpPr/>
          <p:nvPr userDrawn="1"/>
        </p:nvSpPr>
        <p:spPr>
          <a:xfrm>
            <a:off x="1143000" y="685651"/>
            <a:ext cx="44372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MODULE 3 · 13:00 – 14:45</a:t>
            </a:r>
            <a:endParaRPr lang="en-US" sz="16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2988895D-BE97-157E-13F2-B077A0179677}"/>
              </a:ext>
            </a:extLst>
          </p:cNvPr>
          <p:cNvSpPr/>
          <p:nvPr userDrawn="1"/>
        </p:nvSpPr>
        <p:spPr>
          <a:xfrm>
            <a:off x="1143000" y="9296400"/>
            <a:ext cx="3245078" cy="504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5A91390-FBEA-D540-9308-EA21F3A070D2}"/>
              </a:ext>
            </a:extLst>
          </p:cNvPr>
          <p:cNvSpPr/>
          <p:nvPr userDrawn="1"/>
        </p:nvSpPr>
        <p:spPr>
          <a:xfrm>
            <a:off x="4264521" y="9296400"/>
            <a:ext cx="136624" cy="504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759D1A-70E8-10FB-4A07-8D67C3AF060C}"/>
              </a:ext>
            </a:extLst>
          </p:cNvPr>
          <p:cNvSpPr/>
          <p:nvPr userDrawn="1"/>
        </p:nvSpPr>
        <p:spPr>
          <a:xfrm>
            <a:off x="4496395" y="9296400"/>
            <a:ext cx="2313072" cy="504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C14F3A-B351-0A22-9952-FAE71CE094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E5533CB-2C09-F168-90E2-155B385C2D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8959" y="7407996"/>
            <a:ext cx="5111262" cy="34075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avancé (1/2)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et fenêtrage, JSON, expressions régulières et fuzzy matching : des requêtes qui racontent une histoire.</a:t>
            </a:r>
            <a:endParaRPr lang="en-US" sz="2700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21843AA-C9EA-CBC8-3314-15BF01F62D60}"/>
              </a:ext>
            </a:extLst>
          </p:cNvPr>
          <p:cNvGrpSpPr/>
          <p:nvPr/>
        </p:nvGrpSpPr>
        <p:grpSpPr>
          <a:xfrm>
            <a:off x="10310563" y="561196"/>
            <a:ext cx="6990490" cy="8735204"/>
            <a:chOff x="11002220" y="561196"/>
            <a:chExt cx="6990490" cy="8735204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91AD9F1A-52A5-1EA5-6FFF-F19291532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F8E1D38C-92C0-92E1-C3D8-A2EB11E54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6616A417-C903-2C12-755B-5CED86B9E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DC04E83-1569-E880-0C07-1F28CC3B9164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6039C797-7483-0477-9B29-70DE87F3ABAD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outils pour des requêtes expressives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Hiérarchies et sous-requêtes nommées.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Fenêtrage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Cumuls et classements sans perdre le détail.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des données semi-structurées en T-SQL.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/ fuzzy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et rapprochement de texte natifs.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Expressions de table communes et fonctions fenêtrées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806154"/>
            <a:ext cx="14859000" cy="2781300"/>
          </a:xfrm>
          <a:prstGeom prst="roundRect">
            <a:avLst>
              <a:gd name="adj" fmla="val 2740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390650" y="2996654"/>
            <a:ext cx="1480947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CategoryTree AS (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ProductCategoryID, Name, 0 AS Niveau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SalesLT.ProductCategory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ParentProductCategoryID IS NULL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CategoryTree;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929640" y="6203900"/>
            <a:ext cx="11910060" cy="678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OVER(PARTITION BY … ORDER BY …) : classement (ROW_NUMBER, RANK) et cumuls (SUM en fenêtre glissante).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JSON et expressions régulières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JSON_VALUE / JSON_QUERY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Extraire une valeur scalaire ou un fragment JSON depuis la colonne Preferences.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REGEXP_LIKE / REPLACE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ou nettoyer des chaînes par motif — références produit, formats de téléphone.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matching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Rapprocher des noms de produits proches sans correspondance exacte — prélude à la recherche vectorielle du Jour 3.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 les commandes et les préférences client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requêtes, quatre outils, une même base.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Arborescence des catégories produit via le CTE récursif.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cumulé des ventes par date avec SUM() OVER.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du canal préféré de chaque client avec JSON_VALUE.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des références « Road-xxx » avec REGEXP_LIKE.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devez calculer le total cumulé des ventes par date tout en affichant le détail de chaque commande. Quelle approche choisir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sur la date de commande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sous-requête corrélée par ligne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SUM(...) OVER (ORDER BY OrderDate)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curseur qui accumule ligne par ligne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récursif pour toute hiérarchie (catégories, organigramme).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fenêtrées : cumuls et classements sans perdre le détail.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JSON_VALUE (scalaire) vs JSON_QUERY (objet/tableau).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REGEXP_LIKE / fuzzy matching : nettoyage et rapprochement de texte natifs.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05616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5521479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avancé (2/2)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erreurs, GitHub Copilot, MCP et sécurité du code assisté.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df9240-fc95-4deb-9c9d-de700c44a7a7">
      <Terms xmlns="http://schemas.microsoft.com/office/infopath/2007/PartnerControls"/>
    </lcf76f155ced4ddcb4097134ff3c332f>
    <TaxCatchAll xmlns="33363a87-7e43-46da-9332-4c6d176b06e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432692-6A3E-4F5F-8696-1C166D456D68}">
  <ds:schemaRefs>
    <ds:schemaRef ds:uri="http://www.w3.org/XML/1998/namespace"/>
    <ds:schemaRef ds:uri="http://schemas.microsoft.com/office/2006/metadata/propertie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33363a87-7e43-46da-9332-4c6d176b06e4"/>
    <ds:schemaRef ds:uri="d9df9240-fc95-4deb-9c9d-de700c44a7a7"/>
    <ds:schemaRef ds:uri="http://purl.org/dc/elements/1.1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7E70711-8A6F-4F6A-895A-9EDA2D8883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13233A-7CD1-4D27-9E32-153F2EA6C169}"/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462</Words>
  <Application>Microsoft Office PowerPoint</Application>
  <PresentationFormat>Personnalisé</PresentationFormat>
  <Paragraphs>62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2026-07-28T13:46:16Z</dcterms:created>
  <dcterms:modified xsi:type="dcterms:W3CDTF">2026-07-29T17:03:37Z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