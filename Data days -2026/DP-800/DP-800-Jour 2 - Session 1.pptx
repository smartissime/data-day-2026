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DAB104-5117-4379-A0BE-CB0E6352FD9B}" v="6" dt="2026-07-29T15:58:18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undo custSel modSld modMainMaster">
      <pc:chgData name="Rodrigue YENGO" userId="9019d928-c12d-48de-bdb2-52a833805ac2" providerId="ADAL" clId="{20734E0D-FF75-44B1-9DFF-D19DBB4D069A}" dt="2026-07-29T17:08:07.706" v="77" actId="22"/>
      <pc:docMkLst>
        <pc:docMk/>
      </pc:docMkLst>
      <pc:sldChg chg="addSp delSp modSp mod">
        <pc:chgData name="Rodrigue YENGO" userId="9019d928-c12d-48de-bdb2-52a833805ac2" providerId="ADAL" clId="{20734E0D-FF75-44B1-9DFF-D19DBB4D069A}" dt="2026-07-29T15:48:52.007" v="71" actId="1037"/>
        <pc:sldMkLst>
          <pc:docMk/>
          <pc:sldMk cId="0" sldId="256"/>
        </pc:sldMkLst>
        <pc:spChg chg="del">
          <ac:chgData name="Rodrigue YENGO" userId="9019d928-c12d-48de-bdb2-52a833805ac2" providerId="ADAL" clId="{20734E0D-FF75-44B1-9DFF-D19DBB4D069A}" dt="2026-07-29T15:43:06.370" v="0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3:18.357" v="34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094" v="7" actId="2763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3:18.357" v="34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092" v="6" actId="27636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3:18.357" v="34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8:45.392" v="58"/>
          <ac:spMkLst>
            <pc:docMk/>
            <pc:sldMk cId="0" sldId="256"/>
            <ac:spMk id="9" creationId="{1096E690-E631-7646-812B-AE4B3CBF6DD7}"/>
          </ac:spMkLst>
        </pc:spChg>
        <pc:spChg chg="add del">
          <ac:chgData name="Rodrigue YENGO" userId="9019d928-c12d-48de-bdb2-52a833805ac2" providerId="ADAL" clId="{20734E0D-FF75-44B1-9DFF-D19DBB4D069A}" dt="2026-07-29T15:43:09.743" v="2" actId="22"/>
          <ac:spMkLst>
            <pc:docMk/>
            <pc:sldMk cId="0" sldId="256"/>
            <ac:spMk id="10" creationId="{44F2CE84-C4F8-B5AD-562A-62799371D739}"/>
          </ac:spMkLst>
        </pc:spChg>
        <pc:spChg chg="mod">
          <ac:chgData name="Rodrigue YENGO" userId="9019d928-c12d-48de-bdb2-52a833805ac2" providerId="ADAL" clId="{20734E0D-FF75-44B1-9DFF-D19DBB4D069A}" dt="2026-07-29T15:48:45.392" v="58"/>
          <ac:spMkLst>
            <pc:docMk/>
            <pc:sldMk cId="0" sldId="256"/>
            <ac:spMk id="10" creationId="{C247637F-5828-7FBD-F9C9-4E54851E5363}"/>
          </ac:spMkLst>
        </pc:spChg>
        <pc:spChg chg="add del">
          <ac:chgData name="Rodrigue YENGO" userId="9019d928-c12d-48de-bdb2-52a833805ac2" providerId="ADAL" clId="{20734E0D-FF75-44B1-9DFF-D19DBB4D069A}" dt="2026-07-29T15:43:09.743" v="2" actId="22"/>
          <ac:spMkLst>
            <pc:docMk/>
            <pc:sldMk cId="0" sldId="256"/>
            <ac:spMk id="12" creationId="{A2A11346-84ED-AE10-D1F9-A13F887ED167}"/>
          </ac:spMkLst>
        </pc:spChg>
        <pc:spChg chg="add del">
          <ac:chgData name="Rodrigue YENGO" userId="9019d928-c12d-48de-bdb2-52a833805ac2" providerId="ADAL" clId="{20734E0D-FF75-44B1-9DFF-D19DBB4D069A}" dt="2026-07-29T15:43:09.743" v="2" actId="22"/>
          <ac:spMkLst>
            <pc:docMk/>
            <pc:sldMk cId="0" sldId="256"/>
            <ac:spMk id="14" creationId="{8554FFAF-5625-6560-705F-791D00BE7AA8}"/>
          </ac:spMkLst>
        </pc:spChg>
        <pc:spChg chg="mod">
          <ac:chgData name="Rodrigue YENGO" userId="9019d928-c12d-48de-bdb2-52a833805ac2" providerId="ADAL" clId="{20734E0D-FF75-44B1-9DFF-D19DBB4D069A}" dt="2026-07-29T15:45:41.652" v="57"/>
          <ac:spMkLst>
            <pc:docMk/>
            <pc:sldMk cId="0" sldId="256"/>
            <ac:spMk id="19" creationId="{FBD5D5EB-D730-DAB4-441A-803415371A78}"/>
          </ac:spMkLst>
        </pc:spChg>
        <pc:spChg chg="mod">
          <ac:chgData name="Rodrigue YENGO" userId="9019d928-c12d-48de-bdb2-52a833805ac2" providerId="ADAL" clId="{20734E0D-FF75-44B1-9DFF-D19DBB4D069A}" dt="2026-07-29T15:45:41.652" v="57"/>
          <ac:spMkLst>
            <pc:docMk/>
            <pc:sldMk cId="0" sldId="256"/>
            <ac:spMk id="20" creationId="{525F5769-4E36-75FA-374B-DCEB82D81047}"/>
          </ac:spMkLst>
        </pc:spChg>
        <pc:grpChg chg="add mod">
          <ac:chgData name="Rodrigue YENGO" userId="9019d928-c12d-48de-bdb2-52a833805ac2" providerId="ADAL" clId="{20734E0D-FF75-44B1-9DFF-D19DBB4D069A}" dt="2026-07-29T15:48:45.392" v="58"/>
          <ac:grpSpMkLst>
            <pc:docMk/>
            <pc:sldMk cId="0" sldId="256"/>
            <ac:grpSpMk id="2" creationId="{ADBB1589-DDCD-4589-B2E7-DF7B178F775B}"/>
          </ac:grpSpMkLst>
        </pc:grpChg>
        <pc:grpChg chg="add mod">
          <ac:chgData name="Rodrigue YENGO" userId="9019d928-c12d-48de-bdb2-52a833805ac2" providerId="ADAL" clId="{20734E0D-FF75-44B1-9DFF-D19DBB4D069A}" dt="2026-07-29T15:48:52.007" v="71" actId="1037"/>
          <ac:grpSpMkLst>
            <pc:docMk/>
            <pc:sldMk cId="0" sldId="256"/>
            <ac:grpSpMk id="15" creationId="{CD500665-146B-47DA-55FB-1F10139A3D64}"/>
          </ac:grpSpMkLst>
        </pc:grpChg>
        <pc:picChg chg="mod">
          <ac:chgData name="Rodrigue YENGO" userId="9019d928-c12d-48de-bdb2-52a833805ac2" providerId="ADAL" clId="{20734E0D-FF75-44B1-9DFF-D19DBB4D069A}" dt="2026-07-29T15:48:45.392" v="58"/>
          <ac:picMkLst>
            <pc:docMk/>
            <pc:sldMk cId="0" sldId="256"/>
            <ac:picMk id="3" creationId="{B8D8E960-68C9-AC8B-A24A-D09896044699}"/>
          </ac:picMkLst>
        </pc:picChg>
        <pc:picChg chg="mod">
          <ac:chgData name="Rodrigue YENGO" userId="9019d928-c12d-48de-bdb2-52a833805ac2" providerId="ADAL" clId="{20734E0D-FF75-44B1-9DFF-D19DBB4D069A}" dt="2026-07-29T15:48:45.392" v="58"/>
          <ac:picMkLst>
            <pc:docMk/>
            <pc:sldMk cId="0" sldId="256"/>
            <ac:picMk id="6" creationId="{FDC81B4C-AA2C-9B9F-7FF4-4FF1ED3ABD61}"/>
          </ac:picMkLst>
        </pc:picChg>
        <pc:picChg chg="mod">
          <ac:chgData name="Rodrigue YENGO" userId="9019d928-c12d-48de-bdb2-52a833805ac2" providerId="ADAL" clId="{20734E0D-FF75-44B1-9DFF-D19DBB4D069A}" dt="2026-07-29T15:48:45.392" v="58"/>
          <ac:picMkLst>
            <pc:docMk/>
            <pc:sldMk cId="0" sldId="256"/>
            <ac:picMk id="8" creationId="{9D1A76AB-18B9-922C-7AC6-7D670E9CAD70}"/>
          </ac:picMkLst>
        </pc:picChg>
        <pc:picChg chg="mod">
          <ac:chgData name="Rodrigue YENGO" userId="9019d928-c12d-48de-bdb2-52a833805ac2" providerId="ADAL" clId="{20734E0D-FF75-44B1-9DFF-D19DBB4D069A}" dt="2026-07-29T15:45:41.652" v="57"/>
          <ac:picMkLst>
            <pc:docMk/>
            <pc:sldMk cId="0" sldId="256"/>
            <ac:picMk id="16" creationId="{EE21EBD1-F8BB-7735-1352-E562BB0F82A0}"/>
          </ac:picMkLst>
        </pc:picChg>
        <pc:picChg chg="mod">
          <ac:chgData name="Rodrigue YENGO" userId="9019d928-c12d-48de-bdb2-52a833805ac2" providerId="ADAL" clId="{20734E0D-FF75-44B1-9DFF-D19DBB4D069A}" dt="2026-07-29T15:45:41.652" v="57"/>
          <ac:picMkLst>
            <pc:docMk/>
            <pc:sldMk cId="0" sldId="256"/>
            <ac:picMk id="17" creationId="{667B6D01-6B54-E007-05DB-B6F4D1A1A437}"/>
          </ac:picMkLst>
        </pc:picChg>
        <pc:picChg chg="mod">
          <ac:chgData name="Rodrigue YENGO" userId="9019d928-c12d-48de-bdb2-52a833805ac2" providerId="ADAL" clId="{20734E0D-FF75-44B1-9DFF-D19DBB4D069A}" dt="2026-07-29T15:45:41.652" v="57"/>
          <ac:picMkLst>
            <pc:docMk/>
            <pc:sldMk cId="0" sldId="256"/>
            <ac:picMk id="18" creationId="{34B23ADE-2B7A-5351-278B-3D3322E4684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3:56.241" v="40" actId="478"/>
        <pc:sldMkLst>
          <pc:docMk/>
          <pc:sldMk cId="0" sldId="257"/>
        </pc:sldMkLst>
        <pc:spChg chg="del">
          <ac:chgData name="Rodrigue YENGO" userId="9019d928-c12d-48de-bdb2-52a833805ac2" providerId="ADAL" clId="{20734E0D-FF75-44B1-9DFF-D19DBB4D069A}" dt="2026-07-29T15:43:54.368" v="39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33" v="13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26" v="11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18" v="9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22" v="10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13" v="8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29" v="12" actId="27636"/>
          <ac:spMkLst>
            <pc:docMk/>
            <pc:sldMk cId="0" sldId="257"/>
            <ac:spMk id="11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3:56.241" v="40" actId="478"/>
          <ac:picMkLst>
            <pc:docMk/>
            <pc:sldMk cId="0" sldId="257"/>
            <ac:picMk id="13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4:07.403" v="43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5:44:00.969" v="41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4:07.403" v="43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56" v="16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44" v="14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61" v="17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48" v="15" actId="27636"/>
          <ac:spMkLst>
            <pc:docMk/>
            <pc:sldMk cId="0" sldId="258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4:03.492" v="42" actId="478"/>
          <ac:picMkLst>
            <pc:docMk/>
            <pc:sldMk cId="0" sldId="258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4:20.280" v="46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5:44:16.721" v="45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4:12.454" v="44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99" v="23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94" v="22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78" v="19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182" v="20" actId="27636"/>
          <ac:spMkLst>
            <pc:docMk/>
            <pc:sldMk cId="0" sldId="259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4:20.280" v="46" actId="478"/>
          <ac:picMkLst>
            <pc:docMk/>
            <pc:sldMk cId="0" sldId="259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4:29.943" v="49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5:44:25.555" v="47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4:27.420" v="48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219" v="25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213" v="24" actId="27636"/>
          <ac:spMkLst>
            <pc:docMk/>
            <pc:sldMk cId="0" sldId="260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4:29.943" v="49" actId="478"/>
          <ac:picMkLst>
            <pc:docMk/>
            <pc:sldMk cId="0" sldId="260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4:46.489" v="52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5:44:41.280" v="50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4:43.843" v="51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242" v="29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239" v="28" actId="27636"/>
          <ac:spMkLst>
            <pc:docMk/>
            <pc:sldMk cId="0" sldId="261"/>
            <ac:spMk id="5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4:46.489" v="52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4:59.934" v="55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5:44:54.306" v="53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44:56.350" v="54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259" v="31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44:59.934" v="55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45:13.452" v="56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5:45:13.452" v="56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271" v="33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43:11.267" v="32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delSp mod modSldLayout">
        <pc:chgData name="Rodrigue YENGO" userId="9019d928-c12d-48de-bdb2-52a833805ac2" providerId="ADAL" clId="{20734E0D-FF75-44B1-9DFF-D19DBB4D069A}" dt="2026-07-29T17:08:07.706" v="77" actId="22"/>
        <pc:sldMasterMkLst>
          <pc:docMk/>
          <pc:sldMasterMk cId="0" sldId="2147483648"/>
        </pc:sldMasterMkLst>
        <pc:picChg chg="add del">
          <ac:chgData name="Rodrigue YENGO" userId="9019d928-c12d-48de-bdb2-52a833805ac2" providerId="ADAL" clId="{20734E0D-FF75-44B1-9DFF-D19DBB4D069A}" dt="2026-07-29T15:55:03.330" v="75" actId="478"/>
          <ac:picMkLst>
            <pc:docMk/>
            <pc:sldMasterMk cId="0" sldId="2147483648"/>
            <ac:picMk id="3" creationId="{3B1BCCB0-0EFC-8FA8-91BB-2140469450F6}"/>
          </ac:picMkLst>
        </pc:picChg>
        <pc:picChg chg="add">
          <ac:chgData name="Rodrigue YENGO" userId="9019d928-c12d-48de-bdb2-52a833805ac2" providerId="ADAL" clId="{20734E0D-FF75-44B1-9DFF-D19DBB4D069A}" dt="2026-07-29T17:08:07.706" v="77" actId="22"/>
          <ac:picMkLst>
            <pc:docMk/>
            <pc:sldMasterMk cId="0" sldId="2147483648"/>
            <ac:picMk id="3" creationId="{AD3CC061-DB92-F591-750B-582FECC9FBFD}"/>
          </ac:picMkLst>
        </pc:picChg>
        <pc:picChg chg="add">
          <ac:chgData name="Rodrigue YENGO" userId="9019d928-c12d-48de-bdb2-52a833805ac2" providerId="ADAL" clId="{20734E0D-FF75-44B1-9DFF-D19DBB4D069A}" dt="2026-07-29T15:55:04.082" v="76" actId="22"/>
          <ac:picMkLst>
            <pc:docMk/>
            <pc:sldMasterMk cId="0" sldId="2147483648"/>
            <ac:picMk id="4" creationId="{A27B9B2B-EEC6-C509-636A-1BDC4DFB382F}"/>
          </ac:picMkLst>
        </pc:picChg>
        <pc:sldLayoutChg chg="addSp delSp modSp mod setBg">
          <pc:chgData name="Rodrigue YENGO" userId="9019d928-c12d-48de-bdb2-52a833805ac2" providerId="ADAL" clId="{20734E0D-FF75-44B1-9DFF-D19DBB4D069A}" dt="2026-07-29T15:52:44.506" v="73" actId="478"/>
          <pc:sldLayoutMkLst>
            <pc:docMk/>
            <pc:sldMasterMk cId="0" sldId="2147483648"/>
            <pc:sldLayoutMk cId="0" sldId="2147483649"/>
          </pc:sldLayoutMkLst>
          <pc:spChg chg="add mod">
            <ac:chgData name="Rodrigue YENGO" userId="9019d928-c12d-48de-bdb2-52a833805ac2" providerId="ADAL" clId="{20734E0D-FF75-44B1-9DFF-D19DBB4D069A}" dt="2026-07-29T15:43:37.029" v="38" actId="14100"/>
            <ac:spMkLst>
              <pc:docMk/>
              <pc:sldMasterMk cId="0" sldId="2147483648"/>
              <pc:sldLayoutMk cId="0" sldId="2147483649"/>
              <ac:spMk id="3" creationId="{59BC64B3-5CEA-4506-4411-9FA70A32E899}"/>
            </ac:spMkLst>
          </pc:spChg>
          <pc:spChg chg="add mod">
            <ac:chgData name="Rodrigue YENGO" userId="9019d928-c12d-48de-bdb2-52a833805ac2" providerId="ADAL" clId="{20734E0D-FF75-44B1-9DFF-D19DBB4D069A}" dt="2026-07-29T15:43:37.029" v="38" actId="14100"/>
            <ac:spMkLst>
              <pc:docMk/>
              <pc:sldMasterMk cId="0" sldId="2147483648"/>
              <pc:sldLayoutMk cId="0" sldId="2147483649"/>
              <ac:spMk id="5" creationId="{0831961F-36BD-3519-6B77-C0003ABF73F7}"/>
            </ac:spMkLst>
          </pc:spChg>
          <pc:spChg chg="add mod">
            <ac:chgData name="Rodrigue YENGO" userId="9019d928-c12d-48de-bdb2-52a833805ac2" providerId="ADAL" clId="{20734E0D-FF75-44B1-9DFF-D19DBB4D069A}" dt="2026-07-29T15:43:37.029" v="38" actId="14100"/>
            <ac:spMkLst>
              <pc:docMk/>
              <pc:sldMasterMk cId="0" sldId="2147483648"/>
              <pc:sldLayoutMk cId="0" sldId="2147483649"/>
              <ac:spMk id="7" creationId="{A44E3E64-0515-5F97-14C7-19A6BF20E125}"/>
            </ac:spMkLst>
          </pc:spChg>
          <pc:picChg chg="add del">
            <ac:chgData name="Rodrigue YENGO" userId="9019d928-c12d-48de-bdb2-52a833805ac2" providerId="ADAL" clId="{20734E0D-FF75-44B1-9DFF-D19DBB4D069A}" dt="2026-07-29T15:52:44.506" v="73" actId="478"/>
            <ac:picMkLst>
              <pc:docMk/>
              <pc:sldMasterMk cId="0" sldId="2147483648"/>
              <pc:sldLayoutMk cId="0" sldId="2147483649"/>
              <ac:picMk id="4" creationId="{2A7FE921-D80C-EA98-64B6-CD31175FCAF7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8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le Jour 2 : on protège les données client du fil rouge à chaque couche — au repos, à l'affichage, par ligne et par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: donnée réelle 478-23-9012 → vue masquée XXX-XX-9012. La donnée reste intacte en base, seule la restitution change selon le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DENY l'emporte toujours sur les autres octrois, quel que soit le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9BC64B3-5CEA-4506-4411-9FA70A32E899}"/>
              </a:ext>
            </a:extLst>
          </p:cNvPr>
          <p:cNvSpPr/>
          <p:nvPr userDrawn="1"/>
        </p:nvSpPr>
        <p:spPr>
          <a:xfrm>
            <a:off x="1143000" y="685651"/>
            <a:ext cx="4437221" cy="392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MODULE 5 · 09:00 – 10:45</a:t>
            </a:r>
            <a:endParaRPr lang="en-US" sz="14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0831961F-36BD-3519-6B77-C0003ABF73F7}"/>
              </a:ext>
            </a:extLst>
          </p:cNvPr>
          <p:cNvSpPr/>
          <p:nvPr userDrawn="1"/>
        </p:nvSpPr>
        <p:spPr>
          <a:xfrm>
            <a:off x="1143000" y="9296400"/>
            <a:ext cx="3245078" cy="392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44E3E64-0515-5F97-14C7-19A6BF20E125}"/>
              </a:ext>
            </a:extLst>
          </p:cNvPr>
          <p:cNvSpPr/>
          <p:nvPr userDrawn="1"/>
        </p:nvSpPr>
        <p:spPr>
          <a:xfrm>
            <a:off x="4496395" y="9296400"/>
            <a:ext cx="2313072" cy="392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A27B9B2B-EEC6-C509-636A-1BDC4DFB38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D3CC061-DB92-F591-750B-582FECC9FB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18000" y="8316939"/>
            <a:ext cx="2951271" cy="11411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0" y="3939480"/>
            <a:ext cx="1766506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des données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5166271"/>
            <a:ext cx="8912453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Chiffrement, Always Encrypted, masquage dynamique, sécurité au niveau des lignes, autorisations et audit.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CD500665-146B-47DA-55FB-1F10139A3D64}"/>
              </a:ext>
            </a:extLst>
          </p:cNvPr>
          <p:cNvGrpSpPr/>
          <p:nvPr/>
        </p:nvGrpSpPr>
        <p:grpSpPr>
          <a:xfrm>
            <a:off x="10519141" y="561196"/>
            <a:ext cx="6990490" cy="8735204"/>
            <a:chOff x="11002220" y="561196"/>
            <a:chExt cx="6990490" cy="8735204"/>
          </a:xfrm>
        </p:grpSpPr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EE21EBD1-F8BB-7735-1352-E562BB0F8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667B6D01-6B54-E007-05DB-B6F4D1A1A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34B23ADE-2B7A-5351-278B-3D3322E46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FBD5D5EB-D730-DAB4-441A-803415371A78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525F5769-4E36-75FA-374B-DCEB82D81047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685651"/>
            <a:ext cx="24671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MODULE 5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Protéger à chaque couche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TDE et Always Encrypted, deux menaces différentes.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Confort d'affichage, pas un chiffrement.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automatique par ligne.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Qui, quoi, quand — sans exception.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 et masquage dynamique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 l'intégralité des fichiers de données au repos, transparent pour les requêtes.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Encrypted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colonne reste chiffrée même en mémoire côté serveur — déterministe ou aléatoire selon le besoin de recherche.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Masquage dynamique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478-23-9012 → XXX-XX-9012 : la donnée reste intacte en base, seule la restitution change selon le rôle.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au niveau des lignes, rôles et audit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 table inline retourne 1 ou 0 ; la politique de sécurité lie ce prédicat à la table, sans modifier les requêtes applicatives.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/ REVOKE / DENY — DENY l'emporte toujours sur les autres octrois, quel que soit le rôle.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serveur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des menaces, preuve de conformité, piste complète pour les incidents.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Verrouiller AdventureWorks Commerce Cloud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69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le chiffrement de la base et masquer EmailAddress / Phone sur Customer.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la politique RLS CustomerFilter et se reconnecter avec un rôle commercial.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l'audit serveur et rejouer une requête sensible pour la voir apparaître dans le journal.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6494115"/>
            <a:ext cx="14859000" cy="1881187"/>
          </a:xfrm>
          <a:prstGeom prst="roundRect">
            <a:avLst>
              <a:gd name="adj" fmla="val 4051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90650" y="6684615"/>
            <a:ext cx="14809470" cy="153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SalesLT.Customer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COLUMN EmailAddress ADD MASKED WITH (FUNCTION = 'email()');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SECURITY POLICY Security.CustomerFilter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FILTER PREDICATE Security.fn_SalesRepPredicate(SalesPerson)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SalesLT.Customer;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société de services financiers doit protéger des numéros de carte bancaire même contre un administrateur système ayant accès au serveur. Quelle option choisir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Chiffrement transparent des données (TDE) seul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Encrypted sur la colonne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Masquage dynamique des données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au niveau des lignes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438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TDE (fichier) et Always Encrypted (colonne) répondent à des menaces différentes.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Masquage dynamique : confort d'affichage, pas un chiffrement.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s'applique automatiquement, même aux requêtes ad hoc.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L'audit doit répondre à qui / quoi / quand sans exception.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05616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8866421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des performances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d'exécution, DMV, Magasin des requêtes, verrouillages et blocages.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A79F6D7-F8D7-4B86-B68B-13DDA5D084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3B72DA-2922-4160-9B82-586AA431C4A2}"/>
</file>

<file path=customXml/itemProps3.xml><?xml version="1.0" encoding="utf-8"?>
<ds:datastoreItem xmlns:ds="http://schemas.openxmlformats.org/officeDocument/2006/customXml" ds:itemID="{86BB784A-8C51-4070-8192-64555B7413E7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33363a87-7e43-46da-9332-4c6d176b06e4"/>
    <ds:schemaRef ds:uri="d9df9240-fc95-4deb-9c9d-de700c44a7a7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485</Words>
  <Application>Microsoft Office PowerPoint</Application>
  <PresentationFormat>Personnalisé</PresentationFormat>
  <Paragraphs>63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2026-07-28T14:28:58Z</dcterms:created>
  <dcterms:modified xsi:type="dcterms:W3CDTF">2026-07-29T17:08:09Z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