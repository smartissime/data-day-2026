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24F513-103F-4F32-BABA-0B3140BE8432}" v="4" dt="2026-07-29T16:02:52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9T17:10:09.899" v="72" actId="22"/>
      <pc:docMkLst>
        <pc:docMk/>
      </pc:docMkLst>
      <pc:sldChg chg="addSp delSp modSp mod">
        <pc:chgData name="Rodrigue YENGO" userId="9019d928-c12d-48de-bdb2-52a833805ac2" providerId="ADAL" clId="{20734E0D-FF75-44B1-9DFF-D19DBB4D069A}" dt="2026-07-29T16:02:37.724" v="71" actId="1037"/>
        <pc:sldMkLst>
          <pc:docMk/>
          <pc:sldMk cId="0" sldId="256"/>
        </pc:sldMkLst>
        <pc:spChg chg="del">
          <ac:chgData name="Rodrigue YENGO" userId="9019d928-c12d-48de-bdb2-52a833805ac2" providerId="ADAL" clId="{20734E0D-FF75-44B1-9DFF-D19DBB4D069A}" dt="2026-07-29T15:13:53.883" v="31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14:21.711" v="34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025" v="3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021" v="1" actId="2763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14:21.711" v="34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034" v="6" actId="27636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14:21.711" v="34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5:20.184" v="38" actId="207"/>
          <ac:spMkLst>
            <pc:docMk/>
            <pc:sldMk cId="0" sldId="256"/>
            <ac:spMk id="13" creationId="{FEFF4866-C2B7-C16A-7A1A-D10784614D0C}"/>
          </ac:spMkLst>
        </pc:spChg>
        <pc:spChg chg="mod">
          <ac:chgData name="Rodrigue YENGO" userId="9019d928-c12d-48de-bdb2-52a833805ac2" providerId="ADAL" clId="{20734E0D-FF75-44B1-9DFF-D19DBB4D069A}" dt="2026-07-29T15:15:20.184" v="38" actId="207"/>
          <ac:spMkLst>
            <pc:docMk/>
            <pc:sldMk cId="0" sldId="256"/>
            <ac:spMk id="14" creationId="{F217D371-1B30-A9C9-1CDC-8413C9C0E037}"/>
          </ac:spMkLst>
        </pc:spChg>
        <pc:grpChg chg="add mod">
          <ac:chgData name="Rodrigue YENGO" userId="9019d928-c12d-48de-bdb2-52a833805ac2" providerId="ADAL" clId="{20734E0D-FF75-44B1-9DFF-D19DBB4D069A}" dt="2026-07-29T16:02:37.724" v="71" actId="1037"/>
          <ac:grpSpMkLst>
            <pc:docMk/>
            <pc:sldMk cId="0" sldId="256"/>
            <ac:grpSpMk id="9" creationId="{609FD9A7-5042-8329-AB2C-DBE42A7FC9E5}"/>
          </ac:grpSpMkLst>
        </pc:grpChg>
        <pc:picChg chg="mod">
          <ac:chgData name="Rodrigue YENGO" userId="9019d928-c12d-48de-bdb2-52a833805ac2" providerId="ADAL" clId="{20734E0D-FF75-44B1-9DFF-D19DBB4D069A}" dt="2026-07-29T15:13:45.891" v="0"/>
          <ac:picMkLst>
            <pc:docMk/>
            <pc:sldMk cId="0" sldId="256"/>
            <ac:picMk id="10" creationId="{E9B92E1D-79FA-F791-C4A8-9B1F780DF537}"/>
          </ac:picMkLst>
        </pc:picChg>
        <pc:picChg chg="mod">
          <ac:chgData name="Rodrigue YENGO" userId="9019d928-c12d-48de-bdb2-52a833805ac2" providerId="ADAL" clId="{20734E0D-FF75-44B1-9DFF-D19DBB4D069A}" dt="2026-07-29T15:13:45.891" v="0"/>
          <ac:picMkLst>
            <pc:docMk/>
            <pc:sldMk cId="0" sldId="256"/>
            <ac:picMk id="11" creationId="{10BAEFCB-A5AC-75CE-C60A-167F47A678C0}"/>
          </ac:picMkLst>
        </pc:picChg>
        <pc:picChg chg="mod">
          <ac:chgData name="Rodrigue YENGO" userId="9019d928-c12d-48de-bdb2-52a833805ac2" providerId="ADAL" clId="{20734E0D-FF75-44B1-9DFF-D19DBB4D069A}" dt="2026-07-29T15:13:45.891" v="0"/>
          <ac:picMkLst>
            <pc:docMk/>
            <pc:sldMk cId="0" sldId="256"/>
            <ac:picMk id="12" creationId="{82CE3DA9-0EFC-2F52-8334-27384AB1C332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15:42.321" v="41" actId="478"/>
        <pc:sldMkLst>
          <pc:docMk/>
          <pc:sldMk cId="0" sldId="257"/>
        </pc:sldMkLst>
        <pc:spChg chg="del">
          <ac:chgData name="Rodrigue YENGO" userId="9019d928-c12d-48de-bdb2-52a833805ac2" providerId="ADAL" clId="{20734E0D-FF75-44B1-9DFF-D19DBB4D069A}" dt="2026-07-29T15:15:32.089" v="39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15:34.646" v="40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060" v="12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058" v="11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050" v="7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052" v="8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056" v="10" actId="27636"/>
          <ac:spMkLst>
            <pc:docMk/>
            <pc:sldMk cId="0" sldId="257"/>
            <ac:spMk id="11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15:42.321" v="41" actId="478"/>
          <ac:picMkLst>
            <pc:docMk/>
            <pc:sldMk cId="0" sldId="257"/>
            <ac:picMk id="13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15:51.381" v="44" actId="478"/>
        <pc:sldMkLst>
          <pc:docMk/>
          <pc:sldMk cId="0" sldId="258"/>
        </pc:sldMkLst>
        <pc:spChg chg="del">
          <ac:chgData name="Rodrigue YENGO" userId="9019d928-c12d-48de-bdb2-52a833805ac2" providerId="ADAL" clId="{20734E0D-FF75-44B1-9DFF-D19DBB4D069A}" dt="2026-07-29T15:15:46.729" v="42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15:48.748" v="43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069" v="14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068" v="13" actId="276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075" v="17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071" v="15" actId="27636"/>
          <ac:spMkLst>
            <pc:docMk/>
            <pc:sldMk cId="0" sldId="258"/>
            <ac:spMk id="9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15:51.381" v="44" actId="478"/>
          <ac:picMkLst>
            <pc:docMk/>
            <pc:sldMk cId="0" sldId="258"/>
            <ac:picMk id="11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16:00.577" v="47" actId="478"/>
        <pc:sldMkLst>
          <pc:docMk/>
          <pc:sldMk cId="0" sldId="259"/>
        </pc:sldMkLst>
        <pc:spChg chg="del">
          <ac:chgData name="Rodrigue YENGO" userId="9019d928-c12d-48de-bdb2-52a833805ac2" providerId="ADAL" clId="{20734E0D-FF75-44B1-9DFF-D19DBB4D069A}" dt="2026-07-29T15:15:55.524" v="45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15:57.827" v="46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089" v="20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087" v="19" actId="27636"/>
          <ac:spMkLst>
            <pc:docMk/>
            <pc:sldMk cId="0" sldId="259"/>
            <ac:spMk id="7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16:00.577" v="47" actId="478"/>
          <ac:picMkLst>
            <pc:docMk/>
            <pc:sldMk cId="0" sldId="259"/>
            <ac:picMk id="8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16:06.411" v="49" actId="478"/>
        <pc:sldMkLst>
          <pc:docMk/>
          <pc:sldMk cId="0" sldId="260"/>
        </pc:sldMkLst>
        <pc:spChg chg="del">
          <ac:chgData name="Rodrigue YENGO" userId="9019d928-c12d-48de-bdb2-52a833805ac2" providerId="ADAL" clId="{20734E0D-FF75-44B1-9DFF-D19DBB4D069A}" dt="2026-07-29T15:16:04.186" v="48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16:06.411" v="49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097" v="22" actId="27636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9T15:16:27.247" v="52" actId="478"/>
        <pc:sldMkLst>
          <pc:docMk/>
          <pc:sldMk cId="0" sldId="261"/>
        </pc:sldMkLst>
        <pc:spChg chg="del">
          <ac:chgData name="Rodrigue YENGO" userId="9019d928-c12d-48de-bdb2-52a833805ac2" providerId="ADAL" clId="{20734E0D-FF75-44B1-9DFF-D19DBB4D069A}" dt="2026-07-29T15:16:20.928" v="50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16:23.542" v="51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104" v="23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107" v="24" actId="27636"/>
          <ac:spMkLst>
            <pc:docMk/>
            <pc:sldMk cId="0" sldId="261"/>
            <ac:spMk id="5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16:27.247" v="52" actId="478"/>
          <ac:picMkLst>
            <pc:docMk/>
            <pc:sldMk cId="0" sldId="261"/>
            <ac:picMk id="14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16:41.282" v="55" actId="478"/>
        <pc:sldMkLst>
          <pc:docMk/>
          <pc:sldMk cId="0" sldId="262"/>
        </pc:sldMkLst>
        <pc:spChg chg="del">
          <ac:chgData name="Rodrigue YENGO" userId="9019d928-c12d-48de-bdb2-52a833805ac2" providerId="ADAL" clId="{20734E0D-FF75-44B1-9DFF-D19DBB4D069A}" dt="2026-07-29T15:16:36.185" v="53" actId="478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16:38.442" v="54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117" v="26" actId="27636"/>
          <ac:spMkLst>
            <pc:docMk/>
            <pc:sldMk cId="0" sldId="262"/>
            <ac:spMk id="4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16:41.282" v="55" actId="478"/>
          <ac:picMkLst>
            <pc:docMk/>
            <pc:sldMk cId="0" sldId="262"/>
            <ac:picMk id="6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16:46.168" v="56" actId="478"/>
        <pc:sldMkLst>
          <pc:docMk/>
          <pc:sldMk cId="0" sldId="263"/>
        </pc:sldMkLst>
        <pc:spChg chg="del">
          <ac:chgData name="Rodrigue YENGO" userId="9019d928-c12d-48de-bdb2-52a833805ac2" providerId="ADAL" clId="{20734E0D-FF75-44B1-9DFF-D19DBB4D069A}" dt="2026-07-29T15:16:46.168" v="56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126" v="28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3:46.127" v="29" actId="27636"/>
          <ac:spMkLst>
            <pc:docMk/>
            <pc:sldMk cId="0" sldId="263"/>
            <ac:spMk id="5" creationId="{00000000-0000-0000-0000-000000000000}"/>
          </ac:spMkLst>
        </pc:spChg>
      </pc:sldChg>
      <pc:sldMasterChg chg="addSp mod modSldLayout">
        <pc:chgData name="Rodrigue YENGO" userId="9019d928-c12d-48de-bdb2-52a833805ac2" providerId="ADAL" clId="{20734E0D-FF75-44B1-9DFF-D19DBB4D069A}" dt="2026-07-29T17:10:09.899" v="72" actId="22"/>
        <pc:sldMasterMkLst>
          <pc:docMk/>
          <pc:sldMasterMk cId="0" sldId="2147483648"/>
        </pc:sldMasterMkLst>
        <pc:picChg chg="add">
          <ac:chgData name="Rodrigue YENGO" userId="9019d928-c12d-48de-bdb2-52a833805ac2" providerId="ADAL" clId="{20734E0D-FF75-44B1-9DFF-D19DBB4D069A}" dt="2026-07-29T16:02:25.838" v="57" actId="22"/>
          <ac:picMkLst>
            <pc:docMk/>
            <pc:sldMasterMk cId="0" sldId="2147483648"/>
            <ac:picMk id="3" creationId="{815082E0-EAC0-DD1C-5E51-24F20743887C}"/>
          </ac:picMkLst>
        </pc:picChg>
        <pc:picChg chg="add">
          <ac:chgData name="Rodrigue YENGO" userId="9019d928-c12d-48de-bdb2-52a833805ac2" providerId="ADAL" clId="{20734E0D-FF75-44B1-9DFF-D19DBB4D069A}" dt="2026-07-29T17:10:09.899" v="72" actId="22"/>
          <ac:picMkLst>
            <pc:docMk/>
            <pc:sldMasterMk cId="0" sldId="2147483648"/>
            <ac:picMk id="4" creationId="{DCA0B71B-A5C4-0FBC-C87C-5F9F57A4053E}"/>
          </ac:picMkLst>
        </pc:picChg>
        <pc:sldLayoutChg chg="addSp modSp mod setBg">
          <pc:chgData name="Rodrigue YENGO" userId="9019d928-c12d-48de-bdb2-52a833805ac2" providerId="ADAL" clId="{20734E0D-FF75-44B1-9DFF-D19DBB4D069A}" dt="2026-07-29T15:14:50.326" v="37" actId="14100"/>
          <pc:sldLayoutMkLst>
            <pc:docMk/>
            <pc:sldMasterMk cId="0" sldId="2147483648"/>
            <pc:sldLayoutMk cId="0" sldId="2147483649"/>
          </pc:sldLayoutMkLst>
          <pc:spChg chg="add">
            <ac:chgData name="Rodrigue YENGO" userId="9019d928-c12d-48de-bdb2-52a833805ac2" providerId="ADAL" clId="{20734E0D-FF75-44B1-9DFF-D19DBB4D069A}" dt="2026-07-29T15:14:06.526" v="33" actId="22"/>
            <ac:spMkLst>
              <pc:docMk/>
              <pc:sldMasterMk cId="0" sldId="2147483648"/>
              <pc:sldLayoutMk cId="0" sldId="2147483649"/>
              <ac:spMk id="3" creationId="{539DE47C-2051-7FC6-6D32-4C6F16E63AB7}"/>
            </ac:spMkLst>
          </pc:spChg>
          <pc:spChg chg="add mod">
            <ac:chgData name="Rodrigue YENGO" userId="9019d928-c12d-48de-bdb2-52a833805ac2" providerId="ADAL" clId="{20734E0D-FF75-44B1-9DFF-D19DBB4D069A}" dt="2026-07-29T15:14:50.326" v="37" actId="14100"/>
            <ac:spMkLst>
              <pc:docMk/>
              <pc:sldMasterMk cId="0" sldId="2147483648"/>
              <pc:sldLayoutMk cId="0" sldId="2147483649"/>
              <ac:spMk id="5" creationId="{3A557E6A-ADD5-40F9-969E-19CA639BA125}"/>
            </ac:spMkLst>
          </pc:spChg>
          <pc:spChg chg="add mod">
            <ac:chgData name="Rodrigue YENGO" userId="9019d928-c12d-48de-bdb2-52a833805ac2" providerId="ADAL" clId="{20734E0D-FF75-44B1-9DFF-D19DBB4D069A}" dt="2026-07-29T15:14:50.326" v="37" actId="14100"/>
            <ac:spMkLst>
              <pc:docMk/>
              <pc:sldMasterMk cId="0" sldId="2147483648"/>
              <pc:sldLayoutMk cId="0" sldId="2147483649"/>
              <ac:spMk id="7" creationId="{710B863C-D418-5CBF-2D3C-3606F010B963}"/>
            </ac:spMkLst>
          </pc:spChg>
          <pc:spChg chg="add mod">
            <ac:chgData name="Rodrigue YENGO" userId="9019d928-c12d-48de-bdb2-52a833805ac2" providerId="ADAL" clId="{20734E0D-FF75-44B1-9DFF-D19DBB4D069A}" dt="2026-07-29T15:14:50.326" v="37" actId="14100"/>
            <ac:spMkLst>
              <pc:docMk/>
              <pc:sldMasterMk cId="0" sldId="2147483648"/>
              <pc:sldLayoutMk cId="0" sldId="2147483649"/>
              <ac:spMk id="9" creationId="{FE2DE598-15FD-ABCB-AADD-297C5ABA8DF3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54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Trouver le bon produit même quand la question ne contient pas les mots exacts du catalogue.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produit bien classé en texte intégral ET en vectoriel remonte naturellement en tête.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39DE47C-2051-7FC6-6D32-4C6F16E63AB7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A557E6A-ADD5-40F9-969E-19CA639BA125}"/>
              </a:ext>
            </a:extLst>
          </p:cNvPr>
          <p:cNvSpPr/>
          <p:nvPr userDrawn="1"/>
        </p:nvSpPr>
        <p:spPr>
          <a:xfrm>
            <a:off x="1143000" y="685651"/>
            <a:ext cx="4600441" cy="416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3 · MODULE 10 · 10:55 – 12:00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10B863C-D418-5CBF-2D3C-3606F010B963}"/>
              </a:ext>
            </a:extLst>
          </p:cNvPr>
          <p:cNvSpPr/>
          <p:nvPr userDrawn="1"/>
        </p:nvSpPr>
        <p:spPr>
          <a:xfrm>
            <a:off x="1143000" y="9296400"/>
            <a:ext cx="3245078" cy="416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E2DE598-15FD-ABCB-AADD-297C5ABA8DF3}"/>
              </a:ext>
            </a:extLst>
          </p:cNvPr>
          <p:cNvSpPr/>
          <p:nvPr userDrawn="1"/>
        </p:nvSpPr>
        <p:spPr>
          <a:xfrm>
            <a:off x="4496395" y="9296400"/>
            <a:ext cx="2313072" cy="416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</a:t>
            </a:r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15082E0-EAC0-DD1C-5E51-24F2074388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32737" y="194733"/>
            <a:ext cx="1694962" cy="112997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CA0B71B-A5C4-0FBC-C87C-5F9F57A405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18000" y="8316939"/>
            <a:ext cx="2951271" cy="11411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85850" y="414903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intelligente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375821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intégral, recherche vectorielle, Reciprocal Rank Fusion et recherche hybride.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609FD9A7-5042-8329-AB2C-DBE42A7FC9E5}"/>
              </a:ext>
            </a:extLst>
          </p:cNvPr>
          <p:cNvGrpSpPr/>
          <p:nvPr/>
        </p:nvGrpSpPr>
        <p:grpSpPr>
          <a:xfrm>
            <a:off x="10580192" y="561196"/>
            <a:ext cx="6990490" cy="8735204"/>
            <a:chOff x="11002220" y="561196"/>
            <a:chExt cx="6990490" cy="8735204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E9B92E1D-79FA-F791-C4A8-9B1F780DF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02220" y="4636074"/>
              <a:ext cx="6990490" cy="4660326"/>
            </a:xfrm>
            <a:prstGeom prst="rect">
              <a:avLst/>
            </a:prstGeom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10BAEFCB-A5AC-75CE-C60A-167F47A67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23713" y="565257"/>
              <a:ext cx="2808967" cy="2808967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82CE3DA9-0EFC-2F52-8334-27384AB1C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36328" y="561196"/>
              <a:ext cx="2807208" cy="2807208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FEFF4866-C2B7-C16A-7A1A-D10784614D0C}"/>
                </a:ext>
              </a:extLst>
            </p:cNvPr>
            <p:cNvSpPr txBox="1"/>
            <p:nvPr/>
          </p:nvSpPr>
          <p:spPr>
            <a:xfrm>
              <a:off x="14889480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i="0" kern="1200" dirty="0">
                  <a:effectLst/>
                  <a:latin typeface="+mn-lt"/>
                  <a:ea typeface="+mn-ea"/>
                  <a:cs typeface="+mn-cs"/>
                </a:rPr>
                <a:t>Abdelhak BENYAHIA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F217D371-1B30-A9C9-1CDC-8413C9C0E037}"/>
                </a:ext>
              </a:extLst>
            </p:cNvPr>
            <p:cNvSpPr txBox="1"/>
            <p:nvPr/>
          </p:nvSpPr>
          <p:spPr>
            <a:xfrm>
              <a:off x="11668332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dirty="0"/>
                <a:t>Rodrigue YENGO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briques de recherche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intégral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Mots-clés et formes fléchies.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Vectorielle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 le sens de la question.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Fusionne deux classements par rang.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robuste qu'une seule approche.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approches de recherche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intégral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/ FREETEXT : correspondance de mots-clés avec formes fléchies et score de pertinence.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30901" y="3248918"/>
            <a:ext cx="5308655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Vectorielle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30901" y="3584079"/>
            <a:ext cx="4970831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VECTOR_DISTANCE compare le sens sémantique — comprend « vélo léger » même sans ce mot exact.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1895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Hybride (RRF)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1895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Fusionne les deux classements par rang, plus robuste qu'une seule approche isolée.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Fusionner avec le Reciprocal Rank Fusion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684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produit reçoit un score = 1 / (k + rang) dans chaque source de recherche, puis les scores sont additionnés.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produit bien classé en texte intégral ET en vectoriel remonte naturellement en tête.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5488335"/>
            <a:ext cx="14859000" cy="681038"/>
          </a:xfrm>
          <a:prstGeom prst="roundRect">
            <a:avLst>
              <a:gd name="adj" fmla="val 11189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90650" y="5678835"/>
            <a:ext cx="14809470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Σ 1 / (k + rang)</a:t>
            </a:r>
            <a:endParaRPr lang="en-US" sz="15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les trois recherches sur le même catalogue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Démo en direct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même question, trois classements différents.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198745" y="3248918"/>
            <a:ext cx="12022455" cy="1496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l'index de recherche en texte intégral sur Product(Name, Description).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Interroger « vélo léger pour compétition » avec VECTOR_DISTANCE.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Fusionner les deux classements avec usp_HybridProductSearch.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648206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prédicat de texte intégral trouve des documents contenant des formes fléchies d'un mot, par exemple « pédaler » et « pédalage »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3211860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3335685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avec correspondance exacte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938588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4062413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FREETEXT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66531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78914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VECTOR_DISTANCE seul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5392043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43025" y="5515868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avec un caractère générique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438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intégral : formes fléchies et correspondance de mots-clés.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Vectoriel : compréhension du sens, indépendant du vocabulaire exact.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fusionne les deux classements sans dépendre d'une seule échelle de score.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L'hybride est plus robuste que chaque approche prise isolément.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4056162"/>
            <a:ext cx="246974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MODULE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1193750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assistant qui répond en langage naturel, uniquement à partir du vrai catalogue.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ée un document." ma:contentTypeScope="" ma:versionID="ce288966c27ce7b3e7a9f8d1d4c0f960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ee543c07c1445a444ae8fee589f454ee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A6A182-F9B0-47DA-BF7E-E2287C3840FA}">
  <ds:schemaRefs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http://www.w3.org/XML/1998/namespace"/>
    <ds:schemaRef ds:uri="d9df9240-fc95-4deb-9c9d-de700c44a7a7"/>
    <ds:schemaRef ds:uri="http://schemas.microsoft.com/office/2006/metadata/properties"/>
    <ds:schemaRef ds:uri="http://schemas.openxmlformats.org/package/2006/metadata/core-properties"/>
    <ds:schemaRef ds:uri="33363a87-7e43-46da-9332-4c6d176b06e4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672776F-54BE-447D-8B1C-9F269C1F8C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148019-5B2B-495E-941D-6B46CF73D9E2}"/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371</Words>
  <Application>Microsoft Office PowerPoint</Application>
  <PresentationFormat>Personnalisé</PresentationFormat>
  <Paragraphs>55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/>
  <cp:lastModifiedBy>Rodrigue YENGO</cp:lastModifiedBy>
  <cp:revision>1</cp:revision>
  <dcterms:created xsi:type="dcterms:W3CDTF">2026-07-28T14:38:00Z</dcterms:created>
  <dcterms:modified xsi:type="dcterms:W3CDTF">2026-07-29T17:10:10Z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