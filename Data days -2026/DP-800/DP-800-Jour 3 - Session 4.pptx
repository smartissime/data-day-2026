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1"/>
  </p:notesMasterIdLst>
  <p:sldIdLst>
    <p:sldId id="256" r:id="rId5"/>
    <p:sldId id="257" r:id="rId6"/>
    <p:sldId id="258" r:id="rId7"/>
    <p:sldId id="259" r:id="rId8"/>
    <p:sldId id="260" r:id="rId9"/>
    <p:sldId id="261" r:id="rId10"/>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1D3B9B-100A-48C3-87DA-233E68C840D6}" v="5" dt="2026-07-29T16:04:39.9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horzBarState="maximized">
    <p:restoredLeft sz="15611"/>
    <p:restoredTop sz="94610"/>
  </p:normalViewPr>
  <p:slideViewPr>
    <p:cSldViewPr snapToGrid="0" snapToObjects="1">
      <p:cViewPr varScale="1">
        <p:scale>
          <a:sx n="82" d="100"/>
          <a:sy n="82" d="100"/>
        </p:scale>
        <p:origin x="96" y="22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customXml" Target="../customXml/item2.xml"/><Relationship Id="rId16"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drigue YENGO" userId="9019d928-c12d-48de-bdb2-52a833805ac2" providerId="ADAL" clId="{20734E0D-FF75-44B1-9DFF-D19DBB4D069A}"/>
    <pc:docChg chg="undo custSel modSld modMainMaster">
      <pc:chgData name="Rodrigue YENGO" userId="9019d928-c12d-48de-bdb2-52a833805ac2" providerId="ADAL" clId="{20734E0D-FF75-44B1-9DFF-D19DBB4D069A}" dt="2026-07-29T17:10:46.915" v="181" actId="22"/>
      <pc:docMkLst>
        <pc:docMk/>
      </pc:docMkLst>
      <pc:sldChg chg="addSp delSp modSp mod">
        <pc:chgData name="Rodrigue YENGO" userId="9019d928-c12d-48de-bdb2-52a833805ac2" providerId="ADAL" clId="{20734E0D-FF75-44B1-9DFF-D19DBB4D069A}" dt="2026-07-29T16:04:09.873" v="179" actId="1037"/>
        <pc:sldMkLst>
          <pc:docMk/>
          <pc:sldMk cId="0" sldId="256"/>
        </pc:sldMkLst>
        <pc:spChg chg="del">
          <ac:chgData name="Rodrigue YENGO" userId="9019d928-c12d-48de-bdb2-52a833805ac2" providerId="ADAL" clId="{20734E0D-FF75-44B1-9DFF-D19DBB4D069A}" dt="2026-07-29T15:05:19.299" v="131" actId="478"/>
          <ac:spMkLst>
            <pc:docMk/>
            <pc:sldMk cId="0" sldId="256"/>
            <ac:spMk id="2" creationId="{00000000-0000-0000-0000-000000000000}"/>
          </ac:spMkLst>
        </pc:spChg>
        <pc:spChg chg="del mod">
          <ac:chgData name="Rodrigue YENGO" userId="9019d928-c12d-48de-bdb2-52a833805ac2" providerId="ADAL" clId="{20734E0D-FF75-44B1-9DFF-D19DBB4D069A}" dt="2026-07-29T15:04:36.797" v="126" actId="478"/>
          <ac:spMkLst>
            <pc:docMk/>
            <pc:sldMk cId="0" sldId="256"/>
            <ac:spMk id="3" creationId="{00000000-0000-0000-0000-000000000000}"/>
          </ac:spMkLst>
        </pc:spChg>
        <pc:spChg chg="mod">
          <ac:chgData name="Rodrigue YENGO" userId="9019d928-c12d-48de-bdb2-52a833805ac2" providerId="ADAL" clId="{20734E0D-FF75-44B1-9DFF-D19DBB4D069A}" dt="2026-07-29T15:06:53.181" v="151" actId="255"/>
          <ac:spMkLst>
            <pc:docMk/>
            <pc:sldMk cId="0" sldId="256"/>
            <ac:spMk id="4" creationId="{00000000-0000-0000-0000-000000000000}"/>
          </ac:spMkLst>
        </pc:spChg>
        <pc:spChg chg="mod">
          <ac:chgData name="Rodrigue YENGO" userId="9019d928-c12d-48de-bdb2-52a833805ac2" providerId="ADAL" clId="{20734E0D-FF75-44B1-9DFF-D19DBB4D069A}" dt="2026-07-29T15:06:27.859" v="145" actId="1076"/>
          <ac:spMkLst>
            <pc:docMk/>
            <pc:sldMk cId="0" sldId="256"/>
            <ac:spMk id="5" creationId="{00000000-0000-0000-0000-000000000000}"/>
          </ac:spMkLst>
        </pc:spChg>
        <pc:spChg chg="del mod">
          <ac:chgData name="Rodrigue YENGO" userId="9019d928-c12d-48de-bdb2-52a833805ac2" providerId="ADAL" clId="{20734E0D-FF75-44B1-9DFF-D19DBB4D069A}" dt="2026-07-29T15:04:36.797" v="126" actId="478"/>
          <ac:spMkLst>
            <pc:docMk/>
            <pc:sldMk cId="0" sldId="256"/>
            <ac:spMk id="6" creationId="{00000000-0000-0000-0000-000000000000}"/>
          </ac:spMkLst>
        </pc:spChg>
        <pc:spChg chg="mod">
          <ac:chgData name="Rodrigue YENGO" userId="9019d928-c12d-48de-bdb2-52a833805ac2" providerId="ADAL" clId="{20734E0D-FF75-44B1-9DFF-D19DBB4D069A}" dt="2026-07-29T15:04:04.794" v="86" actId="27636"/>
          <ac:spMkLst>
            <pc:docMk/>
            <pc:sldMk cId="0" sldId="256"/>
            <ac:spMk id="7" creationId="{00000000-0000-0000-0000-000000000000}"/>
          </ac:spMkLst>
        </pc:spChg>
        <pc:spChg chg="del mod">
          <ac:chgData name="Rodrigue YENGO" userId="9019d928-c12d-48de-bdb2-52a833805ac2" providerId="ADAL" clId="{20734E0D-FF75-44B1-9DFF-D19DBB4D069A}" dt="2026-07-29T15:04:36.797" v="126" actId="478"/>
          <ac:spMkLst>
            <pc:docMk/>
            <pc:sldMk cId="0" sldId="256"/>
            <ac:spMk id="8" creationId="{00000000-0000-0000-0000-000000000000}"/>
          </ac:spMkLst>
        </pc:spChg>
        <pc:spChg chg="add del mod">
          <ac:chgData name="Rodrigue YENGO" userId="9019d928-c12d-48de-bdb2-52a833805ac2" providerId="ADAL" clId="{20734E0D-FF75-44B1-9DFF-D19DBB4D069A}" dt="2026-07-29T15:04:04.779" v="83" actId="22"/>
          <ac:spMkLst>
            <pc:docMk/>
            <pc:sldMk cId="0" sldId="256"/>
            <ac:spMk id="16" creationId="{FC44F068-B7E1-8484-5954-A45DED1556FB}"/>
          </ac:spMkLst>
        </pc:spChg>
        <pc:spChg chg="add del mod">
          <ac:chgData name="Rodrigue YENGO" userId="9019d928-c12d-48de-bdb2-52a833805ac2" providerId="ADAL" clId="{20734E0D-FF75-44B1-9DFF-D19DBB4D069A}" dt="2026-07-29T15:04:04.779" v="83" actId="22"/>
          <ac:spMkLst>
            <pc:docMk/>
            <pc:sldMk cId="0" sldId="256"/>
            <ac:spMk id="18" creationId="{5F4C1100-94A4-F70C-0F0E-EEF2D70A9216}"/>
          </ac:spMkLst>
        </pc:spChg>
        <pc:spChg chg="add mod">
          <ac:chgData name="Rodrigue YENGO" userId="9019d928-c12d-48de-bdb2-52a833805ac2" providerId="ADAL" clId="{20734E0D-FF75-44B1-9DFF-D19DBB4D069A}" dt="2026-07-29T15:08:17.144" v="159" actId="164"/>
          <ac:spMkLst>
            <pc:docMk/>
            <pc:sldMk cId="0" sldId="256"/>
            <ac:spMk id="26" creationId="{B088FB13-8AF6-D9A0-85A7-F6673BFA5938}"/>
          </ac:spMkLst>
        </pc:spChg>
        <pc:spChg chg="add mod">
          <ac:chgData name="Rodrigue YENGO" userId="9019d928-c12d-48de-bdb2-52a833805ac2" providerId="ADAL" clId="{20734E0D-FF75-44B1-9DFF-D19DBB4D069A}" dt="2026-07-29T15:08:17.144" v="159" actId="164"/>
          <ac:spMkLst>
            <pc:docMk/>
            <pc:sldMk cId="0" sldId="256"/>
            <ac:spMk id="28" creationId="{E6FF38F9-774C-604C-5E80-4BCDF1B23EF6}"/>
          </ac:spMkLst>
        </pc:spChg>
        <pc:grpChg chg="add mod">
          <ac:chgData name="Rodrigue YENGO" userId="9019d928-c12d-48de-bdb2-52a833805ac2" providerId="ADAL" clId="{20734E0D-FF75-44B1-9DFF-D19DBB4D069A}" dt="2026-07-29T16:04:09.873" v="179" actId="1037"/>
          <ac:grpSpMkLst>
            <pc:docMk/>
            <pc:sldMk cId="0" sldId="256"/>
            <ac:grpSpMk id="29" creationId="{B3A9E16E-DD59-27EB-DB09-A1A56A6E53E0}"/>
          </ac:grpSpMkLst>
        </pc:grpChg>
        <pc:picChg chg="add">
          <ac:chgData name="Rodrigue YENGO" userId="9019d928-c12d-48de-bdb2-52a833805ac2" providerId="ADAL" clId="{20734E0D-FF75-44B1-9DFF-D19DBB4D069A}" dt="2026-07-29T15:03:45.237" v="0" actId="22"/>
          <ac:picMkLst>
            <pc:docMk/>
            <pc:sldMk cId="0" sldId="256"/>
            <ac:picMk id="10" creationId="{A202CAA9-F89C-AC65-ECD6-C73A3F9BDA0D}"/>
          </ac:picMkLst>
        </pc:picChg>
        <pc:picChg chg="add del">
          <ac:chgData name="Rodrigue YENGO" userId="9019d928-c12d-48de-bdb2-52a833805ac2" providerId="ADAL" clId="{20734E0D-FF75-44B1-9DFF-D19DBB4D069A}" dt="2026-07-29T15:04:04.779" v="83" actId="22"/>
          <ac:picMkLst>
            <pc:docMk/>
            <pc:sldMk cId="0" sldId="256"/>
            <ac:picMk id="12" creationId="{CE191976-C0F6-472B-9ABA-23E022DED795}"/>
          </ac:picMkLst>
        </pc:picChg>
        <pc:picChg chg="add del">
          <ac:chgData name="Rodrigue YENGO" userId="9019d928-c12d-48de-bdb2-52a833805ac2" providerId="ADAL" clId="{20734E0D-FF75-44B1-9DFF-D19DBB4D069A}" dt="2026-07-29T15:04:04.779" v="83" actId="22"/>
          <ac:picMkLst>
            <pc:docMk/>
            <pc:sldMk cId="0" sldId="256"/>
            <ac:picMk id="14" creationId="{9295CABA-9B10-5147-86C6-D77697F8E6C4}"/>
          </ac:picMkLst>
        </pc:picChg>
        <pc:picChg chg="add mod">
          <ac:chgData name="Rodrigue YENGO" userId="9019d928-c12d-48de-bdb2-52a833805ac2" providerId="ADAL" clId="{20734E0D-FF75-44B1-9DFF-D19DBB4D069A}" dt="2026-07-29T15:08:17.144" v="159" actId="164"/>
          <ac:picMkLst>
            <pc:docMk/>
            <pc:sldMk cId="0" sldId="256"/>
            <ac:picMk id="20" creationId="{0864E68D-815A-86E2-7717-C72AECD0AD34}"/>
          </ac:picMkLst>
        </pc:picChg>
        <pc:picChg chg="add mod">
          <ac:chgData name="Rodrigue YENGO" userId="9019d928-c12d-48de-bdb2-52a833805ac2" providerId="ADAL" clId="{20734E0D-FF75-44B1-9DFF-D19DBB4D069A}" dt="2026-07-29T15:08:17.144" v="159" actId="164"/>
          <ac:picMkLst>
            <pc:docMk/>
            <pc:sldMk cId="0" sldId="256"/>
            <ac:picMk id="22" creationId="{AB626EAE-CD6B-3A1D-5772-0B90DA300739}"/>
          </ac:picMkLst>
        </pc:picChg>
        <pc:picChg chg="add mod">
          <ac:chgData name="Rodrigue YENGO" userId="9019d928-c12d-48de-bdb2-52a833805ac2" providerId="ADAL" clId="{20734E0D-FF75-44B1-9DFF-D19DBB4D069A}" dt="2026-07-29T15:08:17.144" v="159" actId="164"/>
          <ac:picMkLst>
            <pc:docMk/>
            <pc:sldMk cId="0" sldId="256"/>
            <ac:picMk id="24" creationId="{F2DBE02B-61D2-A2D4-2331-AD8708E4C056}"/>
          </ac:picMkLst>
        </pc:picChg>
      </pc:sldChg>
      <pc:sldChg chg="delSp modSp mod">
        <pc:chgData name="Rodrigue YENGO" userId="9019d928-c12d-48de-bdb2-52a833805ac2" providerId="ADAL" clId="{20734E0D-FF75-44B1-9DFF-D19DBB4D069A}" dt="2026-07-29T15:07:42.101" v="158" actId="478"/>
        <pc:sldMkLst>
          <pc:docMk/>
          <pc:sldMk cId="0" sldId="257"/>
        </pc:sldMkLst>
        <pc:spChg chg="del mod">
          <ac:chgData name="Rodrigue YENGO" userId="9019d928-c12d-48de-bdb2-52a833805ac2" providerId="ADAL" clId="{20734E0D-FF75-44B1-9DFF-D19DBB4D069A}" dt="2026-07-29T15:07:31.435" v="156" actId="478"/>
          <ac:spMkLst>
            <pc:docMk/>
            <pc:sldMk cId="0" sldId="257"/>
            <ac:spMk id="2" creationId="{00000000-0000-0000-0000-000000000000}"/>
          </ac:spMkLst>
        </pc:spChg>
        <pc:spChg chg="del mod">
          <ac:chgData name="Rodrigue YENGO" userId="9019d928-c12d-48de-bdb2-52a833805ac2" providerId="ADAL" clId="{20734E0D-FF75-44B1-9DFF-D19DBB4D069A}" dt="2026-07-29T15:07:42.101" v="158" actId="478"/>
          <ac:spMkLst>
            <pc:docMk/>
            <pc:sldMk cId="0" sldId="257"/>
            <ac:spMk id="3" creationId="{00000000-0000-0000-0000-000000000000}"/>
          </ac:spMkLst>
        </pc:spChg>
        <pc:spChg chg="mod">
          <ac:chgData name="Rodrigue YENGO" userId="9019d928-c12d-48de-bdb2-52a833805ac2" providerId="ADAL" clId="{20734E0D-FF75-44B1-9DFF-D19DBB4D069A}" dt="2026-07-29T15:04:04.874" v="90" actId="27636"/>
          <ac:spMkLst>
            <pc:docMk/>
            <pc:sldMk cId="0" sldId="257"/>
            <ac:spMk id="4" creationId="{00000000-0000-0000-0000-000000000000}"/>
          </ac:spMkLst>
        </pc:spChg>
        <pc:spChg chg="mod">
          <ac:chgData name="Rodrigue YENGO" userId="9019d928-c12d-48de-bdb2-52a833805ac2" providerId="ADAL" clId="{20734E0D-FF75-44B1-9DFF-D19DBB4D069A}" dt="2026-07-29T15:04:04.902" v="98" actId="27636"/>
          <ac:spMkLst>
            <pc:docMk/>
            <pc:sldMk cId="0" sldId="257"/>
            <ac:spMk id="7" creationId="{00000000-0000-0000-0000-000000000000}"/>
          </ac:spMkLst>
        </pc:spChg>
        <pc:spChg chg="mod">
          <ac:chgData name="Rodrigue YENGO" userId="9019d928-c12d-48de-bdb2-52a833805ac2" providerId="ADAL" clId="{20734E0D-FF75-44B1-9DFF-D19DBB4D069A}" dt="2026-07-29T15:04:04.881" v="92" actId="27636"/>
          <ac:spMkLst>
            <pc:docMk/>
            <pc:sldMk cId="0" sldId="257"/>
            <ac:spMk id="9" creationId="{00000000-0000-0000-0000-000000000000}"/>
          </ac:spMkLst>
        </pc:spChg>
        <pc:spChg chg="mod">
          <ac:chgData name="Rodrigue YENGO" userId="9019d928-c12d-48de-bdb2-52a833805ac2" providerId="ADAL" clId="{20734E0D-FF75-44B1-9DFF-D19DBB4D069A}" dt="2026-07-29T15:04:04.898" v="97" actId="27636"/>
          <ac:spMkLst>
            <pc:docMk/>
            <pc:sldMk cId="0" sldId="257"/>
            <ac:spMk id="12" creationId="{00000000-0000-0000-0000-000000000000}"/>
          </ac:spMkLst>
        </pc:spChg>
        <pc:spChg chg="mod">
          <ac:chgData name="Rodrigue YENGO" userId="9019d928-c12d-48de-bdb2-52a833805ac2" providerId="ADAL" clId="{20734E0D-FF75-44B1-9DFF-D19DBB4D069A}" dt="2026-07-29T15:04:04.905" v="99" actId="27636"/>
          <ac:spMkLst>
            <pc:docMk/>
            <pc:sldMk cId="0" sldId="257"/>
            <ac:spMk id="14" creationId="{00000000-0000-0000-0000-000000000000}"/>
          </ac:spMkLst>
        </pc:spChg>
        <pc:spChg chg="mod">
          <ac:chgData name="Rodrigue YENGO" userId="9019d928-c12d-48de-bdb2-52a833805ac2" providerId="ADAL" clId="{20734E0D-FF75-44B1-9DFF-D19DBB4D069A}" dt="2026-07-29T15:04:04.877" v="91" actId="27636"/>
          <ac:spMkLst>
            <pc:docMk/>
            <pc:sldMk cId="0" sldId="257"/>
            <ac:spMk id="17" creationId="{00000000-0000-0000-0000-000000000000}"/>
          </ac:spMkLst>
        </pc:spChg>
        <pc:spChg chg="mod">
          <ac:chgData name="Rodrigue YENGO" userId="9019d928-c12d-48de-bdb2-52a833805ac2" providerId="ADAL" clId="{20734E0D-FF75-44B1-9DFF-D19DBB4D069A}" dt="2026-07-29T15:04:04.892" v="95" actId="27636"/>
          <ac:spMkLst>
            <pc:docMk/>
            <pc:sldMk cId="0" sldId="257"/>
            <ac:spMk id="19" creationId="{00000000-0000-0000-0000-000000000000}"/>
          </ac:spMkLst>
        </pc:spChg>
        <pc:spChg chg="mod">
          <ac:chgData name="Rodrigue YENGO" userId="9019d928-c12d-48de-bdb2-52a833805ac2" providerId="ADAL" clId="{20734E0D-FF75-44B1-9DFF-D19DBB4D069A}" dt="2026-07-29T15:04:04.883" v="93" actId="27636"/>
          <ac:spMkLst>
            <pc:docMk/>
            <pc:sldMk cId="0" sldId="257"/>
            <ac:spMk id="22" creationId="{00000000-0000-0000-0000-000000000000}"/>
          </ac:spMkLst>
        </pc:spChg>
        <pc:spChg chg="mod">
          <ac:chgData name="Rodrigue YENGO" userId="9019d928-c12d-48de-bdb2-52a833805ac2" providerId="ADAL" clId="{20734E0D-FF75-44B1-9DFF-D19DBB4D069A}" dt="2026-07-29T15:04:04.887" v="94" actId="27636"/>
          <ac:spMkLst>
            <pc:docMk/>
            <pc:sldMk cId="0" sldId="257"/>
            <ac:spMk id="24" creationId="{00000000-0000-0000-0000-000000000000}"/>
          </ac:spMkLst>
        </pc:spChg>
        <pc:picChg chg="del">
          <ac:chgData name="Rodrigue YENGO" userId="9019d928-c12d-48de-bdb2-52a833805ac2" providerId="ADAL" clId="{20734E0D-FF75-44B1-9DFF-D19DBB4D069A}" dt="2026-07-29T15:07:33.358" v="157" actId="478"/>
          <ac:picMkLst>
            <pc:docMk/>
            <pc:sldMk cId="0" sldId="257"/>
            <ac:picMk id="25" creationId="{00000000-0000-0000-0000-000000000000}"/>
          </ac:picMkLst>
        </pc:picChg>
      </pc:sldChg>
      <pc:sldChg chg="delSp modSp mod">
        <pc:chgData name="Rodrigue YENGO" userId="9019d928-c12d-48de-bdb2-52a833805ac2" providerId="ADAL" clId="{20734E0D-FF75-44B1-9DFF-D19DBB4D069A}" dt="2026-07-29T15:05:39.864" v="134" actId="478"/>
        <pc:sldMkLst>
          <pc:docMk/>
          <pc:sldMk cId="0" sldId="258"/>
        </pc:sldMkLst>
        <pc:spChg chg="del">
          <ac:chgData name="Rodrigue YENGO" userId="9019d928-c12d-48de-bdb2-52a833805ac2" providerId="ADAL" clId="{20734E0D-FF75-44B1-9DFF-D19DBB4D069A}" dt="2026-07-29T15:05:34.808" v="132" actId="478"/>
          <ac:spMkLst>
            <pc:docMk/>
            <pc:sldMk cId="0" sldId="258"/>
            <ac:spMk id="2" creationId="{00000000-0000-0000-0000-000000000000}"/>
          </ac:spMkLst>
        </pc:spChg>
        <pc:spChg chg="del mod">
          <ac:chgData name="Rodrigue YENGO" userId="9019d928-c12d-48de-bdb2-52a833805ac2" providerId="ADAL" clId="{20734E0D-FF75-44B1-9DFF-D19DBB4D069A}" dt="2026-07-29T15:05:36.917" v="133" actId="478"/>
          <ac:spMkLst>
            <pc:docMk/>
            <pc:sldMk cId="0" sldId="258"/>
            <ac:spMk id="3" creationId="{00000000-0000-0000-0000-000000000000}"/>
          </ac:spMkLst>
        </pc:spChg>
        <pc:spChg chg="mod">
          <ac:chgData name="Rodrigue YENGO" userId="9019d928-c12d-48de-bdb2-52a833805ac2" providerId="ADAL" clId="{20734E0D-FF75-44B1-9DFF-D19DBB4D069A}" dt="2026-07-29T15:04:04.926" v="104" actId="27636"/>
          <ac:spMkLst>
            <pc:docMk/>
            <pc:sldMk cId="0" sldId="258"/>
            <ac:spMk id="4" creationId="{00000000-0000-0000-0000-000000000000}"/>
          </ac:spMkLst>
        </pc:spChg>
        <pc:spChg chg="mod">
          <ac:chgData name="Rodrigue YENGO" userId="9019d928-c12d-48de-bdb2-52a833805ac2" providerId="ADAL" clId="{20734E0D-FF75-44B1-9DFF-D19DBB4D069A}" dt="2026-07-29T15:04:04.943" v="110" actId="27636"/>
          <ac:spMkLst>
            <pc:docMk/>
            <pc:sldMk cId="0" sldId="258"/>
            <ac:spMk id="7" creationId="{00000000-0000-0000-0000-000000000000}"/>
          </ac:spMkLst>
        </pc:spChg>
        <pc:spChg chg="mod">
          <ac:chgData name="Rodrigue YENGO" userId="9019d928-c12d-48de-bdb2-52a833805ac2" providerId="ADAL" clId="{20734E0D-FF75-44B1-9DFF-D19DBB4D069A}" dt="2026-07-29T15:04:04.950" v="112" actId="27636"/>
          <ac:spMkLst>
            <pc:docMk/>
            <pc:sldMk cId="0" sldId="258"/>
            <ac:spMk id="9" creationId="{00000000-0000-0000-0000-000000000000}"/>
          </ac:spMkLst>
        </pc:spChg>
        <pc:spChg chg="mod">
          <ac:chgData name="Rodrigue YENGO" userId="9019d928-c12d-48de-bdb2-52a833805ac2" providerId="ADAL" clId="{20734E0D-FF75-44B1-9DFF-D19DBB4D069A}" dt="2026-07-29T15:04:04.940" v="109" actId="27636"/>
          <ac:spMkLst>
            <pc:docMk/>
            <pc:sldMk cId="0" sldId="258"/>
            <ac:spMk id="11" creationId="{00000000-0000-0000-0000-000000000000}"/>
          </ac:spMkLst>
        </pc:spChg>
        <pc:spChg chg="mod">
          <ac:chgData name="Rodrigue YENGO" userId="9019d928-c12d-48de-bdb2-52a833805ac2" providerId="ADAL" clId="{20734E0D-FF75-44B1-9DFF-D19DBB4D069A}" dt="2026-07-29T15:04:04.914" v="100" actId="27636"/>
          <ac:spMkLst>
            <pc:docMk/>
            <pc:sldMk cId="0" sldId="258"/>
            <ac:spMk id="14" creationId="{00000000-0000-0000-0000-000000000000}"/>
          </ac:spMkLst>
        </pc:spChg>
        <pc:spChg chg="mod">
          <ac:chgData name="Rodrigue YENGO" userId="9019d928-c12d-48de-bdb2-52a833805ac2" providerId="ADAL" clId="{20734E0D-FF75-44B1-9DFF-D19DBB4D069A}" dt="2026-07-29T15:04:04.947" v="111" actId="27636"/>
          <ac:spMkLst>
            <pc:docMk/>
            <pc:sldMk cId="0" sldId="258"/>
            <ac:spMk id="16" creationId="{00000000-0000-0000-0000-000000000000}"/>
          </ac:spMkLst>
        </pc:spChg>
        <pc:spChg chg="mod">
          <ac:chgData name="Rodrigue YENGO" userId="9019d928-c12d-48de-bdb2-52a833805ac2" providerId="ADAL" clId="{20734E0D-FF75-44B1-9DFF-D19DBB4D069A}" dt="2026-07-29T15:04:04.937" v="108" actId="27636"/>
          <ac:spMkLst>
            <pc:docMk/>
            <pc:sldMk cId="0" sldId="258"/>
            <ac:spMk id="18" creationId="{00000000-0000-0000-0000-000000000000}"/>
          </ac:spMkLst>
        </pc:spChg>
        <pc:spChg chg="mod">
          <ac:chgData name="Rodrigue YENGO" userId="9019d928-c12d-48de-bdb2-52a833805ac2" providerId="ADAL" clId="{20734E0D-FF75-44B1-9DFF-D19DBB4D069A}" dt="2026-07-29T15:04:04.931" v="106" actId="27636"/>
          <ac:spMkLst>
            <pc:docMk/>
            <pc:sldMk cId="0" sldId="258"/>
            <ac:spMk id="21" creationId="{00000000-0000-0000-0000-000000000000}"/>
          </ac:spMkLst>
        </pc:spChg>
        <pc:spChg chg="mod">
          <ac:chgData name="Rodrigue YENGO" userId="9019d928-c12d-48de-bdb2-52a833805ac2" providerId="ADAL" clId="{20734E0D-FF75-44B1-9DFF-D19DBB4D069A}" dt="2026-07-29T15:04:04.917" v="101" actId="27636"/>
          <ac:spMkLst>
            <pc:docMk/>
            <pc:sldMk cId="0" sldId="258"/>
            <ac:spMk id="23" creationId="{00000000-0000-0000-0000-000000000000}"/>
          </ac:spMkLst>
        </pc:spChg>
        <pc:spChg chg="mod">
          <ac:chgData name="Rodrigue YENGO" userId="9019d928-c12d-48de-bdb2-52a833805ac2" providerId="ADAL" clId="{20734E0D-FF75-44B1-9DFF-D19DBB4D069A}" dt="2026-07-29T15:04:04.921" v="102" actId="27636"/>
          <ac:spMkLst>
            <pc:docMk/>
            <pc:sldMk cId="0" sldId="258"/>
            <ac:spMk id="25" creationId="{00000000-0000-0000-0000-000000000000}"/>
          </ac:spMkLst>
        </pc:spChg>
        <pc:spChg chg="mod">
          <ac:chgData name="Rodrigue YENGO" userId="9019d928-c12d-48de-bdb2-52a833805ac2" providerId="ADAL" clId="{20734E0D-FF75-44B1-9DFF-D19DBB4D069A}" dt="2026-07-29T15:04:04.923" v="103" actId="27636"/>
          <ac:spMkLst>
            <pc:docMk/>
            <pc:sldMk cId="0" sldId="258"/>
            <ac:spMk id="28" creationId="{00000000-0000-0000-0000-000000000000}"/>
          </ac:spMkLst>
        </pc:spChg>
        <pc:spChg chg="mod">
          <ac:chgData name="Rodrigue YENGO" userId="9019d928-c12d-48de-bdb2-52a833805ac2" providerId="ADAL" clId="{20734E0D-FF75-44B1-9DFF-D19DBB4D069A}" dt="2026-07-29T15:04:04.928" v="105" actId="27636"/>
          <ac:spMkLst>
            <pc:docMk/>
            <pc:sldMk cId="0" sldId="258"/>
            <ac:spMk id="30" creationId="{00000000-0000-0000-0000-000000000000}"/>
          </ac:spMkLst>
        </pc:spChg>
        <pc:spChg chg="mod">
          <ac:chgData name="Rodrigue YENGO" userId="9019d928-c12d-48de-bdb2-52a833805ac2" providerId="ADAL" clId="{20734E0D-FF75-44B1-9DFF-D19DBB4D069A}" dt="2026-07-29T15:04:04.953" v="113" actId="27636"/>
          <ac:spMkLst>
            <pc:docMk/>
            <pc:sldMk cId="0" sldId="258"/>
            <ac:spMk id="32" creationId="{00000000-0000-0000-0000-000000000000}"/>
          </ac:spMkLst>
        </pc:spChg>
        <pc:picChg chg="del">
          <ac:chgData name="Rodrigue YENGO" userId="9019d928-c12d-48de-bdb2-52a833805ac2" providerId="ADAL" clId="{20734E0D-FF75-44B1-9DFF-D19DBB4D069A}" dt="2026-07-29T15:05:39.864" v="134" actId="478"/>
          <ac:picMkLst>
            <pc:docMk/>
            <pc:sldMk cId="0" sldId="258"/>
            <ac:picMk id="33" creationId="{00000000-0000-0000-0000-000000000000}"/>
          </ac:picMkLst>
        </pc:picChg>
      </pc:sldChg>
      <pc:sldChg chg="delSp modSp mod">
        <pc:chgData name="Rodrigue YENGO" userId="9019d928-c12d-48de-bdb2-52a833805ac2" providerId="ADAL" clId="{20734E0D-FF75-44B1-9DFF-D19DBB4D069A}" dt="2026-07-29T15:05:49.654" v="137" actId="478"/>
        <pc:sldMkLst>
          <pc:docMk/>
          <pc:sldMk cId="0" sldId="259"/>
        </pc:sldMkLst>
        <pc:spChg chg="del">
          <ac:chgData name="Rodrigue YENGO" userId="9019d928-c12d-48de-bdb2-52a833805ac2" providerId="ADAL" clId="{20734E0D-FF75-44B1-9DFF-D19DBB4D069A}" dt="2026-07-29T15:05:43.721" v="135" actId="478"/>
          <ac:spMkLst>
            <pc:docMk/>
            <pc:sldMk cId="0" sldId="259"/>
            <ac:spMk id="2" creationId="{00000000-0000-0000-0000-000000000000}"/>
          </ac:spMkLst>
        </pc:spChg>
        <pc:spChg chg="del mod">
          <ac:chgData name="Rodrigue YENGO" userId="9019d928-c12d-48de-bdb2-52a833805ac2" providerId="ADAL" clId="{20734E0D-FF75-44B1-9DFF-D19DBB4D069A}" dt="2026-07-29T15:05:46.781" v="136" actId="478"/>
          <ac:spMkLst>
            <pc:docMk/>
            <pc:sldMk cId="0" sldId="259"/>
            <ac:spMk id="3" creationId="{00000000-0000-0000-0000-000000000000}"/>
          </ac:spMkLst>
        </pc:spChg>
        <pc:spChg chg="mod">
          <ac:chgData name="Rodrigue YENGO" userId="9019d928-c12d-48de-bdb2-52a833805ac2" providerId="ADAL" clId="{20734E0D-FF75-44B1-9DFF-D19DBB4D069A}" dt="2026-07-29T15:04:04.966" v="116" actId="27636"/>
          <ac:spMkLst>
            <pc:docMk/>
            <pc:sldMk cId="0" sldId="259"/>
            <ac:spMk id="4" creationId="{00000000-0000-0000-0000-000000000000}"/>
          </ac:spMkLst>
        </pc:spChg>
        <pc:spChg chg="mod">
          <ac:chgData name="Rodrigue YENGO" userId="9019d928-c12d-48de-bdb2-52a833805ac2" providerId="ADAL" clId="{20734E0D-FF75-44B1-9DFF-D19DBB4D069A}" dt="2026-07-29T15:04:04.964" v="115" actId="27636"/>
          <ac:spMkLst>
            <pc:docMk/>
            <pc:sldMk cId="0" sldId="259"/>
            <ac:spMk id="7" creationId="{00000000-0000-0000-0000-000000000000}"/>
          </ac:spMkLst>
        </pc:spChg>
        <pc:picChg chg="del">
          <ac:chgData name="Rodrigue YENGO" userId="9019d928-c12d-48de-bdb2-52a833805ac2" providerId="ADAL" clId="{20734E0D-FF75-44B1-9DFF-D19DBB4D069A}" dt="2026-07-29T15:05:49.654" v="137" actId="478"/>
          <ac:picMkLst>
            <pc:docMk/>
            <pc:sldMk cId="0" sldId="259"/>
            <ac:picMk id="8" creationId="{00000000-0000-0000-0000-000000000000}"/>
          </ac:picMkLst>
        </pc:picChg>
      </pc:sldChg>
      <pc:sldChg chg="delSp modSp mod">
        <pc:chgData name="Rodrigue YENGO" userId="9019d928-c12d-48de-bdb2-52a833805ac2" providerId="ADAL" clId="{20734E0D-FF75-44B1-9DFF-D19DBB4D069A}" dt="2026-07-29T15:05:58.169" v="140" actId="478"/>
        <pc:sldMkLst>
          <pc:docMk/>
          <pc:sldMk cId="0" sldId="260"/>
        </pc:sldMkLst>
        <pc:spChg chg="del">
          <ac:chgData name="Rodrigue YENGO" userId="9019d928-c12d-48de-bdb2-52a833805ac2" providerId="ADAL" clId="{20734E0D-FF75-44B1-9DFF-D19DBB4D069A}" dt="2026-07-29T15:05:52.859" v="138" actId="478"/>
          <ac:spMkLst>
            <pc:docMk/>
            <pc:sldMk cId="0" sldId="260"/>
            <ac:spMk id="2" creationId="{00000000-0000-0000-0000-000000000000}"/>
          </ac:spMkLst>
        </pc:spChg>
        <pc:spChg chg="del mod">
          <ac:chgData name="Rodrigue YENGO" userId="9019d928-c12d-48de-bdb2-52a833805ac2" providerId="ADAL" clId="{20734E0D-FF75-44B1-9DFF-D19DBB4D069A}" dt="2026-07-29T15:05:55.333" v="139" actId="478"/>
          <ac:spMkLst>
            <pc:docMk/>
            <pc:sldMk cId="0" sldId="260"/>
            <ac:spMk id="3" creationId="{00000000-0000-0000-0000-000000000000}"/>
          </ac:spMkLst>
        </pc:spChg>
        <pc:spChg chg="mod">
          <ac:chgData name="Rodrigue YENGO" userId="9019d928-c12d-48de-bdb2-52a833805ac2" providerId="ADAL" clId="{20734E0D-FF75-44B1-9DFF-D19DBB4D069A}" dt="2026-07-29T15:04:04.979" v="120" actId="27636"/>
          <ac:spMkLst>
            <pc:docMk/>
            <pc:sldMk cId="0" sldId="260"/>
            <ac:spMk id="4" creationId="{00000000-0000-0000-0000-000000000000}"/>
          </ac:spMkLst>
        </pc:spChg>
        <pc:spChg chg="mod">
          <ac:chgData name="Rodrigue YENGO" userId="9019d928-c12d-48de-bdb2-52a833805ac2" providerId="ADAL" clId="{20734E0D-FF75-44B1-9DFF-D19DBB4D069A}" dt="2026-07-29T15:04:04.972" v="117" actId="27636"/>
          <ac:spMkLst>
            <pc:docMk/>
            <pc:sldMk cId="0" sldId="260"/>
            <ac:spMk id="5" creationId="{00000000-0000-0000-0000-000000000000}"/>
          </ac:spMkLst>
        </pc:spChg>
        <pc:spChg chg="mod">
          <ac:chgData name="Rodrigue YENGO" userId="9019d928-c12d-48de-bdb2-52a833805ac2" providerId="ADAL" clId="{20734E0D-FF75-44B1-9DFF-D19DBB4D069A}" dt="2026-07-29T15:04:04.974" v="118" actId="27636"/>
          <ac:spMkLst>
            <pc:docMk/>
            <pc:sldMk cId="0" sldId="260"/>
            <ac:spMk id="7" creationId="{00000000-0000-0000-0000-000000000000}"/>
          </ac:spMkLst>
        </pc:spChg>
        <pc:spChg chg="mod">
          <ac:chgData name="Rodrigue YENGO" userId="9019d928-c12d-48de-bdb2-52a833805ac2" providerId="ADAL" clId="{20734E0D-FF75-44B1-9DFF-D19DBB4D069A}" dt="2026-07-29T15:04:04.982" v="121" actId="27636"/>
          <ac:spMkLst>
            <pc:docMk/>
            <pc:sldMk cId="0" sldId="260"/>
            <ac:spMk id="9" creationId="{00000000-0000-0000-0000-000000000000}"/>
          </ac:spMkLst>
        </pc:spChg>
        <pc:picChg chg="del">
          <ac:chgData name="Rodrigue YENGO" userId="9019d928-c12d-48de-bdb2-52a833805ac2" providerId="ADAL" clId="{20734E0D-FF75-44B1-9DFF-D19DBB4D069A}" dt="2026-07-29T15:05:58.169" v="140" actId="478"/>
          <ac:picMkLst>
            <pc:docMk/>
            <pc:sldMk cId="0" sldId="260"/>
            <ac:picMk id="11" creationId="{00000000-0000-0000-0000-000000000000}"/>
          </ac:picMkLst>
        </pc:picChg>
      </pc:sldChg>
      <pc:sldChg chg="delSp modSp mod">
        <pc:chgData name="Rodrigue YENGO" userId="9019d928-c12d-48de-bdb2-52a833805ac2" providerId="ADAL" clId="{20734E0D-FF75-44B1-9DFF-D19DBB4D069A}" dt="2026-07-29T15:06:05.046" v="141" actId="478"/>
        <pc:sldMkLst>
          <pc:docMk/>
          <pc:sldMk cId="0" sldId="261"/>
        </pc:sldMkLst>
        <pc:spChg chg="del">
          <ac:chgData name="Rodrigue YENGO" userId="9019d928-c12d-48de-bdb2-52a833805ac2" providerId="ADAL" clId="{20734E0D-FF75-44B1-9DFF-D19DBB4D069A}" dt="2026-07-29T15:06:05.046" v="141" actId="478"/>
          <ac:spMkLst>
            <pc:docMk/>
            <pc:sldMk cId="0" sldId="261"/>
            <ac:spMk id="2" creationId="{00000000-0000-0000-0000-000000000000}"/>
          </ac:spMkLst>
        </pc:spChg>
        <pc:spChg chg="mod">
          <ac:chgData name="Rodrigue YENGO" userId="9019d928-c12d-48de-bdb2-52a833805ac2" providerId="ADAL" clId="{20734E0D-FF75-44B1-9DFF-D19DBB4D069A}" dt="2026-07-29T15:04:04.989" v="122" actId="27636"/>
          <ac:spMkLst>
            <pc:docMk/>
            <pc:sldMk cId="0" sldId="261"/>
            <ac:spMk id="4" creationId="{00000000-0000-0000-0000-000000000000}"/>
          </ac:spMkLst>
        </pc:spChg>
        <pc:spChg chg="mod">
          <ac:chgData name="Rodrigue YENGO" userId="9019d928-c12d-48de-bdb2-52a833805ac2" providerId="ADAL" clId="{20734E0D-FF75-44B1-9DFF-D19DBB4D069A}" dt="2026-07-29T15:04:04.991" v="123" actId="27636"/>
          <ac:spMkLst>
            <pc:docMk/>
            <pc:sldMk cId="0" sldId="261"/>
            <ac:spMk id="5" creationId="{00000000-0000-0000-0000-000000000000}"/>
          </ac:spMkLst>
        </pc:spChg>
      </pc:sldChg>
      <pc:sldMasterChg chg="addSp mod modSldLayout">
        <pc:chgData name="Rodrigue YENGO" userId="9019d928-c12d-48de-bdb2-52a833805ac2" providerId="ADAL" clId="{20734E0D-FF75-44B1-9DFF-D19DBB4D069A}" dt="2026-07-29T17:10:46.915" v="181" actId="22"/>
        <pc:sldMasterMkLst>
          <pc:docMk/>
          <pc:sldMasterMk cId="0" sldId="2147483648"/>
        </pc:sldMasterMkLst>
        <pc:picChg chg="add">
          <ac:chgData name="Rodrigue YENGO" userId="9019d928-c12d-48de-bdb2-52a833805ac2" providerId="ADAL" clId="{20734E0D-FF75-44B1-9DFF-D19DBB4D069A}" dt="2026-07-29T16:04:22.834" v="180" actId="22"/>
          <ac:picMkLst>
            <pc:docMk/>
            <pc:sldMasterMk cId="0" sldId="2147483648"/>
            <ac:picMk id="3" creationId="{DE0428B6-9407-21C2-F1F0-D31C728B61B4}"/>
          </ac:picMkLst>
        </pc:picChg>
        <pc:picChg chg="add">
          <ac:chgData name="Rodrigue YENGO" userId="9019d928-c12d-48de-bdb2-52a833805ac2" providerId="ADAL" clId="{20734E0D-FF75-44B1-9DFF-D19DBB4D069A}" dt="2026-07-29T17:10:46.915" v="181" actId="22"/>
          <ac:picMkLst>
            <pc:docMk/>
            <pc:sldMasterMk cId="0" sldId="2147483648"/>
            <ac:picMk id="4" creationId="{8AD916F1-A5C8-6C6C-AD92-665A94136BE5}"/>
          </ac:picMkLst>
        </pc:picChg>
        <pc:sldLayoutChg chg="addSp modSp mod setBg">
          <pc:chgData name="Rodrigue YENGO" userId="9019d928-c12d-48de-bdb2-52a833805ac2" providerId="ADAL" clId="{20734E0D-FF75-44B1-9DFF-D19DBB4D069A}" dt="2026-07-29T15:05:08.201" v="130" actId="14100"/>
          <pc:sldLayoutMkLst>
            <pc:docMk/>
            <pc:sldMasterMk cId="0" sldId="2147483648"/>
            <pc:sldLayoutMk cId="0" sldId="2147483649"/>
          </pc:sldLayoutMkLst>
          <pc:spChg chg="add mod">
            <ac:chgData name="Rodrigue YENGO" userId="9019d928-c12d-48de-bdb2-52a833805ac2" providerId="ADAL" clId="{20734E0D-FF75-44B1-9DFF-D19DBB4D069A}" dt="2026-07-29T15:05:08.201" v="130" actId="14100"/>
            <ac:spMkLst>
              <pc:docMk/>
              <pc:sldMasterMk cId="0" sldId="2147483648"/>
              <pc:sldLayoutMk cId="0" sldId="2147483649"/>
              <ac:spMk id="3" creationId="{7E37C71C-50C0-C9E6-5ECF-0D32612F0F2C}"/>
            </ac:spMkLst>
          </pc:spChg>
          <pc:spChg chg="add mod">
            <ac:chgData name="Rodrigue YENGO" userId="9019d928-c12d-48de-bdb2-52a833805ac2" providerId="ADAL" clId="{20734E0D-FF75-44B1-9DFF-D19DBB4D069A}" dt="2026-07-29T15:05:08.201" v="130" actId="14100"/>
            <ac:spMkLst>
              <pc:docMk/>
              <pc:sldMasterMk cId="0" sldId="2147483648"/>
              <pc:sldLayoutMk cId="0" sldId="2147483649"/>
              <ac:spMk id="5" creationId="{FC1349C0-EBE2-63C5-9A24-BD2BEA5B1D23}"/>
            </ac:spMkLst>
          </pc:spChg>
          <pc:spChg chg="add mod">
            <ac:chgData name="Rodrigue YENGO" userId="9019d928-c12d-48de-bdb2-52a833805ac2" providerId="ADAL" clId="{20734E0D-FF75-44B1-9DFF-D19DBB4D069A}" dt="2026-07-29T15:05:08.201" v="130" actId="14100"/>
            <ac:spMkLst>
              <pc:docMk/>
              <pc:sldMasterMk cId="0" sldId="2147483648"/>
              <pc:sldLayoutMk cId="0" sldId="2147483649"/>
              <ac:spMk id="7" creationId="{E7DA0686-21F2-4609-11BD-7DCFAF4ACCF4}"/>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67477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Dernier module : trois jours de travail sur une seule base, réunis en une démonstration finale, puis une révision ciblée par zone d'étude.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Une seule base, jamais recréée : chaque jour ajoute une couche, jusqu'à l'assistant RAG final.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Une seule question mobilise toutes les couches construites pendant les 3 jours.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Le script AdventureWorks Commerce Cloud et les 12 fiches synthétiques restent aux participants pour continuer à pratiquer.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7E37C71C-50C0-C9E6-5ECF-0D32612F0F2C}"/>
              </a:ext>
            </a:extLst>
          </p:cNvPr>
          <p:cNvSpPr/>
          <p:nvPr userDrawn="1"/>
        </p:nvSpPr>
        <p:spPr>
          <a:xfrm>
            <a:off x="1143000" y="685651"/>
            <a:ext cx="4600441" cy="386862"/>
          </a:xfrm>
          <a:prstGeom prst="rect">
            <a:avLst/>
          </a:prstGeom>
          <a:noFill/>
          <a:ln/>
        </p:spPr>
        <p:txBody>
          <a:bodyPr wrap="square" lIns="25400" tIns="25400" rIns="25400" bIns="25400" rtlCol="0" anchor="t">
            <a:noAutofit/>
          </a:bodyPr>
          <a:lstStyle/>
          <a:p>
            <a:pPr marL="0" indent="0" algn="l">
              <a:lnSpc>
                <a:spcPct val="131154"/>
              </a:lnSpc>
              <a:buNone/>
            </a:pPr>
            <a:r>
              <a:rPr lang="en-US" sz="1400" kern="0" spc="99" dirty="0">
                <a:solidFill>
                  <a:srgbClr val="9184D9"/>
                </a:solidFill>
                <a:latin typeface="Arial" pitchFamily="34" charset="0"/>
                <a:ea typeface="Arial" pitchFamily="34" charset="-122"/>
                <a:cs typeface="Arial" pitchFamily="34" charset="-120"/>
              </a:rPr>
              <a:t>JOUR 3 · MODULE 12 · 14:55 – 17:00</a:t>
            </a:r>
            <a:endParaRPr lang="en-US" sz="1400" dirty="0"/>
          </a:p>
        </p:txBody>
      </p:sp>
      <p:sp>
        <p:nvSpPr>
          <p:cNvPr id="5" name="Text 4">
            <a:extLst>
              <a:ext uri="{FF2B5EF4-FFF2-40B4-BE49-F238E27FC236}">
                <a16:creationId xmlns:a16="http://schemas.microsoft.com/office/drawing/2014/main" id="{FC1349C0-EBE2-63C5-9A24-BD2BEA5B1D23}"/>
              </a:ext>
            </a:extLst>
          </p:cNvPr>
          <p:cNvSpPr/>
          <p:nvPr userDrawn="1"/>
        </p:nvSpPr>
        <p:spPr>
          <a:xfrm>
            <a:off x="1143000" y="9296400"/>
            <a:ext cx="3245078" cy="386862"/>
          </a:xfrm>
          <a:prstGeom prst="rect">
            <a:avLst/>
          </a:prstGeom>
          <a:noFill/>
          <a:ln/>
        </p:spPr>
        <p:txBody>
          <a:bodyPr wrap="square" lIns="25400" tIns="25400" rIns="25400" bIns="25400" rtlCol="0" anchor="t">
            <a:noAutofit/>
          </a:bodyPr>
          <a:lstStyle/>
          <a:p>
            <a:pPr marL="0" indent="0" algn="l">
              <a:lnSpc>
                <a:spcPct val="131154"/>
              </a:lnSpc>
              <a:buNone/>
            </a:pPr>
            <a:r>
              <a:rPr lang="en-US" sz="1400" dirty="0">
                <a:solidFill>
                  <a:srgbClr val="E9E9ED">
                    <a:alpha val="55000"/>
                  </a:srgbClr>
                </a:solidFill>
                <a:latin typeface="Arial" pitchFamily="34" charset="0"/>
                <a:ea typeface="Arial" pitchFamily="34" charset="-122"/>
                <a:cs typeface="Arial" pitchFamily="34" charset="-120"/>
              </a:rPr>
              <a:t>Data &amp; AI France Study Group</a:t>
            </a:r>
            <a:endParaRPr lang="en-US" sz="1400" dirty="0"/>
          </a:p>
        </p:txBody>
      </p:sp>
      <p:sp>
        <p:nvSpPr>
          <p:cNvPr id="7" name="Text 6">
            <a:extLst>
              <a:ext uri="{FF2B5EF4-FFF2-40B4-BE49-F238E27FC236}">
                <a16:creationId xmlns:a16="http://schemas.microsoft.com/office/drawing/2014/main" id="{E7DA0686-21F2-4609-11BD-7DCFAF4ACCF4}"/>
              </a:ext>
            </a:extLst>
          </p:cNvPr>
          <p:cNvSpPr/>
          <p:nvPr userDrawn="1"/>
        </p:nvSpPr>
        <p:spPr>
          <a:xfrm>
            <a:off x="4496395" y="9296400"/>
            <a:ext cx="2313072" cy="386862"/>
          </a:xfrm>
          <a:prstGeom prst="rect">
            <a:avLst/>
          </a:prstGeom>
          <a:noFill/>
          <a:ln/>
        </p:spPr>
        <p:txBody>
          <a:bodyPr wrap="square" lIns="25400" tIns="25400" rIns="25400" bIns="25400" rtlCol="0" anchor="t">
            <a:noAutofit/>
          </a:bodyPr>
          <a:lstStyle/>
          <a:p>
            <a:pPr marL="0" indent="0" algn="l">
              <a:lnSpc>
                <a:spcPct val="131154"/>
              </a:lnSpc>
              <a:buNone/>
            </a:pPr>
            <a:r>
              <a:rPr lang="en-US" sz="1400" dirty="0">
                <a:solidFill>
                  <a:srgbClr val="E9E9ED">
                    <a:alpha val="55000"/>
                  </a:srgbClr>
                </a:solidFill>
                <a:latin typeface="Arial" pitchFamily="34" charset="0"/>
                <a:ea typeface="Arial" pitchFamily="34" charset="-122"/>
                <a:cs typeface="Arial" pitchFamily="34" charset="-120"/>
              </a:rPr>
              <a:t>Data Days — DP-800</a:t>
            </a:r>
            <a:endParaRPr lang="en-US" sz="1400" dirty="0"/>
          </a:p>
        </p:txBody>
      </p:sp>
    </p:spTree>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DE0428B6-9407-21C2-F1F0-D31C728B61B4}"/>
              </a:ext>
            </a:extLst>
          </p:cNvPr>
          <p:cNvPicPr>
            <a:picLocks noChangeAspect="1"/>
          </p:cNvPicPr>
          <p:nvPr userDrawn="1"/>
        </p:nvPicPr>
        <p:blipFill>
          <a:blip r:embed="rId3"/>
          <a:stretch>
            <a:fillRect/>
          </a:stretch>
        </p:blipFill>
        <p:spPr>
          <a:xfrm>
            <a:off x="16732737" y="194733"/>
            <a:ext cx="1694962" cy="1129975"/>
          </a:xfrm>
          <a:prstGeom prst="rect">
            <a:avLst/>
          </a:prstGeom>
        </p:spPr>
      </p:pic>
      <p:pic>
        <p:nvPicPr>
          <p:cNvPr id="4" name="Image 3">
            <a:extLst>
              <a:ext uri="{FF2B5EF4-FFF2-40B4-BE49-F238E27FC236}">
                <a16:creationId xmlns:a16="http://schemas.microsoft.com/office/drawing/2014/main" id="{8AD916F1-A5C8-6C6C-AD92-665A94136BE5}"/>
              </a:ext>
            </a:extLst>
          </p:cNvPr>
          <p:cNvPicPr>
            <a:picLocks noChangeAspect="1"/>
          </p:cNvPicPr>
          <p:nvPr userDrawn="1"/>
        </p:nvPicPr>
        <p:blipFill>
          <a:blip r:embed="rId4"/>
          <a:stretch>
            <a:fillRect/>
          </a:stretch>
        </p:blipFill>
        <p:spPr>
          <a:xfrm>
            <a:off x="1218000" y="8316939"/>
            <a:ext cx="2951271" cy="1141158"/>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826"/>
        </a:solidFill>
        <a:effectLst/>
      </p:bgPr>
    </p:bg>
    <p:spTree>
      <p:nvGrpSpPr>
        <p:cNvPr id="1" name=""/>
        <p:cNvGrpSpPr/>
        <p:nvPr/>
      </p:nvGrpSpPr>
      <p:grpSpPr>
        <a:xfrm>
          <a:off x="0" y="0"/>
          <a:ext cx="0" cy="0"/>
          <a:chOff x="0" y="0"/>
          <a:chExt cx="0" cy="0"/>
        </a:xfrm>
      </p:grpSpPr>
      <p:sp>
        <p:nvSpPr>
          <p:cNvPr id="4" name="Text 2"/>
          <p:cNvSpPr/>
          <p:nvPr/>
        </p:nvSpPr>
        <p:spPr>
          <a:xfrm>
            <a:off x="1085850" y="4149030"/>
            <a:ext cx="17665065" cy="960090"/>
          </a:xfrm>
          <a:prstGeom prst="rect">
            <a:avLst/>
          </a:prstGeom>
          <a:noFill/>
          <a:ln/>
        </p:spPr>
        <p:txBody>
          <a:bodyPr wrap="square" lIns="25400" tIns="25400" rIns="25400" bIns="25400" rtlCol="0" anchor="t">
            <a:noAutofit/>
          </a:bodyPr>
          <a:lstStyle/>
          <a:p>
            <a:pPr marL="0" indent="0" algn="l">
              <a:lnSpc>
                <a:spcPct val="84174"/>
              </a:lnSpc>
              <a:buNone/>
            </a:pPr>
            <a:r>
              <a:rPr lang="en-US" sz="7500" kern="0" spc="-150" dirty="0">
                <a:solidFill>
                  <a:srgbClr val="E9E9ED"/>
                </a:solidFill>
                <a:latin typeface="Arial" pitchFamily="34" charset="0"/>
                <a:ea typeface="Arial" pitchFamily="34" charset="-122"/>
                <a:cs typeface="Arial" pitchFamily="34" charset="-120"/>
              </a:rPr>
              <a:t>Cas d'usage intégré </a:t>
            </a:r>
          </a:p>
          <a:p>
            <a:pPr marL="0" indent="0" algn="l">
              <a:lnSpc>
                <a:spcPct val="84174"/>
              </a:lnSpc>
              <a:buNone/>
            </a:pPr>
            <a:r>
              <a:rPr lang="en-US" sz="7500" kern="0" spc="-150" dirty="0">
                <a:solidFill>
                  <a:srgbClr val="E9E9ED"/>
                </a:solidFill>
                <a:latin typeface="Arial" pitchFamily="34" charset="0"/>
                <a:ea typeface="Arial" pitchFamily="34" charset="-122"/>
                <a:cs typeface="Arial" pitchFamily="34" charset="-120"/>
              </a:rPr>
              <a:t>&amp; révision</a:t>
            </a:r>
            <a:endParaRPr lang="en-US" sz="7500" dirty="0"/>
          </a:p>
        </p:txBody>
      </p:sp>
      <p:sp>
        <p:nvSpPr>
          <p:cNvPr id="5" name="Text 3"/>
          <p:cNvSpPr/>
          <p:nvPr/>
        </p:nvSpPr>
        <p:spPr>
          <a:xfrm>
            <a:off x="1143000" y="6528087"/>
            <a:ext cx="8912453" cy="876300"/>
          </a:xfrm>
          <a:prstGeom prst="rect">
            <a:avLst/>
          </a:prstGeom>
          <a:noFill/>
          <a:ln/>
        </p:spPr>
        <p:txBody>
          <a:bodyPr wrap="square" lIns="25400" tIns="25400" rIns="25400" bIns="25400" rtlCol="0" anchor="t">
            <a:normAutofit lnSpcReduction="10000"/>
          </a:bodyPr>
          <a:lstStyle/>
          <a:p>
            <a:pPr marL="0" indent="0" algn="l">
              <a:lnSpc>
                <a:spcPct val="104762"/>
              </a:lnSpc>
              <a:buNone/>
            </a:pPr>
            <a:r>
              <a:rPr lang="en-US" sz="2700" dirty="0">
                <a:solidFill>
                  <a:srgbClr val="E9E9ED"/>
                </a:solidFill>
                <a:latin typeface="Arial" pitchFamily="34" charset="0"/>
                <a:ea typeface="Arial" pitchFamily="34" charset="-122"/>
                <a:cs typeface="Arial" pitchFamily="34" charset="-120"/>
              </a:rPr>
              <a:t>Démonstration de bout en bout, questions/réponses et préparation à l'examen DP-800.</a:t>
            </a:r>
            <a:endParaRPr lang="en-US" sz="2700" dirty="0"/>
          </a:p>
        </p:txBody>
      </p:sp>
      <p:sp>
        <p:nvSpPr>
          <p:cNvPr id="7" name="Text 5"/>
          <p:cNvSpPr/>
          <p:nvPr/>
        </p:nvSpPr>
        <p:spPr>
          <a:xfrm>
            <a:off x="4264521" y="9296400"/>
            <a:ext cx="136624" cy="190500"/>
          </a:xfrm>
          <a:prstGeom prst="rect">
            <a:avLst/>
          </a:prstGeom>
          <a:noFill/>
          <a:ln/>
        </p:spPr>
        <p:txBody>
          <a:bodyPr wrap="square" lIns="25400" tIns="25400" rIns="25400" bIns="25400" rtlCol="0" anchor="t">
            <a:normAutofit fontScale="47500" lnSpcReduction="20000"/>
          </a:bodyPr>
          <a:lstStyle/>
          <a:p>
            <a:pPr marL="0" indent="0" algn="l">
              <a:lnSpc>
                <a:spcPct val="131154"/>
              </a:lnSpc>
              <a:buNone/>
            </a:pPr>
            <a:r>
              <a:rPr lang="en-US" sz="1650" dirty="0">
                <a:solidFill>
                  <a:srgbClr val="E9E9ED">
                    <a:alpha val="55000"/>
                  </a:srgbClr>
                </a:solidFill>
                <a:latin typeface="Arial" pitchFamily="34" charset="0"/>
                <a:ea typeface="Arial" pitchFamily="34" charset="-122"/>
                <a:cs typeface="Arial" pitchFamily="34" charset="-120"/>
              </a:rPr>
              <a:t>·</a:t>
            </a:r>
            <a:endParaRPr lang="en-US" sz="1650" dirty="0"/>
          </a:p>
        </p:txBody>
      </p:sp>
      <p:grpSp>
        <p:nvGrpSpPr>
          <p:cNvPr id="29" name="Groupe 28">
            <a:extLst>
              <a:ext uri="{FF2B5EF4-FFF2-40B4-BE49-F238E27FC236}">
                <a16:creationId xmlns:a16="http://schemas.microsoft.com/office/drawing/2014/main" id="{B3A9E16E-DD59-27EB-DB09-A1A56A6E53E0}"/>
              </a:ext>
            </a:extLst>
          </p:cNvPr>
          <p:cNvGrpSpPr/>
          <p:nvPr/>
        </p:nvGrpSpPr>
        <p:grpSpPr>
          <a:xfrm>
            <a:off x="10298840" y="561196"/>
            <a:ext cx="6990490" cy="8735204"/>
            <a:chOff x="11002220" y="561196"/>
            <a:chExt cx="6990490" cy="8735204"/>
          </a:xfrm>
        </p:grpSpPr>
        <p:pic>
          <p:nvPicPr>
            <p:cNvPr id="20" name="Image 19">
              <a:extLst>
                <a:ext uri="{FF2B5EF4-FFF2-40B4-BE49-F238E27FC236}">
                  <a16:creationId xmlns:a16="http://schemas.microsoft.com/office/drawing/2014/main" id="{0864E68D-815A-86E2-7717-C72AECD0AD34}"/>
                </a:ext>
              </a:extLst>
            </p:cNvPr>
            <p:cNvPicPr>
              <a:picLocks noChangeAspect="1"/>
            </p:cNvPicPr>
            <p:nvPr/>
          </p:nvPicPr>
          <p:blipFill>
            <a:blip r:embed="rId3"/>
            <a:stretch>
              <a:fillRect/>
            </a:stretch>
          </p:blipFill>
          <p:spPr>
            <a:xfrm>
              <a:off x="11002220" y="4636074"/>
              <a:ext cx="6990490" cy="4660326"/>
            </a:xfrm>
            <a:prstGeom prst="rect">
              <a:avLst/>
            </a:prstGeom>
          </p:spPr>
        </p:pic>
        <p:pic>
          <p:nvPicPr>
            <p:cNvPr id="22" name="Image 21">
              <a:extLst>
                <a:ext uri="{FF2B5EF4-FFF2-40B4-BE49-F238E27FC236}">
                  <a16:creationId xmlns:a16="http://schemas.microsoft.com/office/drawing/2014/main" id="{AB626EAE-CD6B-3A1D-5772-0B90DA300739}"/>
                </a:ext>
              </a:extLst>
            </p:cNvPr>
            <p:cNvPicPr>
              <a:picLocks noChangeAspect="1"/>
            </p:cNvPicPr>
            <p:nvPr/>
          </p:nvPicPr>
          <p:blipFill>
            <a:blip r:embed="rId4"/>
            <a:stretch>
              <a:fillRect/>
            </a:stretch>
          </p:blipFill>
          <p:spPr>
            <a:xfrm>
              <a:off x="14823713" y="565257"/>
              <a:ext cx="2808967" cy="2808967"/>
            </a:xfrm>
            <a:prstGeom prst="ellipse">
              <a:avLst/>
            </a:prstGeom>
            <a:ln w="3175" cap="rnd">
              <a:solidFill>
                <a:srgbClr val="C8C6BD"/>
              </a:soli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p:spPr>
        </p:pic>
        <p:pic>
          <p:nvPicPr>
            <p:cNvPr id="24" name="Image 23">
              <a:extLst>
                <a:ext uri="{FF2B5EF4-FFF2-40B4-BE49-F238E27FC236}">
                  <a16:creationId xmlns:a16="http://schemas.microsoft.com/office/drawing/2014/main" id="{F2DBE02B-61D2-A2D4-2331-AD8708E4C056}"/>
                </a:ext>
              </a:extLst>
            </p:cNvPr>
            <p:cNvPicPr>
              <a:picLocks noChangeAspect="1"/>
            </p:cNvPicPr>
            <p:nvPr/>
          </p:nvPicPr>
          <p:blipFill>
            <a:blip r:embed="rId5"/>
            <a:stretch>
              <a:fillRect/>
            </a:stretch>
          </p:blipFill>
          <p:spPr>
            <a:xfrm>
              <a:off x="11636328" y="561196"/>
              <a:ext cx="2807208" cy="2807208"/>
            </a:xfrm>
            <a:prstGeom prst="ellipse">
              <a:avLst/>
            </a:prstGeom>
            <a:ln w="3175" cap="rnd">
              <a:solidFill>
                <a:srgbClr val="C8C6BD"/>
              </a:soli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p:spPr>
        </p:pic>
        <p:sp>
          <p:nvSpPr>
            <p:cNvPr id="26" name="ZoneTexte 25">
              <a:extLst>
                <a:ext uri="{FF2B5EF4-FFF2-40B4-BE49-F238E27FC236}">
                  <a16:creationId xmlns:a16="http://schemas.microsoft.com/office/drawing/2014/main" id="{B088FB13-8AF6-D9A0-85A7-F6673BFA5938}"/>
                </a:ext>
              </a:extLst>
            </p:cNvPr>
            <p:cNvSpPr txBox="1"/>
            <p:nvPr/>
          </p:nvSpPr>
          <p:spPr>
            <a:xfrm>
              <a:off x="14889480" y="3668223"/>
              <a:ext cx="2743200" cy="461665"/>
            </a:xfrm>
            <a:prstGeom prst="rect">
              <a:avLst/>
            </a:prstGeom>
            <a:noFill/>
          </p:spPr>
          <p:txBody>
            <a:bodyPr wrap="square">
              <a:spAutoFit/>
            </a:bodyPr>
            <a:lstStyle/>
            <a:p>
              <a:pPr lvl="0"/>
              <a:r>
                <a:rPr lang="en-US" sz="2400" i="0" kern="1200" dirty="0">
                  <a:effectLst/>
                  <a:latin typeface="+mn-lt"/>
                  <a:ea typeface="+mn-ea"/>
                  <a:cs typeface="+mn-cs"/>
                </a:rPr>
                <a:t>Abdelhak BENYAHIA</a:t>
              </a:r>
            </a:p>
          </p:txBody>
        </p:sp>
        <p:sp>
          <p:nvSpPr>
            <p:cNvPr id="28" name="ZoneTexte 27">
              <a:extLst>
                <a:ext uri="{FF2B5EF4-FFF2-40B4-BE49-F238E27FC236}">
                  <a16:creationId xmlns:a16="http://schemas.microsoft.com/office/drawing/2014/main" id="{E6FF38F9-774C-604C-5E80-4BCDF1B23EF6}"/>
                </a:ext>
              </a:extLst>
            </p:cNvPr>
            <p:cNvSpPr txBox="1"/>
            <p:nvPr/>
          </p:nvSpPr>
          <p:spPr>
            <a:xfrm>
              <a:off x="11668332" y="3668223"/>
              <a:ext cx="2743200" cy="461665"/>
            </a:xfrm>
            <a:prstGeom prst="rect">
              <a:avLst/>
            </a:prstGeom>
            <a:noFill/>
          </p:spPr>
          <p:txBody>
            <a:bodyPr wrap="square">
              <a:spAutoFit/>
            </a:bodyPr>
            <a:lstStyle/>
            <a:p>
              <a:pPr lvl="0"/>
              <a:r>
                <a:rPr lang="en-US" sz="2400" dirty="0"/>
                <a:t>Rodrigue YENGO</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826"/>
        </a:solidFill>
        <a:effectLst/>
      </p:bgPr>
    </p:bg>
    <p:spTree>
      <p:nvGrpSpPr>
        <p:cNvPr id="1" name=""/>
        <p:cNvGrpSpPr/>
        <p:nvPr/>
      </p:nvGrpSpPr>
      <p:grpSpPr>
        <a:xfrm>
          <a:off x="0" y="0"/>
          <a:ext cx="0" cy="0"/>
          <a:chOff x="0" y="0"/>
          <a:chExt cx="0" cy="0"/>
        </a:xfrm>
      </p:grpSpPr>
      <p:sp>
        <p:nvSpPr>
          <p:cNvPr id="4" name="Text 2"/>
          <p:cNvSpPr/>
          <p:nvPr/>
        </p:nvSpPr>
        <p:spPr>
          <a:xfrm>
            <a:off x="1109960" y="1693664"/>
            <a:ext cx="17638544" cy="440085"/>
          </a:xfrm>
          <a:prstGeom prst="rect">
            <a:avLst/>
          </a:prstGeom>
          <a:noFill/>
          <a:ln/>
        </p:spPr>
        <p:txBody>
          <a:bodyPr wrap="square" lIns="25400" tIns="25400" rIns="25400" bIns="25400" rtlCol="0" anchor="t">
            <a:normAutofit fontScale="70000" lnSpcReduction="20000"/>
          </a:bodyPr>
          <a:lstStyle/>
          <a:p>
            <a:pPr marL="0" indent="0" algn="l">
              <a:lnSpc>
                <a:spcPct val="98507"/>
              </a:lnSpc>
              <a:buNone/>
            </a:pPr>
            <a:r>
              <a:rPr lang="en-US" sz="4350" kern="0" spc="-65" dirty="0">
                <a:solidFill>
                  <a:srgbClr val="E9E9ED"/>
                </a:solidFill>
                <a:latin typeface="Arial" pitchFamily="34" charset="0"/>
                <a:ea typeface="Arial" pitchFamily="34" charset="-122"/>
                <a:cs typeface="Arial" pitchFamily="34" charset="-120"/>
              </a:rPr>
              <a:t>Plan de la session</a:t>
            </a:r>
            <a:endParaRPr lang="en-US" sz="4350" dirty="0"/>
          </a:p>
        </p:txBody>
      </p:sp>
      <p:sp>
        <p:nvSpPr>
          <p:cNvPr id="5" name="Shape 3"/>
          <p:cNvSpPr/>
          <p:nvPr/>
        </p:nvSpPr>
        <p:spPr>
          <a:xfrm>
            <a:off x="1143000" y="3158877"/>
            <a:ext cx="14859000" cy="500063"/>
          </a:xfrm>
          <a:prstGeom prst="rect">
            <a:avLst/>
          </a:prstGeom>
          <a:gradFill rotWithShape="1">
            <a:gsLst>
              <a:gs pos="0">
                <a:srgbClr val="E6E6EC">
                  <a:alpha val="0"/>
                </a:srgbClr>
              </a:gs>
              <a:gs pos="50000">
                <a:srgbClr val="E6E6EC">
                  <a:alpha val="16000"/>
                </a:srgbClr>
              </a:gs>
              <a:gs pos="100000">
                <a:srgbClr val="E6E6EC">
                  <a:alpha val="16000"/>
                </a:srgbClr>
              </a:gs>
              <a:gs pos="100000">
                <a:srgbClr val="E6E6EC">
                  <a:alpha val="0"/>
                </a:srgbClr>
              </a:gs>
            </a:gsLst>
            <a:lin ang="0" scaled="0"/>
          </a:gradFill>
          <a:ln/>
        </p:spPr>
        <p:txBody>
          <a:bodyPr/>
          <a:lstStyle/>
          <a:p>
            <a:endParaRPr lang="en-GB"/>
          </a:p>
        </p:txBody>
      </p:sp>
      <p:sp>
        <p:nvSpPr>
          <p:cNvPr id="6" name="Shape 4"/>
          <p:cNvSpPr/>
          <p:nvPr/>
        </p:nvSpPr>
        <p:spPr>
          <a:xfrm>
            <a:off x="1143000" y="3649414"/>
            <a:ext cx="1995785" cy="9525"/>
          </a:xfrm>
          <a:prstGeom prst="rect">
            <a:avLst/>
          </a:prstGeom>
          <a:solidFill>
            <a:srgbClr val="E6E6EC">
              <a:alpha val="16000"/>
            </a:srgbClr>
          </a:solidFill>
          <a:ln/>
        </p:spPr>
        <p:txBody>
          <a:bodyPr/>
          <a:lstStyle/>
          <a:p>
            <a:endParaRPr lang="en-GB"/>
          </a:p>
        </p:txBody>
      </p:sp>
      <p:sp>
        <p:nvSpPr>
          <p:cNvPr id="7" name="Text 5"/>
          <p:cNvSpPr/>
          <p:nvPr/>
        </p:nvSpPr>
        <p:spPr>
          <a:xfrm>
            <a:off x="1143000" y="3330327"/>
            <a:ext cx="1843385" cy="185737"/>
          </a:xfrm>
          <a:prstGeom prst="rect">
            <a:avLst/>
          </a:prstGeom>
          <a:noFill/>
          <a:ln/>
        </p:spPr>
        <p:txBody>
          <a:bodyPr wrap="square" lIns="25400" tIns="25400" rIns="25400" bIns="25400" rtlCol="0" anchor="ctr">
            <a:normAutofit fontScale="47500" lnSpcReduction="20000"/>
          </a:bodyPr>
          <a:lstStyle/>
          <a:p>
            <a:pPr marL="0" indent="0" algn="l">
              <a:lnSpc>
                <a:spcPct val="131154"/>
              </a:lnSpc>
              <a:buNone/>
            </a:pPr>
            <a:r>
              <a:rPr lang="en-US" sz="1650" kern="0" spc="132" dirty="0">
                <a:solidFill>
                  <a:srgbClr val="E9E9ED"/>
                </a:solidFill>
                <a:latin typeface="Arial" pitchFamily="34" charset="0"/>
                <a:ea typeface="Arial" pitchFamily="34" charset="-122"/>
                <a:cs typeface="Arial" pitchFamily="34" charset="-120"/>
              </a:rPr>
              <a:t>HEURE</a:t>
            </a:r>
            <a:endParaRPr lang="en-US" sz="1650" dirty="0"/>
          </a:p>
        </p:txBody>
      </p:sp>
      <p:sp>
        <p:nvSpPr>
          <p:cNvPr id="8" name="Shape 6"/>
          <p:cNvSpPr/>
          <p:nvPr/>
        </p:nvSpPr>
        <p:spPr>
          <a:xfrm>
            <a:off x="3138785" y="3649414"/>
            <a:ext cx="12863215" cy="9525"/>
          </a:xfrm>
          <a:prstGeom prst="rect">
            <a:avLst/>
          </a:prstGeom>
          <a:solidFill>
            <a:srgbClr val="E6E6EC">
              <a:alpha val="16000"/>
            </a:srgbClr>
          </a:solidFill>
          <a:ln/>
        </p:spPr>
        <p:txBody>
          <a:bodyPr/>
          <a:lstStyle/>
          <a:p>
            <a:endParaRPr lang="en-GB"/>
          </a:p>
        </p:txBody>
      </p:sp>
      <p:sp>
        <p:nvSpPr>
          <p:cNvPr id="9" name="Text 7"/>
          <p:cNvSpPr/>
          <p:nvPr/>
        </p:nvSpPr>
        <p:spPr>
          <a:xfrm>
            <a:off x="3138785" y="3330327"/>
            <a:ext cx="13020511" cy="185737"/>
          </a:xfrm>
          <a:prstGeom prst="rect">
            <a:avLst/>
          </a:prstGeom>
          <a:noFill/>
          <a:ln/>
        </p:spPr>
        <p:txBody>
          <a:bodyPr wrap="square" lIns="25400" tIns="25400" rIns="25400" bIns="25400" rtlCol="0" anchor="ctr">
            <a:normAutofit fontScale="47500" lnSpcReduction="20000"/>
          </a:bodyPr>
          <a:lstStyle/>
          <a:p>
            <a:pPr marL="0" indent="0" algn="l">
              <a:lnSpc>
                <a:spcPct val="131154"/>
              </a:lnSpc>
              <a:buNone/>
            </a:pPr>
            <a:r>
              <a:rPr lang="en-US" sz="1650" kern="0" spc="132" dirty="0">
                <a:solidFill>
                  <a:srgbClr val="EAEAEC">
                    <a:alpha val="70000"/>
                  </a:srgbClr>
                </a:solidFill>
                <a:latin typeface="Arial" pitchFamily="34" charset="0"/>
                <a:ea typeface="Arial" pitchFamily="34" charset="-122"/>
                <a:cs typeface="Arial" pitchFamily="34" charset="-120"/>
              </a:rPr>
              <a:t>SÉQUENCE</a:t>
            </a:r>
            <a:endParaRPr lang="en-US" sz="1650" dirty="0"/>
          </a:p>
        </p:txBody>
      </p:sp>
      <p:sp>
        <p:nvSpPr>
          <p:cNvPr id="10" name="Shape 8"/>
          <p:cNvSpPr/>
          <p:nvPr/>
        </p:nvSpPr>
        <p:spPr>
          <a:xfrm>
            <a:off x="1143000" y="3658939"/>
            <a:ext cx="14859000" cy="546497"/>
          </a:xfrm>
          <a:prstGeom prst="rect">
            <a:avLst/>
          </a:prstGeom>
          <a:gradFill rotWithShape="1">
            <a:gsLst>
              <a:gs pos="0">
                <a:srgbClr val="E6E6F2">
                  <a:alpha val="0"/>
                </a:srgbClr>
              </a:gs>
              <a:gs pos="50000">
                <a:srgbClr val="E6E6F2">
                  <a:alpha val="8000"/>
                </a:srgbClr>
              </a:gs>
              <a:gs pos="100000">
                <a:srgbClr val="E6E6F2">
                  <a:alpha val="8000"/>
                </a:srgbClr>
              </a:gs>
              <a:gs pos="100000">
                <a:srgbClr val="E6E6F2">
                  <a:alpha val="0"/>
                </a:srgbClr>
              </a:gs>
            </a:gsLst>
            <a:lin ang="0" scaled="0"/>
          </a:gradFill>
          <a:ln/>
        </p:spPr>
        <p:txBody>
          <a:bodyPr/>
          <a:lstStyle/>
          <a:p>
            <a:endParaRPr lang="en-GB"/>
          </a:p>
        </p:txBody>
      </p:sp>
      <p:sp>
        <p:nvSpPr>
          <p:cNvPr id="11" name="Shape 9"/>
          <p:cNvSpPr/>
          <p:nvPr/>
        </p:nvSpPr>
        <p:spPr>
          <a:xfrm>
            <a:off x="1143000" y="4195911"/>
            <a:ext cx="1995785" cy="9525"/>
          </a:xfrm>
          <a:prstGeom prst="rect">
            <a:avLst/>
          </a:prstGeom>
          <a:solidFill>
            <a:srgbClr val="E6E6EC">
              <a:alpha val="16000"/>
            </a:srgbClr>
          </a:solidFill>
          <a:ln/>
        </p:spPr>
        <p:txBody>
          <a:bodyPr/>
          <a:lstStyle/>
          <a:p>
            <a:endParaRPr lang="en-GB"/>
          </a:p>
        </p:txBody>
      </p:sp>
      <p:sp>
        <p:nvSpPr>
          <p:cNvPr id="12" name="Text 10"/>
          <p:cNvSpPr/>
          <p:nvPr/>
        </p:nvSpPr>
        <p:spPr>
          <a:xfrm>
            <a:off x="1143000" y="3830389"/>
            <a:ext cx="1843385" cy="232172"/>
          </a:xfrm>
          <a:prstGeom prst="rect">
            <a:avLst/>
          </a:prstGeom>
          <a:noFill/>
          <a:ln/>
        </p:spPr>
        <p:txBody>
          <a:bodyPr wrap="square" lIns="25400" tIns="25400" rIns="25400" bIns="25400" rtlCol="0" anchor="ctr">
            <a:normAutofit fontScale="47500" lnSpcReduction="20000"/>
          </a:bodyPr>
          <a:lstStyle/>
          <a:p>
            <a:pPr marL="0" indent="0" algn="l">
              <a:lnSpc>
                <a:spcPct val="135625"/>
              </a:lnSpc>
              <a:buNone/>
            </a:pPr>
            <a:r>
              <a:rPr lang="en-US" sz="2100" dirty="0">
                <a:solidFill>
                  <a:srgbClr val="E9E9ED"/>
                </a:solidFill>
                <a:latin typeface="Arial" pitchFamily="34" charset="0"/>
                <a:ea typeface="Arial" pitchFamily="34" charset="-122"/>
                <a:cs typeface="Arial" pitchFamily="34" charset="-120"/>
              </a:rPr>
              <a:t>14:55</a:t>
            </a:r>
            <a:endParaRPr lang="en-US" sz="2100" dirty="0"/>
          </a:p>
        </p:txBody>
      </p:sp>
      <p:sp>
        <p:nvSpPr>
          <p:cNvPr id="13" name="Shape 11"/>
          <p:cNvSpPr/>
          <p:nvPr/>
        </p:nvSpPr>
        <p:spPr>
          <a:xfrm>
            <a:off x="3138785" y="4195911"/>
            <a:ext cx="12863215" cy="9525"/>
          </a:xfrm>
          <a:prstGeom prst="rect">
            <a:avLst/>
          </a:prstGeom>
          <a:solidFill>
            <a:srgbClr val="E6E6EC">
              <a:alpha val="16000"/>
            </a:srgbClr>
          </a:solidFill>
          <a:ln/>
        </p:spPr>
        <p:txBody>
          <a:bodyPr/>
          <a:lstStyle/>
          <a:p>
            <a:endParaRPr lang="en-GB"/>
          </a:p>
        </p:txBody>
      </p:sp>
      <p:sp>
        <p:nvSpPr>
          <p:cNvPr id="14" name="Text 12"/>
          <p:cNvSpPr/>
          <p:nvPr/>
        </p:nvSpPr>
        <p:spPr>
          <a:xfrm>
            <a:off x="3138785" y="3830389"/>
            <a:ext cx="13020511" cy="232172"/>
          </a:xfrm>
          <a:prstGeom prst="rect">
            <a:avLst/>
          </a:prstGeom>
          <a:noFill/>
          <a:ln/>
        </p:spPr>
        <p:txBody>
          <a:bodyPr wrap="square" lIns="25400" tIns="25400" rIns="25400" bIns="25400" rtlCol="0" anchor="ctr">
            <a:normAutofit fontScale="47500" lnSpcReduction="20000"/>
          </a:bodyPr>
          <a:lstStyle/>
          <a:p>
            <a:pPr marL="0" indent="0" algn="l">
              <a:lnSpc>
                <a:spcPct val="135625"/>
              </a:lnSpc>
              <a:buNone/>
            </a:pPr>
            <a:r>
              <a:rPr lang="en-US" sz="2100" dirty="0">
                <a:solidFill>
                  <a:srgbClr val="E4E7F5"/>
                </a:solidFill>
                <a:latin typeface="Arial" pitchFamily="34" charset="0"/>
                <a:ea typeface="Arial" pitchFamily="34" charset="-122"/>
                <a:cs typeface="Arial" pitchFamily="34" charset="-120"/>
              </a:rPr>
              <a:t>Cartographie des 3 jours et démo de bout en bout</a:t>
            </a:r>
            <a:endParaRPr lang="en-US" sz="2100" dirty="0"/>
          </a:p>
        </p:txBody>
      </p:sp>
      <p:sp>
        <p:nvSpPr>
          <p:cNvPr id="15" name="Shape 13"/>
          <p:cNvSpPr/>
          <p:nvPr/>
        </p:nvSpPr>
        <p:spPr>
          <a:xfrm>
            <a:off x="1143000" y="4205436"/>
            <a:ext cx="14859000" cy="546497"/>
          </a:xfrm>
          <a:prstGeom prst="rect">
            <a:avLst/>
          </a:prstGeom>
          <a:gradFill rotWithShape="1">
            <a:gsLst>
              <a:gs pos="0">
                <a:srgbClr val="E6E6F2">
                  <a:alpha val="0"/>
                </a:srgbClr>
              </a:gs>
              <a:gs pos="50000">
                <a:srgbClr val="E6E6F2">
                  <a:alpha val="8000"/>
                </a:srgbClr>
              </a:gs>
              <a:gs pos="100000">
                <a:srgbClr val="E6E6F2">
                  <a:alpha val="8000"/>
                </a:srgbClr>
              </a:gs>
              <a:gs pos="100000">
                <a:srgbClr val="E6E6F2">
                  <a:alpha val="0"/>
                </a:srgbClr>
              </a:gs>
            </a:gsLst>
            <a:lin ang="0" scaled="0"/>
          </a:gradFill>
          <a:ln/>
        </p:spPr>
        <p:txBody>
          <a:bodyPr/>
          <a:lstStyle/>
          <a:p>
            <a:endParaRPr lang="en-GB"/>
          </a:p>
        </p:txBody>
      </p:sp>
      <p:sp>
        <p:nvSpPr>
          <p:cNvPr id="16" name="Shape 14"/>
          <p:cNvSpPr/>
          <p:nvPr/>
        </p:nvSpPr>
        <p:spPr>
          <a:xfrm>
            <a:off x="1143000" y="4742408"/>
            <a:ext cx="1995785" cy="9525"/>
          </a:xfrm>
          <a:prstGeom prst="rect">
            <a:avLst/>
          </a:prstGeom>
          <a:solidFill>
            <a:srgbClr val="E6E6EC">
              <a:alpha val="16000"/>
            </a:srgbClr>
          </a:solidFill>
          <a:ln/>
        </p:spPr>
        <p:txBody>
          <a:bodyPr/>
          <a:lstStyle/>
          <a:p>
            <a:endParaRPr lang="en-GB"/>
          </a:p>
        </p:txBody>
      </p:sp>
      <p:sp>
        <p:nvSpPr>
          <p:cNvPr id="17" name="Text 15"/>
          <p:cNvSpPr/>
          <p:nvPr/>
        </p:nvSpPr>
        <p:spPr>
          <a:xfrm>
            <a:off x="1143000" y="4376886"/>
            <a:ext cx="1843385" cy="232172"/>
          </a:xfrm>
          <a:prstGeom prst="rect">
            <a:avLst/>
          </a:prstGeom>
          <a:noFill/>
          <a:ln/>
        </p:spPr>
        <p:txBody>
          <a:bodyPr wrap="square" lIns="25400" tIns="25400" rIns="25400" bIns="25400" rtlCol="0" anchor="ctr">
            <a:normAutofit fontScale="47500" lnSpcReduction="20000"/>
          </a:bodyPr>
          <a:lstStyle/>
          <a:p>
            <a:pPr marL="0" indent="0" algn="l">
              <a:lnSpc>
                <a:spcPct val="135625"/>
              </a:lnSpc>
              <a:buNone/>
            </a:pPr>
            <a:r>
              <a:rPr lang="en-US" sz="2100" dirty="0">
                <a:solidFill>
                  <a:srgbClr val="E9E9ED"/>
                </a:solidFill>
                <a:latin typeface="Arial" pitchFamily="34" charset="0"/>
                <a:ea typeface="Arial" pitchFamily="34" charset="-122"/>
                <a:cs typeface="Arial" pitchFamily="34" charset="-120"/>
              </a:rPr>
              <a:t>15:40</a:t>
            </a:r>
            <a:endParaRPr lang="en-US" sz="2100" dirty="0"/>
          </a:p>
        </p:txBody>
      </p:sp>
      <p:sp>
        <p:nvSpPr>
          <p:cNvPr id="18" name="Shape 16"/>
          <p:cNvSpPr/>
          <p:nvPr/>
        </p:nvSpPr>
        <p:spPr>
          <a:xfrm>
            <a:off x="3138785" y="4742408"/>
            <a:ext cx="12863215" cy="9525"/>
          </a:xfrm>
          <a:prstGeom prst="rect">
            <a:avLst/>
          </a:prstGeom>
          <a:solidFill>
            <a:srgbClr val="E6E6EC">
              <a:alpha val="16000"/>
            </a:srgbClr>
          </a:solidFill>
          <a:ln/>
        </p:spPr>
        <p:txBody>
          <a:bodyPr/>
          <a:lstStyle/>
          <a:p>
            <a:endParaRPr lang="en-GB"/>
          </a:p>
        </p:txBody>
      </p:sp>
      <p:sp>
        <p:nvSpPr>
          <p:cNvPr id="19" name="Text 17"/>
          <p:cNvSpPr/>
          <p:nvPr/>
        </p:nvSpPr>
        <p:spPr>
          <a:xfrm>
            <a:off x="3138785" y="4376886"/>
            <a:ext cx="13020511" cy="232172"/>
          </a:xfrm>
          <a:prstGeom prst="rect">
            <a:avLst/>
          </a:prstGeom>
          <a:noFill/>
          <a:ln/>
        </p:spPr>
        <p:txBody>
          <a:bodyPr wrap="square" lIns="25400" tIns="25400" rIns="25400" bIns="25400" rtlCol="0" anchor="ctr">
            <a:normAutofit fontScale="47500" lnSpcReduction="20000"/>
          </a:bodyPr>
          <a:lstStyle/>
          <a:p>
            <a:pPr marL="0" indent="0" algn="l">
              <a:lnSpc>
                <a:spcPct val="135625"/>
              </a:lnSpc>
              <a:buNone/>
            </a:pPr>
            <a:r>
              <a:rPr lang="en-US" sz="2100" dirty="0">
                <a:solidFill>
                  <a:srgbClr val="E4E7F5"/>
                </a:solidFill>
                <a:latin typeface="Arial" pitchFamily="34" charset="0"/>
                <a:ea typeface="Arial" pitchFamily="34" charset="-122"/>
                <a:cs typeface="Arial" pitchFamily="34" charset="-120"/>
              </a:rPr>
              <a:t>Révision guidée par zone d'étude de l'examen</a:t>
            </a:r>
            <a:endParaRPr lang="en-US" sz="2100" dirty="0"/>
          </a:p>
        </p:txBody>
      </p:sp>
      <p:sp>
        <p:nvSpPr>
          <p:cNvPr id="20" name="Shape 18"/>
          <p:cNvSpPr/>
          <p:nvPr/>
        </p:nvSpPr>
        <p:spPr>
          <a:xfrm>
            <a:off x="1143000" y="4751933"/>
            <a:ext cx="14859000" cy="546497"/>
          </a:xfrm>
          <a:prstGeom prst="rect">
            <a:avLst/>
          </a:prstGeom>
          <a:gradFill rotWithShape="1">
            <a:gsLst>
              <a:gs pos="0">
                <a:srgbClr val="E6E6F2">
                  <a:alpha val="0"/>
                </a:srgbClr>
              </a:gs>
              <a:gs pos="50000">
                <a:srgbClr val="E6E6F2">
                  <a:alpha val="8000"/>
                </a:srgbClr>
              </a:gs>
              <a:gs pos="100000">
                <a:srgbClr val="E6E6F2">
                  <a:alpha val="8000"/>
                </a:srgbClr>
              </a:gs>
              <a:gs pos="100000">
                <a:srgbClr val="E6E6F2">
                  <a:alpha val="0"/>
                </a:srgbClr>
              </a:gs>
            </a:gsLst>
            <a:lin ang="0" scaled="0"/>
          </a:gradFill>
          <a:ln/>
        </p:spPr>
        <p:txBody>
          <a:bodyPr/>
          <a:lstStyle/>
          <a:p>
            <a:endParaRPr lang="en-GB"/>
          </a:p>
        </p:txBody>
      </p:sp>
      <p:sp>
        <p:nvSpPr>
          <p:cNvPr id="21" name="Shape 19"/>
          <p:cNvSpPr/>
          <p:nvPr/>
        </p:nvSpPr>
        <p:spPr>
          <a:xfrm>
            <a:off x="1143000" y="5288905"/>
            <a:ext cx="1995785" cy="9525"/>
          </a:xfrm>
          <a:prstGeom prst="rect">
            <a:avLst/>
          </a:prstGeom>
          <a:solidFill>
            <a:srgbClr val="E6E6EC">
              <a:alpha val="16000"/>
            </a:srgbClr>
          </a:solidFill>
          <a:ln/>
        </p:spPr>
        <p:txBody>
          <a:bodyPr/>
          <a:lstStyle/>
          <a:p>
            <a:endParaRPr lang="en-GB"/>
          </a:p>
        </p:txBody>
      </p:sp>
      <p:sp>
        <p:nvSpPr>
          <p:cNvPr id="22" name="Text 20"/>
          <p:cNvSpPr/>
          <p:nvPr/>
        </p:nvSpPr>
        <p:spPr>
          <a:xfrm>
            <a:off x="1143000" y="4923383"/>
            <a:ext cx="1843385" cy="232172"/>
          </a:xfrm>
          <a:prstGeom prst="rect">
            <a:avLst/>
          </a:prstGeom>
          <a:noFill/>
          <a:ln/>
        </p:spPr>
        <p:txBody>
          <a:bodyPr wrap="square" lIns="25400" tIns="25400" rIns="25400" bIns="25400" rtlCol="0" anchor="ctr">
            <a:normAutofit fontScale="47500" lnSpcReduction="20000"/>
          </a:bodyPr>
          <a:lstStyle/>
          <a:p>
            <a:pPr marL="0" indent="0" algn="l">
              <a:lnSpc>
                <a:spcPct val="135625"/>
              </a:lnSpc>
              <a:buNone/>
            </a:pPr>
            <a:r>
              <a:rPr lang="en-US" sz="2100" dirty="0">
                <a:solidFill>
                  <a:srgbClr val="E9E9ED"/>
                </a:solidFill>
                <a:latin typeface="Arial" pitchFamily="34" charset="0"/>
                <a:ea typeface="Arial" pitchFamily="34" charset="-122"/>
                <a:cs typeface="Arial" pitchFamily="34" charset="-120"/>
              </a:rPr>
              <a:t>16:15</a:t>
            </a:r>
            <a:endParaRPr lang="en-US" sz="2100" dirty="0"/>
          </a:p>
        </p:txBody>
      </p:sp>
      <p:sp>
        <p:nvSpPr>
          <p:cNvPr id="23" name="Shape 21"/>
          <p:cNvSpPr/>
          <p:nvPr/>
        </p:nvSpPr>
        <p:spPr>
          <a:xfrm>
            <a:off x="3138785" y="5288905"/>
            <a:ext cx="12863215" cy="9525"/>
          </a:xfrm>
          <a:prstGeom prst="rect">
            <a:avLst/>
          </a:prstGeom>
          <a:solidFill>
            <a:srgbClr val="E6E6EC">
              <a:alpha val="16000"/>
            </a:srgbClr>
          </a:solidFill>
          <a:ln/>
        </p:spPr>
        <p:txBody>
          <a:bodyPr/>
          <a:lstStyle/>
          <a:p>
            <a:endParaRPr lang="en-GB"/>
          </a:p>
        </p:txBody>
      </p:sp>
      <p:sp>
        <p:nvSpPr>
          <p:cNvPr id="24" name="Text 22"/>
          <p:cNvSpPr/>
          <p:nvPr/>
        </p:nvSpPr>
        <p:spPr>
          <a:xfrm>
            <a:off x="3138785" y="4923383"/>
            <a:ext cx="13020511" cy="232172"/>
          </a:xfrm>
          <a:prstGeom prst="rect">
            <a:avLst/>
          </a:prstGeom>
          <a:noFill/>
          <a:ln/>
        </p:spPr>
        <p:txBody>
          <a:bodyPr wrap="square" lIns="25400" tIns="25400" rIns="25400" bIns="25400" rtlCol="0" anchor="ctr">
            <a:normAutofit fontScale="47500" lnSpcReduction="20000"/>
          </a:bodyPr>
          <a:lstStyle/>
          <a:p>
            <a:pPr marL="0" indent="0" algn="l">
              <a:lnSpc>
                <a:spcPct val="135625"/>
              </a:lnSpc>
              <a:buNone/>
            </a:pPr>
            <a:r>
              <a:rPr lang="en-US" sz="2100" dirty="0">
                <a:solidFill>
                  <a:srgbClr val="E4E7F5"/>
                </a:solidFill>
                <a:latin typeface="Arial" pitchFamily="34" charset="0"/>
                <a:ea typeface="Arial" pitchFamily="34" charset="-122"/>
                <a:cs typeface="Arial" pitchFamily="34" charset="-120"/>
              </a:rPr>
              <a:t>Questions/réponses libres jusqu'à 17h00</a:t>
            </a:r>
            <a:endParaRPr lang="en-US" sz="2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826"/>
        </a:solidFill>
        <a:effectLst/>
      </p:bgPr>
    </p:bg>
    <p:spTree>
      <p:nvGrpSpPr>
        <p:cNvPr id="1" name=""/>
        <p:cNvGrpSpPr/>
        <p:nvPr/>
      </p:nvGrpSpPr>
      <p:grpSpPr>
        <a:xfrm>
          <a:off x="0" y="0"/>
          <a:ext cx="0" cy="0"/>
          <a:chOff x="0" y="0"/>
          <a:chExt cx="0" cy="0"/>
        </a:xfrm>
      </p:grpSpPr>
      <p:sp>
        <p:nvSpPr>
          <p:cNvPr id="4" name="Text 2"/>
          <p:cNvSpPr/>
          <p:nvPr/>
        </p:nvSpPr>
        <p:spPr>
          <a:xfrm>
            <a:off x="1109960" y="1693664"/>
            <a:ext cx="17638544" cy="440085"/>
          </a:xfrm>
          <a:prstGeom prst="rect">
            <a:avLst/>
          </a:prstGeom>
          <a:noFill/>
          <a:ln/>
        </p:spPr>
        <p:txBody>
          <a:bodyPr wrap="square" lIns="25400" tIns="25400" rIns="25400" bIns="25400" rtlCol="0" anchor="t">
            <a:normAutofit fontScale="70000" lnSpcReduction="20000"/>
          </a:bodyPr>
          <a:lstStyle/>
          <a:p>
            <a:pPr marL="0" indent="0" algn="l">
              <a:lnSpc>
                <a:spcPct val="98507"/>
              </a:lnSpc>
              <a:buNone/>
            </a:pPr>
            <a:r>
              <a:rPr lang="en-US" sz="4350" kern="0" spc="-65" dirty="0">
                <a:solidFill>
                  <a:srgbClr val="E9E9ED"/>
                </a:solidFill>
                <a:latin typeface="Arial" pitchFamily="34" charset="0"/>
                <a:ea typeface="Arial" pitchFamily="34" charset="-122"/>
                <a:cs typeface="Arial" pitchFamily="34" charset="-120"/>
              </a:rPr>
              <a:t>Une base, trois jours, douze modules</a:t>
            </a:r>
            <a:endParaRPr lang="en-US" sz="4350" dirty="0"/>
          </a:p>
        </p:txBody>
      </p:sp>
      <p:sp>
        <p:nvSpPr>
          <p:cNvPr id="5" name="Shape 3"/>
          <p:cNvSpPr/>
          <p:nvPr/>
        </p:nvSpPr>
        <p:spPr>
          <a:xfrm>
            <a:off x="1143000" y="3158877"/>
            <a:ext cx="14859000" cy="500063"/>
          </a:xfrm>
          <a:prstGeom prst="rect">
            <a:avLst/>
          </a:prstGeom>
          <a:gradFill rotWithShape="1">
            <a:gsLst>
              <a:gs pos="0">
                <a:srgbClr val="E6E6EC">
                  <a:alpha val="0"/>
                </a:srgbClr>
              </a:gs>
              <a:gs pos="50000">
                <a:srgbClr val="E6E6EC">
                  <a:alpha val="16000"/>
                </a:srgbClr>
              </a:gs>
              <a:gs pos="100000">
                <a:srgbClr val="E6E6EC">
                  <a:alpha val="16000"/>
                </a:srgbClr>
              </a:gs>
              <a:gs pos="100000">
                <a:srgbClr val="E6E6EC">
                  <a:alpha val="0"/>
                </a:srgbClr>
              </a:gs>
            </a:gsLst>
            <a:lin ang="0" scaled="0"/>
          </a:gradFill>
          <a:ln/>
        </p:spPr>
        <p:txBody>
          <a:bodyPr/>
          <a:lstStyle/>
          <a:p>
            <a:endParaRPr lang="en-GB"/>
          </a:p>
        </p:txBody>
      </p:sp>
      <p:sp>
        <p:nvSpPr>
          <p:cNvPr id="6" name="Shape 4"/>
          <p:cNvSpPr/>
          <p:nvPr/>
        </p:nvSpPr>
        <p:spPr>
          <a:xfrm>
            <a:off x="1143000" y="3649414"/>
            <a:ext cx="1231553" cy="9525"/>
          </a:xfrm>
          <a:prstGeom prst="rect">
            <a:avLst/>
          </a:prstGeom>
          <a:solidFill>
            <a:srgbClr val="E6E6EC">
              <a:alpha val="16000"/>
            </a:srgbClr>
          </a:solidFill>
          <a:ln/>
        </p:spPr>
        <p:txBody>
          <a:bodyPr/>
          <a:lstStyle/>
          <a:p>
            <a:endParaRPr lang="en-GB"/>
          </a:p>
        </p:txBody>
      </p:sp>
      <p:sp>
        <p:nvSpPr>
          <p:cNvPr id="7" name="Text 5"/>
          <p:cNvSpPr/>
          <p:nvPr/>
        </p:nvSpPr>
        <p:spPr>
          <a:xfrm>
            <a:off x="1143000" y="3330327"/>
            <a:ext cx="1079153" cy="185737"/>
          </a:xfrm>
          <a:prstGeom prst="rect">
            <a:avLst/>
          </a:prstGeom>
          <a:noFill/>
          <a:ln/>
        </p:spPr>
        <p:txBody>
          <a:bodyPr wrap="square" lIns="25400" tIns="25400" rIns="25400" bIns="25400" rtlCol="0" anchor="ctr">
            <a:normAutofit fontScale="47500" lnSpcReduction="20000"/>
          </a:bodyPr>
          <a:lstStyle/>
          <a:p>
            <a:pPr marL="0" indent="0" algn="l">
              <a:lnSpc>
                <a:spcPct val="131154"/>
              </a:lnSpc>
              <a:buNone/>
            </a:pPr>
            <a:r>
              <a:rPr lang="en-US" sz="1650" kern="0" spc="132" dirty="0">
                <a:solidFill>
                  <a:srgbClr val="E9E9ED"/>
                </a:solidFill>
                <a:latin typeface="Arial" pitchFamily="34" charset="0"/>
                <a:ea typeface="Arial" pitchFamily="34" charset="-122"/>
                <a:cs typeface="Arial" pitchFamily="34" charset="-120"/>
              </a:rPr>
              <a:t>JOUR</a:t>
            </a:r>
            <a:endParaRPr lang="en-US" sz="1650" dirty="0"/>
          </a:p>
        </p:txBody>
      </p:sp>
      <p:sp>
        <p:nvSpPr>
          <p:cNvPr id="8" name="Shape 6"/>
          <p:cNvSpPr/>
          <p:nvPr/>
        </p:nvSpPr>
        <p:spPr>
          <a:xfrm>
            <a:off x="2374553" y="3649414"/>
            <a:ext cx="6338888" cy="9525"/>
          </a:xfrm>
          <a:prstGeom prst="rect">
            <a:avLst/>
          </a:prstGeom>
          <a:solidFill>
            <a:srgbClr val="E6E6EC">
              <a:alpha val="16000"/>
            </a:srgbClr>
          </a:solidFill>
          <a:ln/>
        </p:spPr>
        <p:txBody>
          <a:bodyPr/>
          <a:lstStyle/>
          <a:p>
            <a:endParaRPr lang="en-GB"/>
          </a:p>
        </p:txBody>
      </p:sp>
      <p:sp>
        <p:nvSpPr>
          <p:cNvPr id="9" name="Text 7"/>
          <p:cNvSpPr/>
          <p:nvPr/>
        </p:nvSpPr>
        <p:spPr>
          <a:xfrm>
            <a:off x="2374553" y="3330327"/>
            <a:ext cx="6300454" cy="185737"/>
          </a:xfrm>
          <a:prstGeom prst="rect">
            <a:avLst/>
          </a:prstGeom>
          <a:noFill/>
          <a:ln/>
        </p:spPr>
        <p:txBody>
          <a:bodyPr wrap="square" lIns="25400" tIns="25400" rIns="25400" bIns="25400" rtlCol="0" anchor="ctr">
            <a:normAutofit fontScale="47500" lnSpcReduction="20000"/>
          </a:bodyPr>
          <a:lstStyle/>
          <a:p>
            <a:pPr marL="0" indent="0" algn="l">
              <a:lnSpc>
                <a:spcPct val="131154"/>
              </a:lnSpc>
              <a:buNone/>
            </a:pPr>
            <a:r>
              <a:rPr lang="en-US" sz="1650" kern="0" spc="132" dirty="0">
                <a:solidFill>
                  <a:srgbClr val="EAEAEC">
                    <a:alpha val="70000"/>
                  </a:srgbClr>
                </a:solidFill>
                <a:latin typeface="Arial" pitchFamily="34" charset="0"/>
                <a:ea typeface="Arial" pitchFamily="34" charset="-122"/>
                <a:cs typeface="Arial" pitchFamily="34" charset="-120"/>
              </a:rPr>
              <a:t>ZONE D'ÉTUDE</a:t>
            </a:r>
            <a:endParaRPr lang="en-US" sz="1650" dirty="0"/>
          </a:p>
        </p:txBody>
      </p:sp>
      <p:sp>
        <p:nvSpPr>
          <p:cNvPr id="10" name="Shape 8"/>
          <p:cNvSpPr/>
          <p:nvPr/>
        </p:nvSpPr>
        <p:spPr>
          <a:xfrm>
            <a:off x="8713440" y="3649414"/>
            <a:ext cx="7288560" cy="9525"/>
          </a:xfrm>
          <a:prstGeom prst="rect">
            <a:avLst/>
          </a:prstGeom>
          <a:solidFill>
            <a:srgbClr val="E6E6EC">
              <a:alpha val="16000"/>
            </a:srgbClr>
          </a:solidFill>
          <a:ln/>
        </p:spPr>
        <p:txBody>
          <a:bodyPr/>
          <a:lstStyle/>
          <a:p>
            <a:endParaRPr lang="en-GB"/>
          </a:p>
        </p:txBody>
      </p:sp>
      <p:sp>
        <p:nvSpPr>
          <p:cNvPr id="11" name="Text 9"/>
          <p:cNvSpPr/>
          <p:nvPr/>
        </p:nvSpPr>
        <p:spPr>
          <a:xfrm>
            <a:off x="8713440" y="3330327"/>
            <a:ext cx="7278617" cy="185737"/>
          </a:xfrm>
          <a:prstGeom prst="rect">
            <a:avLst/>
          </a:prstGeom>
          <a:noFill/>
          <a:ln/>
        </p:spPr>
        <p:txBody>
          <a:bodyPr wrap="square" lIns="25400" tIns="25400" rIns="25400" bIns="25400" rtlCol="0" anchor="ctr">
            <a:normAutofit fontScale="47500" lnSpcReduction="20000"/>
          </a:bodyPr>
          <a:lstStyle/>
          <a:p>
            <a:pPr marL="0" indent="0" algn="l">
              <a:lnSpc>
                <a:spcPct val="131154"/>
              </a:lnSpc>
              <a:buNone/>
            </a:pPr>
            <a:r>
              <a:rPr lang="en-US" sz="1650" kern="0" spc="132" dirty="0">
                <a:solidFill>
                  <a:srgbClr val="EAEAEC">
                    <a:alpha val="70000"/>
                  </a:srgbClr>
                </a:solidFill>
                <a:latin typeface="Arial" pitchFamily="34" charset="0"/>
                <a:ea typeface="Arial" pitchFamily="34" charset="-122"/>
                <a:cs typeface="Arial" pitchFamily="34" charset="-120"/>
              </a:rPr>
              <a:t>CE QUE LA BASE A GAGNÉ</a:t>
            </a:r>
            <a:endParaRPr lang="en-US" sz="1650" dirty="0"/>
          </a:p>
        </p:txBody>
      </p:sp>
      <p:sp>
        <p:nvSpPr>
          <p:cNvPr id="12" name="Shape 10"/>
          <p:cNvSpPr/>
          <p:nvPr/>
        </p:nvSpPr>
        <p:spPr>
          <a:xfrm>
            <a:off x="1143000" y="3658939"/>
            <a:ext cx="14859000" cy="546497"/>
          </a:xfrm>
          <a:prstGeom prst="rect">
            <a:avLst/>
          </a:prstGeom>
          <a:gradFill rotWithShape="1">
            <a:gsLst>
              <a:gs pos="0">
                <a:srgbClr val="E6E6F2">
                  <a:alpha val="0"/>
                </a:srgbClr>
              </a:gs>
              <a:gs pos="50000">
                <a:srgbClr val="E6E6F2">
                  <a:alpha val="8000"/>
                </a:srgbClr>
              </a:gs>
              <a:gs pos="100000">
                <a:srgbClr val="E6E6F2">
                  <a:alpha val="8000"/>
                </a:srgbClr>
              </a:gs>
              <a:gs pos="100000">
                <a:srgbClr val="E6E6F2">
                  <a:alpha val="0"/>
                </a:srgbClr>
              </a:gs>
            </a:gsLst>
            <a:lin ang="0" scaled="0"/>
          </a:gradFill>
          <a:ln/>
        </p:spPr>
        <p:txBody>
          <a:bodyPr/>
          <a:lstStyle/>
          <a:p>
            <a:endParaRPr lang="en-GB"/>
          </a:p>
        </p:txBody>
      </p:sp>
      <p:sp>
        <p:nvSpPr>
          <p:cNvPr id="13" name="Shape 11"/>
          <p:cNvSpPr/>
          <p:nvPr/>
        </p:nvSpPr>
        <p:spPr>
          <a:xfrm>
            <a:off x="1143000" y="4195911"/>
            <a:ext cx="1231553" cy="9525"/>
          </a:xfrm>
          <a:prstGeom prst="rect">
            <a:avLst/>
          </a:prstGeom>
          <a:solidFill>
            <a:srgbClr val="E6E6EC">
              <a:alpha val="16000"/>
            </a:srgbClr>
          </a:solidFill>
          <a:ln/>
        </p:spPr>
        <p:txBody>
          <a:bodyPr/>
          <a:lstStyle/>
          <a:p>
            <a:endParaRPr lang="en-GB"/>
          </a:p>
        </p:txBody>
      </p:sp>
      <p:sp>
        <p:nvSpPr>
          <p:cNvPr id="14" name="Text 12"/>
          <p:cNvSpPr/>
          <p:nvPr/>
        </p:nvSpPr>
        <p:spPr>
          <a:xfrm>
            <a:off x="1143000" y="3830389"/>
            <a:ext cx="1079153" cy="232172"/>
          </a:xfrm>
          <a:prstGeom prst="rect">
            <a:avLst/>
          </a:prstGeom>
          <a:noFill/>
          <a:ln/>
        </p:spPr>
        <p:txBody>
          <a:bodyPr wrap="square" lIns="25400" tIns="25400" rIns="25400" bIns="25400" rtlCol="0" anchor="ctr">
            <a:normAutofit fontScale="47500" lnSpcReduction="20000"/>
          </a:bodyPr>
          <a:lstStyle/>
          <a:p>
            <a:pPr marL="0" indent="0" algn="l">
              <a:lnSpc>
                <a:spcPct val="135625"/>
              </a:lnSpc>
              <a:buNone/>
            </a:pPr>
            <a:r>
              <a:rPr lang="en-US" sz="2100" dirty="0">
                <a:solidFill>
                  <a:srgbClr val="E9E9ED"/>
                </a:solidFill>
                <a:latin typeface="Arial" pitchFamily="34" charset="0"/>
                <a:ea typeface="Arial" pitchFamily="34" charset="-122"/>
                <a:cs typeface="Arial" pitchFamily="34" charset="-120"/>
              </a:rPr>
              <a:t>Jour 1</a:t>
            </a:r>
            <a:endParaRPr lang="en-US" sz="2100" dirty="0"/>
          </a:p>
        </p:txBody>
      </p:sp>
      <p:sp>
        <p:nvSpPr>
          <p:cNvPr id="15" name="Shape 13"/>
          <p:cNvSpPr/>
          <p:nvPr/>
        </p:nvSpPr>
        <p:spPr>
          <a:xfrm>
            <a:off x="2374553" y="4195911"/>
            <a:ext cx="6338888" cy="9525"/>
          </a:xfrm>
          <a:prstGeom prst="rect">
            <a:avLst/>
          </a:prstGeom>
          <a:solidFill>
            <a:srgbClr val="E6E6EC">
              <a:alpha val="16000"/>
            </a:srgbClr>
          </a:solidFill>
          <a:ln/>
        </p:spPr>
        <p:txBody>
          <a:bodyPr/>
          <a:lstStyle/>
          <a:p>
            <a:endParaRPr lang="en-GB"/>
          </a:p>
        </p:txBody>
      </p:sp>
      <p:sp>
        <p:nvSpPr>
          <p:cNvPr id="16" name="Text 14"/>
          <p:cNvSpPr/>
          <p:nvPr/>
        </p:nvSpPr>
        <p:spPr>
          <a:xfrm>
            <a:off x="2374553" y="3830389"/>
            <a:ext cx="6300454" cy="232172"/>
          </a:xfrm>
          <a:prstGeom prst="rect">
            <a:avLst/>
          </a:prstGeom>
          <a:noFill/>
          <a:ln/>
        </p:spPr>
        <p:txBody>
          <a:bodyPr wrap="square" lIns="25400" tIns="25400" rIns="25400" bIns="25400" rtlCol="0" anchor="ctr">
            <a:normAutofit fontScale="47500" lnSpcReduction="20000"/>
          </a:bodyPr>
          <a:lstStyle/>
          <a:p>
            <a:pPr marL="0" indent="0" algn="l">
              <a:lnSpc>
                <a:spcPct val="135625"/>
              </a:lnSpc>
              <a:buNone/>
            </a:pPr>
            <a:r>
              <a:rPr lang="en-US" sz="2100" dirty="0">
                <a:solidFill>
                  <a:srgbClr val="E4E7F5"/>
                </a:solidFill>
                <a:latin typeface="Arial" pitchFamily="34" charset="0"/>
                <a:ea typeface="Arial" pitchFamily="34" charset="-122"/>
                <a:cs typeface="Arial" pitchFamily="34" charset="-120"/>
              </a:rPr>
              <a:t>Conception et développement (35-40%)</a:t>
            </a:r>
            <a:endParaRPr lang="en-US" sz="2100" dirty="0"/>
          </a:p>
        </p:txBody>
      </p:sp>
      <p:sp>
        <p:nvSpPr>
          <p:cNvPr id="17" name="Shape 15"/>
          <p:cNvSpPr/>
          <p:nvPr/>
        </p:nvSpPr>
        <p:spPr>
          <a:xfrm>
            <a:off x="8713440" y="4195911"/>
            <a:ext cx="7288560" cy="9525"/>
          </a:xfrm>
          <a:prstGeom prst="rect">
            <a:avLst/>
          </a:prstGeom>
          <a:solidFill>
            <a:srgbClr val="E6E6EC">
              <a:alpha val="16000"/>
            </a:srgbClr>
          </a:solidFill>
          <a:ln/>
        </p:spPr>
        <p:txBody>
          <a:bodyPr/>
          <a:lstStyle/>
          <a:p>
            <a:endParaRPr lang="en-GB"/>
          </a:p>
        </p:txBody>
      </p:sp>
      <p:sp>
        <p:nvSpPr>
          <p:cNvPr id="18" name="Text 16"/>
          <p:cNvSpPr/>
          <p:nvPr/>
        </p:nvSpPr>
        <p:spPr>
          <a:xfrm>
            <a:off x="8713440" y="3830389"/>
            <a:ext cx="7278617" cy="232172"/>
          </a:xfrm>
          <a:prstGeom prst="rect">
            <a:avLst/>
          </a:prstGeom>
          <a:noFill/>
          <a:ln/>
        </p:spPr>
        <p:txBody>
          <a:bodyPr wrap="square" lIns="25400" tIns="25400" rIns="25400" bIns="25400" rtlCol="0" anchor="ctr">
            <a:normAutofit fontScale="47500" lnSpcReduction="20000"/>
          </a:bodyPr>
          <a:lstStyle/>
          <a:p>
            <a:pPr marL="0" indent="0" algn="l">
              <a:lnSpc>
                <a:spcPct val="135625"/>
              </a:lnSpc>
              <a:buNone/>
            </a:pPr>
            <a:r>
              <a:rPr lang="en-US" sz="2100" dirty="0">
                <a:solidFill>
                  <a:srgbClr val="E4E7F5"/>
                </a:solidFill>
                <a:latin typeface="Arial" pitchFamily="34" charset="0"/>
                <a:ea typeface="Arial" pitchFamily="34" charset="-122"/>
                <a:cs typeface="Arial" pitchFamily="34" charset="-120"/>
              </a:rPr>
              <a:t>Schéma, vues, procédures, T-SQL avancé</a:t>
            </a:r>
            <a:endParaRPr lang="en-US" sz="2100" dirty="0"/>
          </a:p>
        </p:txBody>
      </p:sp>
      <p:sp>
        <p:nvSpPr>
          <p:cNvPr id="19" name="Shape 17"/>
          <p:cNvSpPr/>
          <p:nvPr/>
        </p:nvSpPr>
        <p:spPr>
          <a:xfrm>
            <a:off x="1143000" y="4205436"/>
            <a:ext cx="14859000" cy="546497"/>
          </a:xfrm>
          <a:prstGeom prst="rect">
            <a:avLst/>
          </a:prstGeom>
          <a:gradFill rotWithShape="1">
            <a:gsLst>
              <a:gs pos="0">
                <a:srgbClr val="E6E6F2">
                  <a:alpha val="0"/>
                </a:srgbClr>
              </a:gs>
              <a:gs pos="50000">
                <a:srgbClr val="E6E6F2">
                  <a:alpha val="8000"/>
                </a:srgbClr>
              </a:gs>
              <a:gs pos="100000">
                <a:srgbClr val="E6E6F2">
                  <a:alpha val="8000"/>
                </a:srgbClr>
              </a:gs>
              <a:gs pos="100000">
                <a:srgbClr val="E6E6F2">
                  <a:alpha val="0"/>
                </a:srgbClr>
              </a:gs>
            </a:gsLst>
            <a:lin ang="0" scaled="0"/>
          </a:gradFill>
          <a:ln/>
        </p:spPr>
        <p:txBody>
          <a:bodyPr/>
          <a:lstStyle/>
          <a:p>
            <a:endParaRPr lang="en-GB"/>
          </a:p>
        </p:txBody>
      </p:sp>
      <p:sp>
        <p:nvSpPr>
          <p:cNvPr id="20" name="Shape 18"/>
          <p:cNvSpPr/>
          <p:nvPr/>
        </p:nvSpPr>
        <p:spPr>
          <a:xfrm>
            <a:off x="1143000" y="4742408"/>
            <a:ext cx="1231553" cy="9525"/>
          </a:xfrm>
          <a:prstGeom prst="rect">
            <a:avLst/>
          </a:prstGeom>
          <a:solidFill>
            <a:srgbClr val="E6E6EC">
              <a:alpha val="16000"/>
            </a:srgbClr>
          </a:solidFill>
          <a:ln/>
        </p:spPr>
        <p:txBody>
          <a:bodyPr/>
          <a:lstStyle/>
          <a:p>
            <a:endParaRPr lang="en-GB"/>
          </a:p>
        </p:txBody>
      </p:sp>
      <p:sp>
        <p:nvSpPr>
          <p:cNvPr id="21" name="Text 19"/>
          <p:cNvSpPr/>
          <p:nvPr/>
        </p:nvSpPr>
        <p:spPr>
          <a:xfrm>
            <a:off x="1143000" y="4376886"/>
            <a:ext cx="1079153" cy="232172"/>
          </a:xfrm>
          <a:prstGeom prst="rect">
            <a:avLst/>
          </a:prstGeom>
          <a:noFill/>
          <a:ln/>
        </p:spPr>
        <p:txBody>
          <a:bodyPr wrap="square" lIns="25400" tIns="25400" rIns="25400" bIns="25400" rtlCol="0" anchor="ctr">
            <a:normAutofit fontScale="47500" lnSpcReduction="20000"/>
          </a:bodyPr>
          <a:lstStyle/>
          <a:p>
            <a:pPr marL="0" indent="0" algn="l">
              <a:lnSpc>
                <a:spcPct val="135625"/>
              </a:lnSpc>
              <a:buNone/>
            </a:pPr>
            <a:r>
              <a:rPr lang="en-US" sz="2100" dirty="0">
                <a:solidFill>
                  <a:srgbClr val="E9E9ED"/>
                </a:solidFill>
                <a:latin typeface="Arial" pitchFamily="34" charset="0"/>
                <a:ea typeface="Arial" pitchFamily="34" charset="-122"/>
                <a:cs typeface="Arial" pitchFamily="34" charset="-120"/>
              </a:rPr>
              <a:t>Jour 2</a:t>
            </a:r>
            <a:endParaRPr lang="en-US" sz="2100" dirty="0"/>
          </a:p>
        </p:txBody>
      </p:sp>
      <p:sp>
        <p:nvSpPr>
          <p:cNvPr id="22" name="Shape 20"/>
          <p:cNvSpPr/>
          <p:nvPr/>
        </p:nvSpPr>
        <p:spPr>
          <a:xfrm>
            <a:off x="2374553" y="4742408"/>
            <a:ext cx="6338888" cy="9525"/>
          </a:xfrm>
          <a:prstGeom prst="rect">
            <a:avLst/>
          </a:prstGeom>
          <a:solidFill>
            <a:srgbClr val="E6E6EC">
              <a:alpha val="16000"/>
            </a:srgbClr>
          </a:solidFill>
          <a:ln/>
        </p:spPr>
        <p:txBody>
          <a:bodyPr/>
          <a:lstStyle/>
          <a:p>
            <a:endParaRPr lang="en-GB"/>
          </a:p>
        </p:txBody>
      </p:sp>
      <p:sp>
        <p:nvSpPr>
          <p:cNvPr id="23" name="Text 21"/>
          <p:cNvSpPr/>
          <p:nvPr/>
        </p:nvSpPr>
        <p:spPr>
          <a:xfrm>
            <a:off x="2374553" y="4376886"/>
            <a:ext cx="6300454" cy="232172"/>
          </a:xfrm>
          <a:prstGeom prst="rect">
            <a:avLst/>
          </a:prstGeom>
          <a:noFill/>
          <a:ln/>
        </p:spPr>
        <p:txBody>
          <a:bodyPr wrap="square" lIns="25400" tIns="25400" rIns="25400" bIns="25400" rtlCol="0" anchor="ctr">
            <a:normAutofit fontScale="47500" lnSpcReduction="20000"/>
          </a:bodyPr>
          <a:lstStyle/>
          <a:p>
            <a:pPr marL="0" indent="0" algn="l">
              <a:lnSpc>
                <a:spcPct val="135625"/>
              </a:lnSpc>
              <a:buNone/>
            </a:pPr>
            <a:r>
              <a:rPr lang="en-US" sz="2100" dirty="0">
                <a:solidFill>
                  <a:srgbClr val="E4E7F5"/>
                </a:solidFill>
                <a:latin typeface="Arial" pitchFamily="34" charset="0"/>
                <a:ea typeface="Arial" pitchFamily="34" charset="-122"/>
                <a:cs typeface="Arial" pitchFamily="34" charset="-120"/>
              </a:rPr>
              <a:t>Sécurité, optimisation, CI/CD (35-40%)</a:t>
            </a:r>
            <a:endParaRPr lang="en-US" sz="2100" dirty="0"/>
          </a:p>
        </p:txBody>
      </p:sp>
      <p:sp>
        <p:nvSpPr>
          <p:cNvPr id="24" name="Shape 22"/>
          <p:cNvSpPr/>
          <p:nvPr/>
        </p:nvSpPr>
        <p:spPr>
          <a:xfrm>
            <a:off x="8713440" y="4742408"/>
            <a:ext cx="7288560" cy="9525"/>
          </a:xfrm>
          <a:prstGeom prst="rect">
            <a:avLst/>
          </a:prstGeom>
          <a:solidFill>
            <a:srgbClr val="E6E6EC">
              <a:alpha val="16000"/>
            </a:srgbClr>
          </a:solidFill>
          <a:ln/>
        </p:spPr>
        <p:txBody>
          <a:bodyPr/>
          <a:lstStyle/>
          <a:p>
            <a:endParaRPr lang="en-GB"/>
          </a:p>
        </p:txBody>
      </p:sp>
      <p:sp>
        <p:nvSpPr>
          <p:cNvPr id="25" name="Text 23"/>
          <p:cNvSpPr/>
          <p:nvPr/>
        </p:nvSpPr>
        <p:spPr>
          <a:xfrm>
            <a:off x="8713440" y="4376886"/>
            <a:ext cx="7278617" cy="232172"/>
          </a:xfrm>
          <a:prstGeom prst="rect">
            <a:avLst/>
          </a:prstGeom>
          <a:noFill/>
          <a:ln/>
        </p:spPr>
        <p:txBody>
          <a:bodyPr wrap="square" lIns="25400" tIns="25400" rIns="25400" bIns="25400" rtlCol="0" anchor="ctr">
            <a:normAutofit fontScale="47500" lnSpcReduction="20000"/>
          </a:bodyPr>
          <a:lstStyle/>
          <a:p>
            <a:pPr marL="0" indent="0" algn="l">
              <a:lnSpc>
                <a:spcPct val="135625"/>
              </a:lnSpc>
              <a:buNone/>
            </a:pPr>
            <a:r>
              <a:rPr lang="en-US" sz="2100" dirty="0">
                <a:solidFill>
                  <a:srgbClr val="E4E7F5"/>
                </a:solidFill>
                <a:latin typeface="Arial" pitchFamily="34" charset="0"/>
                <a:ea typeface="Arial" pitchFamily="34" charset="-122"/>
                <a:cs typeface="Arial" pitchFamily="34" charset="-120"/>
              </a:rPr>
              <a:t>Chiffrement, RLS, index, pipeline Git</a:t>
            </a:r>
            <a:endParaRPr lang="en-US" sz="2100" dirty="0"/>
          </a:p>
        </p:txBody>
      </p:sp>
      <p:sp>
        <p:nvSpPr>
          <p:cNvPr id="26" name="Shape 24"/>
          <p:cNvSpPr/>
          <p:nvPr/>
        </p:nvSpPr>
        <p:spPr>
          <a:xfrm>
            <a:off x="1143000" y="4751933"/>
            <a:ext cx="14859000" cy="546497"/>
          </a:xfrm>
          <a:prstGeom prst="rect">
            <a:avLst/>
          </a:prstGeom>
          <a:gradFill rotWithShape="1">
            <a:gsLst>
              <a:gs pos="0">
                <a:srgbClr val="E6E6F2">
                  <a:alpha val="0"/>
                </a:srgbClr>
              </a:gs>
              <a:gs pos="50000">
                <a:srgbClr val="E6E6F2">
                  <a:alpha val="8000"/>
                </a:srgbClr>
              </a:gs>
              <a:gs pos="100000">
                <a:srgbClr val="E6E6F2">
                  <a:alpha val="8000"/>
                </a:srgbClr>
              </a:gs>
              <a:gs pos="100000">
                <a:srgbClr val="E6E6F2">
                  <a:alpha val="0"/>
                </a:srgbClr>
              </a:gs>
            </a:gsLst>
            <a:lin ang="0" scaled="0"/>
          </a:gradFill>
          <a:ln/>
        </p:spPr>
        <p:txBody>
          <a:bodyPr/>
          <a:lstStyle/>
          <a:p>
            <a:endParaRPr lang="en-GB"/>
          </a:p>
        </p:txBody>
      </p:sp>
      <p:sp>
        <p:nvSpPr>
          <p:cNvPr id="27" name="Shape 25"/>
          <p:cNvSpPr/>
          <p:nvPr/>
        </p:nvSpPr>
        <p:spPr>
          <a:xfrm>
            <a:off x="1143000" y="5288905"/>
            <a:ext cx="1231553" cy="9525"/>
          </a:xfrm>
          <a:prstGeom prst="rect">
            <a:avLst/>
          </a:prstGeom>
          <a:solidFill>
            <a:srgbClr val="E6E6EC">
              <a:alpha val="16000"/>
            </a:srgbClr>
          </a:solidFill>
          <a:ln/>
        </p:spPr>
        <p:txBody>
          <a:bodyPr/>
          <a:lstStyle/>
          <a:p>
            <a:endParaRPr lang="en-GB"/>
          </a:p>
        </p:txBody>
      </p:sp>
      <p:sp>
        <p:nvSpPr>
          <p:cNvPr id="28" name="Text 26"/>
          <p:cNvSpPr/>
          <p:nvPr/>
        </p:nvSpPr>
        <p:spPr>
          <a:xfrm>
            <a:off x="1143000" y="4923383"/>
            <a:ext cx="1079153" cy="232172"/>
          </a:xfrm>
          <a:prstGeom prst="rect">
            <a:avLst/>
          </a:prstGeom>
          <a:noFill/>
          <a:ln/>
        </p:spPr>
        <p:txBody>
          <a:bodyPr wrap="square" lIns="25400" tIns="25400" rIns="25400" bIns="25400" rtlCol="0" anchor="ctr">
            <a:normAutofit fontScale="47500" lnSpcReduction="20000"/>
          </a:bodyPr>
          <a:lstStyle/>
          <a:p>
            <a:pPr marL="0" indent="0" algn="l">
              <a:lnSpc>
                <a:spcPct val="135625"/>
              </a:lnSpc>
              <a:buNone/>
            </a:pPr>
            <a:r>
              <a:rPr lang="en-US" sz="2100" dirty="0">
                <a:solidFill>
                  <a:srgbClr val="E9E9ED"/>
                </a:solidFill>
                <a:latin typeface="Arial" pitchFamily="34" charset="0"/>
                <a:ea typeface="Arial" pitchFamily="34" charset="-122"/>
                <a:cs typeface="Arial" pitchFamily="34" charset="-120"/>
              </a:rPr>
              <a:t>Jour 3</a:t>
            </a:r>
            <a:endParaRPr lang="en-US" sz="2100" dirty="0"/>
          </a:p>
        </p:txBody>
      </p:sp>
      <p:sp>
        <p:nvSpPr>
          <p:cNvPr id="29" name="Shape 27"/>
          <p:cNvSpPr/>
          <p:nvPr/>
        </p:nvSpPr>
        <p:spPr>
          <a:xfrm>
            <a:off x="2374553" y="5288905"/>
            <a:ext cx="6338888" cy="9525"/>
          </a:xfrm>
          <a:prstGeom prst="rect">
            <a:avLst/>
          </a:prstGeom>
          <a:solidFill>
            <a:srgbClr val="E6E6EC">
              <a:alpha val="16000"/>
            </a:srgbClr>
          </a:solidFill>
          <a:ln/>
        </p:spPr>
        <p:txBody>
          <a:bodyPr/>
          <a:lstStyle/>
          <a:p>
            <a:endParaRPr lang="en-GB"/>
          </a:p>
        </p:txBody>
      </p:sp>
      <p:sp>
        <p:nvSpPr>
          <p:cNvPr id="30" name="Text 28"/>
          <p:cNvSpPr/>
          <p:nvPr/>
        </p:nvSpPr>
        <p:spPr>
          <a:xfrm>
            <a:off x="2374553" y="4923383"/>
            <a:ext cx="6300454" cy="232172"/>
          </a:xfrm>
          <a:prstGeom prst="rect">
            <a:avLst/>
          </a:prstGeom>
          <a:noFill/>
          <a:ln/>
        </p:spPr>
        <p:txBody>
          <a:bodyPr wrap="square" lIns="25400" tIns="25400" rIns="25400" bIns="25400" rtlCol="0" anchor="ctr">
            <a:normAutofit fontScale="47500" lnSpcReduction="20000"/>
          </a:bodyPr>
          <a:lstStyle/>
          <a:p>
            <a:pPr marL="0" indent="0" algn="l">
              <a:lnSpc>
                <a:spcPct val="135625"/>
              </a:lnSpc>
              <a:buNone/>
            </a:pPr>
            <a:r>
              <a:rPr lang="en-US" sz="2100" dirty="0">
                <a:solidFill>
                  <a:srgbClr val="E4E7F5"/>
                </a:solidFill>
                <a:latin typeface="Arial" pitchFamily="34" charset="0"/>
                <a:ea typeface="Arial" pitchFamily="34" charset="-122"/>
                <a:cs typeface="Arial" pitchFamily="34" charset="-120"/>
              </a:rPr>
              <a:t>Fonctionnalités IA (25-30%)</a:t>
            </a:r>
            <a:endParaRPr lang="en-US" sz="2100" dirty="0"/>
          </a:p>
        </p:txBody>
      </p:sp>
      <p:sp>
        <p:nvSpPr>
          <p:cNvPr id="31" name="Shape 29"/>
          <p:cNvSpPr/>
          <p:nvPr/>
        </p:nvSpPr>
        <p:spPr>
          <a:xfrm>
            <a:off x="8713440" y="5288905"/>
            <a:ext cx="7288560" cy="9525"/>
          </a:xfrm>
          <a:prstGeom prst="rect">
            <a:avLst/>
          </a:prstGeom>
          <a:solidFill>
            <a:srgbClr val="E6E6EC">
              <a:alpha val="16000"/>
            </a:srgbClr>
          </a:solidFill>
          <a:ln/>
        </p:spPr>
        <p:txBody>
          <a:bodyPr/>
          <a:lstStyle/>
          <a:p>
            <a:endParaRPr lang="en-GB"/>
          </a:p>
        </p:txBody>
      </p:sp>
      <p:sp>
        <p:nvSpPr>
          <p:cNvPr id="32" name="Text 30"/>
          <p:cNvSpPr/>
          <p:nvPr/>
        </p:nvSpPr>
        <p:spPr>
          <a:xfrm>
            <a:off x="8713440" y="4923383"/>
            <a:ext cx="7278617" cy="232172"/>
          </a:xfrm>
          <a:prstGeom prst="rect">
            <a:avLst/>
          </a:prstGeom>
          <a:noFill/>
          <a:ln/>
        </p:spPr>
        <p:txBody>
          <a:bodyPr wrap="square" lIns="25400" tIns="25400" rIns="25400" bIns="25400" rtlCol="0" anchor="ctr">
            <a:normAutofit fontScale="47500" lnSpcReduction="20000"/>
          </a:bodyPr>
          <a:lstStyle/>
          <a:p>
            <a:pPr marL="0" indent="0" algn="l">
              <a:lnSpc>
                <a:spcPct val="135625"/>
              </a:lnSpc>
              <a:buNone/>
            </a:pPr>
            <a:r>
              <a:rPr lang="en-US" sz="2100" dirty="0">
                <a:solidFill>
                  <a:srgbClr val="E4E7F5"/>
                </a:solidFill>
                <a:latin typeface="Arial" pitchFamily="34" charset="0"/>
                <a:ea typeface="Arial" pitchFamily="34" charset="-122"/>
                <a:cs typeface="Arial" pitchFamily="34" charset="-120"/>
              </a:rPr>
              <a:t>Embeddings, recherche hybride, assistant RAG</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826"/>
        </a:solidFill>
        <a:effectLst/>
      </p:bgPr>
    </p:bg>
    <p:spTree>
      <p:nvGrpSpPr>
        <p:cNvPr id="1" name=""/>
        <p:cNvGrpSpPr/>
        <p:nvPr/>
      </p:nvGrpSpPr>
      <p:grpSpPr>
        <a:xfrm>
          <a:off x="0" y="0"/>
          <a:ext cx="0" cy="0"/>
          <a:chOff x="0" y="0"/>
          <a:chExt cx="0" cy="0"/>
        </a:xfrm>
      </p:grpSpPr>
      <p:sp>
        <p:nvSpPr>
          <p:cNvPr id="4" name="Text 2"/>
          <p:cNvSpPr/>
          <p:nvPr/>
        </p:nvSpPr>
        <p:spPr>
          <a:xfrm>
            <a:off x="1109960" y="1693664"/>
            <a:ext cx="17638544" cy="440085"/>
          </a:xfrm>
          <a:prstGeom prst="rect">
            <a:avLst/>
          </a:prstGeom>
          <a:noFill/>
          <a:ln/>
        </p:spPr>
        <p:txBody>
          <a:bodyPr wrap="square" lIns="25400" tIns="25400" rIns="25400" bIns="25400" rtlCol="0" anchor="t">
            <a:normAutofit fontScale="70000" lnSpcReduction="20000"/>
          </a:bodyPr>
          <a:lstStyle/>
          <a:p>
            <a:pPr marL="0" indent="0" algn="l">
              <a:lnSpc>
                <a:spcPct val="98507"/>
              </a:lnSpc>
              <a:buNone/>
            </a:pPr>
            <a:r>
              <a:rPr lang="en-US" sz="4350" kern="0" spc="-65" dirty="0">
                <a:solidFill>
                  <a:srgbClr val="E9E9ED"/>
                </a:solidFill>
                <a:latin typeface="Arial" pitchFamily="34" charset="0"/>
                <a:ea typeface="Arial" pitchFamily="34" charset="-122"/>
                <a:cs typeface="Arial" pitchFamily="34" charset="-120"/>
              </a:rPr>
              <a:t>La démonstration de bout en bout</a:t>
            </a:r>
            <a:endParaRPr lang="en-US" sz="4350" dirty="0"/>
          </a:p>
        </p:txBody>
      </p:sp>
      <p:sp>
        <p:nvSpPr>
          <p:cNvPr id="5" name="Text 3"/>
          <p:cNvSpPr/>
          <p:nvPr/>
        </p:nvSpPr>
        <p:spPr>
          <a:xfrm>
            <a:off x="929640" y="3131195"/>
            <a:ext cx="11910060" cy="2103834"/>
          </a:xfrm>
          <a:prstGeom prst="rect">
            <a:avLst/>
          </a:prstGeom>
          <a:noFill/>
          <a:ln/>
        </p:spPr>
        <p:txBody>
          <a:bodyPr wrap="square" lIns="25400" tIns="25400" rIns="25400" bIns="25400" rtlCol="0" anchor="t">
            <a:normAutofit/>
          </a:bodyPr>
          <a:lstStyle/>
          <a:p>
            <a:pPr marL="0" indent="0" algn="l">
              <a:lnSpc>
                <a:spcPct val="118919"/>
              </a:lnSpc>
              <a:buNone/>
            </a:pPr>
            <a:r>
              <a:rPr lang="en-US" sz="2400" dirty="0">
                <a:solidFill>
                  <a:srgbClr val="E9E9ED"/>
                </a:solidFill>
                <a:latin typeface="Arial" pitchFamily="34" charset="0"/>
                <a:ea typeface="Arial" pitchFamily="34" charset="-122"/>
                <a:cs typeface="Arial" pitchFamily="34" charset="-120"/>
              </a:rPr>
              <a:t>« Quel vélo de route recommandez-vous sous 1500 € avec de bons avis ? »</a:t>
            </a:r>
            <a:endParaRPr lang="en-US" sz="2400" dirty="0"/>
          </a:p>
          <a:p>
            <a:pPr marL="0" indent="0" algn="l">
              <a:lnSpc>
                <a:spcPct val="118919"/>
              </a:lnSpc>
              <a:buNone/>
            </a:pPr>
            <a:r>
              <a:rPr lang="en-US" sz="2400" dirty="0">
                <a:solidFill>
                  <a:srgbClr val="E9E9ED"/>
                </a:solidFill>
                <a:latin typeface="Arial" pitchFamily="34" charset="0"/>
                <a:ea typeface="Arial" pitchFamily="34" charset="-122"/>
                <a:cs typeface="Arial" pitchFamily="34" charset="-120"/>
              </a:rPr>
              <a:t>Recherche hybride (Jour 3) sur un catalogue chiffré et masqué (Jour 2), exposé via Data API Builder (Jour 2), construit sur un schéma versionné (Jour 2) issu des objets et procédures du Jour 1 — puis une réponse générée et ancrée par RAG (Jour 3).</a:t>
            </a:r>
            <a:endParaRPr lang="en-US" sz="2400" dirty="0"/>
          </a:p>
        </p:txBody>
      </p:sp>
      <p:sp>
        <p:nvSpPr>
          <p:cNvPr id="6" name="Shape 4"/>
          <p:cNvSpPr/>
          <p:nvPr/>
        </p:nvSpPr>
        <p:spPr>
          <a:xfrm>
            <a:off x="1143000" y="5907435"/>
            <a:ext cx="14859000" cy="981075"/>
          </a:xfrm>
          <a:prstGeom prst="roundRect">
            <a:avLst>
              <a:gd name="adj" fmla="val 7767"/>
            </a:avLst>
          </a:prstGeom>
          <a:solidFill>
            <a:srgbClr val="211F2C"/>
          </a:solidFill>
          <a:ln/>
        </p:spPr>
        <p:txBody>
          <a:bodyPr/>
          <a:lstStyle/>
          <a:p>
            <a:endParaRPr lang="en-GB"/>
          </a:p>
        </p:txBody>
      </p:sp>
      <p:sp>
        <p:nvSpPr>
          <p:cNvPr id="7" name="Text 5"/>
          <p:cNvSpPr/>
          <p:nvPr/>
        </p:nvSpPr>
        <p:spPr>
          <a:xfrm>
            <a:off x="1390650" y="6097935"/>
            <a:ext cx="14809470" cy="638175"/>
          </a:xfrm>
          <a:prstGeom prst="rect">
            <a:avLst/>
          </a:prstGeom>
          <a:noFill/>
          <a:ln/>
        </p:spPr>
        <p:txBody>
          <a:bodyPr wrap="square" lIns="25400" tIns="25400" rIns="25400" bIns="25400" rtlCol="0" anchor="t">
            <a:normAutofit fontScale="92500" lnSpcReduction="10000"/>
          </a:bodyPr>
          <a:lstStyle/>
          <a:p>
            <a:pPr marL="0" indent="0" algn="l">
              <a:lnSpc>
                <a:spcPct val="136957"/>
              </a:lnSpc>
              <a:buNone/>
            </a:pPr>
            <a:r>
              <a:rPr lang="en-US" sz="1575" dirty="0">
                <a:solidFill>
                  <a:srgbClr val="E9E6F5"/>
                </a:solidFill>
                <a:latin typeface="Courier New" pitchFamily="34" charset="0"/>
                <a:ea typeface="Courier New" pitchFamily="34" charset="-122"/>
                <a:cs typeface="Courier New" pitchFamily="34" charset="-120"/>
              </a:rPr>
              <a:t>EXEC SalesLT.usp_AskProductAssistant</a:t>
            </a:r>
            <a:endParaRPr lang="en-US" sz="1575" dirty="0"/>
          </a:p>
          <a:p>
            <a:pPr marL="0" indent="0" algn="l">
              <a:lnSpc>
                <a:spcPct val="136957"/>
              </a:lnSpc>
              <a:buNone/>
            </a:pPr>
            <a:r>
              <a:rPr lang="en-US" sz="1575" dirty="0">
                <a:solidFill>
                  <a:srgbClr val="E9E6F5"/>
                </a:solidFill>
                <a:latin typeface="Courier New" pitchFamily="34" charset="0"/>
                <a:ea typeface="Courier New" pitchFamily="34" charset="-122"/>
                <a:cs typeface="Courier New" pitchFamily="34" charset="-120"/>
              </a:rPr>
              <a:t>  @Question = N'Quel vélo de route recommandez-vous sous 1500 € avec de bons avis ?';</a:t>
            </a:r>
            <a:endParaRPr lang="en-US" sz="15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826"/>
        </a:solidFill>
        <a:effectLst/>
      </p:bgPr>
    </p:bg>
    <p:spTree>
      <p:nvGrpSpPr>
        <p:cNvPr id="1" name=""/>
        <p:cNvGrpSpPr/>
        <p:nvPr/>
      </p:nvGrpSpPr>
      <p:grpSpPr>
        <a:xfrm>
          <a:off x="0" y="0"/>
          <a:ext cx="0" cy="0"/>
          <a:chOff x="0" y="0"/>
          <a:chExt cx="0" cy="0"/>
        </a:xfrm>
      </p:grpSpPr>
      <p:sp>
        <p:nvSpPr>
          <p:cNvPr id="4" name="Text 2"/>
          <p:cNvSpPr/>
          <p:nvPr/>
        </p:nvSpPr>
        <p:spPr>
          <a:xfrm>
            <a:off x="1109960" y="1693664"/>
            <a:ext cx="17638544" cy="440085"/>
          </a:xfrm>
          <a:prstGeom prst="rect">
            <a:avLst/>
          </a:prstGeom>
          <a:noFill/>
          <a:ln/>
        </p:spPr>
        <p:txBody>
          <a:bodyPr wrap="square" lIns="25400" tIns="25400" rIns="25400" bIns="25400" rtlCol="0" anchor="t">
            <a:normAutofit fontScale="70000" lnSpcReduction="20000"/>
          </a:bodyPr>
          <a:lstStyle/>
          <a:p>
            <a:pPr marL="0" indent="0" algn="l">
              <a:lnSpc>
                <a:spcPct val="98507"/>
              </a:lnSpc>
              <a:buNone/>
            </a:pPr>
            <a:r>
              <a:rPr lang="en-US" sz="4350" kern="0" spc="-65" dirty="0">
                <a:solidFill>
                  <a:srgbClr val="E9E9ED"/>
                </a:solidFill>
                <a:latin typeface="Arial" pitchFamily="34" charset="0"/>
                <a:ea typeface="Arial" pitchFamily="34" charset="-122"/>
                <a:cs typeface="Arial" pitchFamily="34" charset="-120"/>
              </a:rPr>
              <a:t>Les points à revoir avant le DP-800</a:t>
            </a:r>
            <a:endParaRPr lang="en-US" sz="4350" dirty="0"/>
          </a:p>
        </p:txBody>
      </p:sp>
      <p:sp>
        <p:nvSpPr>
          <p:cNvPr id="5" name="Text 3"/>
          <p:cNvSpPr/>
          <p:nvPr/>
        </p:nvSpPr>
        <p:spPr>
          <a:xfrm>
            <a:off x="1143000" y="3248918"/>
            <a:ext cx="5308491" cy="259854"/>
          </a:xfrm>
          <a:prstGeom prst="rect">
            <a:avLst/>
          </a:prstGeom>
          <a:noFill/>
          <a:ln/>
        </p:spPr>
        <p:txBody>
          <a:bodyPr wrap="square" lIns="25400" tIns="25400" rIns="25400" bIns="25400" rtlCol="0" anchor="t">
            <a:normAutofit fontScale="70000" lnSpcReduction="20000"/>
          </a:bodyPr>
          <a:lstStyle/>
          <a:p>
            <a:pPr marL="0" indent="0" algn="l">
              <a:lnSpc>
                <a:spcPct val="96865"/>
              </a:lnSpc>
              <a:buNone/>
            </a:pPr>
            <a:r>
              <a:rPr lang="en-US" sz="2400" kern="0" spc="-36" dirty="0">
                <a:solidFill>
                  <a:srgbClr val="E9E9ED"/>
                </a:solidFill>
                <a:latin typeface="Arial" pitchFamily="34" charset="0"/>
                <a:ea typeface="Arial" pitchFamily="34" charset="-122"/>
                <a:cs typeface="Arial" pitchFamily="34" charset="-120"/>
              </a:rPr>
              <a:t>Jour 1 — 35-40%</a:t>
            </a:r>
            <a:endParaRPr lang="en-US" sz="2400" dirty="0"/>
          </a:p>
        </p:txBody>
      </p:sp>
      <p:sp>
        <p:nvSpPr>
          <p:cNvPr id="6" name="Text 4"/>
          <p:cNvSpPr/>
          <p:nvPr/>
        </p:nvSpPr>
        <p:spPr>
          <a:xfrm>
            <a:off x="1143000" y="3584079"/>
            <a:ext cx="4970678" cy="2028676"/>
          </a:xfrm>
          <a:prstGeom prst="rect">
            <a:avLst/>
          </a:prstGeom>
          <a:noFill/>
          <a:ln/>
        </p:spPr>
        <p:txBody>
          <a:bodyPr wrap="square" lIns="25400" tIns="25400" rIns="25400" bIns="25400" rtlCol="0" anchor="t">
            <a:normAutofit/>
          </a:bodyPr>
          <a:lstStyle/>
          <a:p>
            <a:pPr marL="0" indent="0" algn="l">
              <a:lnSpc>
                <a:spcPct val="134839"/>
              </a:lnSpc>
              <a:buNone/>
            </a:pPr>
            <a:r>
              <a:rPr lang="en-US" sz="1950" dirty="0">
                <a:solidFill>
                  <a:srgbClr val="CFD3E5"/>
                </a:solidFill>
                <a:latin typeface="Arial" pitchFamily="34" charset="0"/>
                <a:ea typeface="Arial" pitchFamily="34" charset="-122"/>
                <a:cs typeface="Arial" pitchFamily="34" charset="-120"/>
              </a:rPr>
              <a:t>Choix de plateforme, tables/index/types spécialisés, vues/procs/fonctions/triggers, CTE et fenêtrage, JSON et regex, gestion d'erreurs, Copilot + MCP.</a:t>
            </a:r>
            <a:endParaRPr lang="en-US" sz="1950" dirty="0"/>
          </a:p>
        </p:txBody>
      </p:sp>
      <p:sp>
        <p:nvSpPr>
          <p:cNvPr id="7" name="Text 5"/>
          <p:cNvSpPr/>
          <p:nvPr/>
        </p:nvSpPr>
        <p:spPr>
          <a:xfrm>
            <a:off x="6730901" y="3248918"/>
            <a:ext cx="5308655" cy="259854"/>
          </a:xfrm>
          <a:prstGeom prst="rect">
            <a:avLst/>
          </a:prstGeom>
          <a:noFill/>
          <a:ln/>
        </p:spPr>
        <p:txBody>
          <a:bodyPr wrap="square" lIns="25400" tIns="25400" rIns="25400" bIns="25400" rtlCol="0" anchor="t">
            <a:normAutofit fontScale="70000" lnSpcReduction="20000"/>
          </a:bodyPr>
          <a:lstStyle/>
          <a:p>
            <a:pPr marL="0" indent="0" algn="l">
              <a:lnSpc>
                <a:spcPct val="96865"/>
              </a:lnSpc>
              <a:buNone/>
            </a:pPr>
            <a:r>
              <a:rPr lang="en-US" sz="2400" kern="0" spc="-36" dirty="0">
                <a:solidFill>
                  <a:srgbClr val="E9E9ED"/>
                </a:solidFill>
                <a:latin typeface="Arial" pitchFamily="34" charset="0"/>
                <a:ea typeface="Arial" pitchFamily="34" charset="-122"/>
                <a:cs typeface="Arial" pitchFamily="34" charset="-120"/>
              </a:rPr>
              <a:t>Jour 2 — 35-40%</a:t>
            </a:r>
            <a:endParaRPr lang="en-US" sz="2400" dirty="0"/>
          </a:p>
        </p:txBody>
      </p:sp>
      <p:sp>
        <p:nvSpPr>
          <p:cNvPr id="8" name="Text 6"/>
          <p:cNvSpPr/>
          <p:nvPr/>
        </p:nvSpPr>
        <p:spPr>
          <a:xfrm>
            <a:off x="6730901" y="3584079"/>
            <a:ext cx="4970831" cy="2028676"/>
          </a:xfrm>
          <a:prstGeom prst="rect">
            <a:avLst/>
          </a:prstGeom>
          <a:noFill/>
          <a:ln/>
        </p:spPr>
        <p:txBody>
          <a:bodyPr wrap="square" lIns="25400" tIns="25400" rIns="25400" bIns="25400" rtlCol="0" anchor="t">
            <a:normAutofit/>
          </a:bodyPr>
          <a:lstStyle/>
          <a:p>
            <a:pPr marL="0" indent="0" algn="l">
              <a:lnSpc>
                <a:spcPct val="134839"/>
              </a:lnSpc>
              <a:buNone/>
            </a:pPr>
            <a:r>
              <a:rPr lang="en-US" sz="1950" dirty="0">
                <a:solidFill>
                  <a:srgbClr val="CFD3E5"/>
                </a:solidFill>
                <a:latin typeface="Arial" pitchFamily="34" charset="0"/>
                <a:ea typeface="Arial" pitchFamily="34" charset="-122"/>
                <a:cs typeface="Arial" pitchFamily="34" charset="-120"/>
              </a:rPr>
              <a:t>TDE vs Always Encrypted, masquage, RLS, rôles et audit, diagnostic de performance (Query Store, plans, interblocages), projets SQL Database et CI/CD, DAB et CDC.</a:t>
            </a:r>
            <a:endParaRPr lang="en-US" sz="1950" dirty="0"/>
          </a:p>
        </p:txBody>
      </p:sp>
      <p:sp>
        <p:nvSpPr>
          <p:cNvPr id="9" name="Text 7"/>
          <p:cNvSpPr/>
          <p:nvPr/>
        </p:nvSpPr>
        <p:spPr>
          <a:xfrm>
            <a:off x="12318950" y="3248918"/>
            <a:ext cx="5308491" cy="259854"/>
          </a:xfrm>
          <a:prstGeom prst="rect">
            <a:avLst/>
          </a:prstGeom>
          <a:noFill/>
          <a:ln/>
        </p:spPr>
        <p:txBody>
          <a:bodyPr wrap="square" lIns="25400" tIns="25400" rIns="25400" bIns="25400" rtlCol="0" anchor="t">
            <a:normAutofit fontScale="70000" lnSpcReduction="20000"/>
          </a:bodyPr>
          <a:lstStyle/>
          <a:p>
            <a:pPr marL="0" indent="0" algn="l">
              <a:lnSpc>
                <a:spcPct val="96865"/>
              </a:lnSpc>
              <a:buNone/>
            </a:pPr>
            <a:r>
              <a:rPr lang="en-US" sz="2400" kern="0" spc="-36" dirty="0">
                <a:solidFill>
                  <a:srgbClr val="E9E9ED"/>
                </a:solidFill>
                <a:latin typeface="Arial" pitchFamily="34" charset="0"/>
                <a:ea typeface="Arial" pitchFamily="34" charset="-122"/>
                <a:cs typeface="Arial" pitchFamily="34" charset="-120"/>
              </a:rPr>
              <a:t>Jour 3 — 25-30%</a:t>
            </a:r>
            <a:endParaRPr lang="en-US" sz="2400" dirty="0"/>
          </a:p>
        </p:txBody>
      </p:sp>
      <p:sp>
        <p:nvSpPr>
          <p:cNvPr id="10" name="Text 8"/>
          <p:cNvSpPr/>
          <p:nvPr/>
        </p:nvSpPr>
        <p:spPr>
          <a:xfrm>
            <a:off x="12318950" y="3584079"/>
            <a:ext cx="4970678" cy="2028676"/>
          </a:xfrm>
          <a:prstGeom prst="rect">
            <a:avLst/>
          </a:prstGeom>
          <a:noFill/>
          <a:ln/>
        </p:spPr>
        <p:txBody>
          <a:bodyPr wrap="square" lIns="25400" tIns="25400" rIns="25400" bIns="25400" rtlCol="0" anchor="t">
            <a:normAutofit/>
          </a:bodyPr>
          <a:lstStyle/>
          <a:p>
            <a:pPr marL="0" indent="0" algn="l">
              <a:lnSpc>
                <a:spcPct val="134839"/>
              </a:lnSpc>
              <a:buNone/>
            </a:pPr>
            <a:r>
              <a:rPr lang="en-US" sz="1950" dirty="0">
                <a:solidFill>
                  <a:srgbClr val="CFD3E5"/>
                </a:solidFill>
                <a:latin typeface="Arial" pitchFamily="34" charset="0"/>
                <a:ea typeface="Arial" pitchFamily="34" charset="-122"/>
                <a:cs typeface="Arial" pitchFamily="34" charset="-120"/>
              </a:rPr>
              <a:t>Modèles externes et embeddings, recherche texte intégral/vectorielle/hybride (RRF), construction d'un prompt RAG et appel LLM sécurisé.</a:t>
            </a:r>
            <a:endParaRPr lang="en-US" sz="1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62A60"/>
        </a:solidFill>
        <a:effectLst/>
      </p:bgPr>
    </p:bg>
    <p:spTree>
      <p:nvGrpSpPr>
        <p:cNvPr id="1" name=""/>
        <p:cNvGrpSpPr/>
        <p:nvPr/>
      </p:nvGrpSpPr>
      <p:grpSpPr>
        <a:xfrm>
          <a:off x="0" y="0"/>
          <a:ext cx="0" cy="0"/>
          <a:chOff x="0" y="0"/>
          <a:chExt cx="0" cy="0"/>
        </a:xfrm>
      </p:grpSpPr>
      <p:sp>
        <p:nvSpPr>
          <p:cNvPr id="3" name="Text 1"/>
          <p:cNvSpPr/>
          <p:nvPr/>
        </p:nvSpPr>
        <p:spPr>
          <a:xfrm>
            <a:off x="1143000" y="3846612"/>
            <a:ext cx="798612"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kern="0" spc="99" dirty="0">
                <a:solidFill>
                  <a:srgbClr val="9184D9"/>
                </a:solidFill>
                <a:latin typeface="Arial" pitchFamily="34" charset="0"/>
                <a:ea typeface="Arial" pitchFamily="34" charset="-122"/>
                <a:cs typeface="Arial" pitchFamily="34" charset="-120"/>
              </a:rPr>
              <a:t>MERCI</a:t>
            </a:r>
            <a:endParaRPr lang="en-US" sz="1650" dirty="0"/>
          </a:p>
        </p:txBody>
      </p:sp>
      <p:sp>
        <p:nvSpPr>
          <p:cNvPr id="4" name="Text 2"/>
          <p:cNvSpPr/>
          <p:nvPr/>
        </p:nvSpPr>
        <p:spPr>
          <a:xfrm>
            <a:off x="1109960" y="4514255"/>
            <a:ext cx="16372567" cy="440085"/>
          </a:xfrm>
          <a:prstGeom prst="rect">
            <a:avLst/>
          </a:prstGeom>
          <a:noFill/>
          <a:ln/>
        </p:spPr>
        <p:txBody>
          <a:bodyPr wrap="square" lIns="25400" tIns="25400" rIns="25400" bIns="25400" rtlCol="0" anchor="t">
            <a:normAutofit fontScale="70000" lnSpcReduction="20000"/>
          </a:bodyPr>
          <a:lstStyle/>
          <a:p>
            <a:pPr marL="0" indent="0" algn="l">
              <a:lnSpc>
                <a:spcPct val="98507"/>
              </a:lnSpc>
              <a:buNone/>
            </a:pPr>
            <a:r>
              <a:rPr lang="en-US" sz="4350" kern="0" spc="-65" dirty="0">
                <a:solidFill>
                  <a:srgbClr val="E9E9ED"/>
                </a:solidFill>
                <a:latin typeface="Arial" pitchFamily="34" charset="0"/>
                <a:ea typeface="Arial" pitchFamily="34" charset="-122"/>
                <a:cs typeface="Arial" pitchFamily="34" charset="-120"/>
              </a:rPr>
              <a:t>Trois jours, une base, un parcours complet vers le DP-800</a:t>
            </a:r>
            <a:endParaRPr lang="en-US" sz="4350" dirty="0"/>
          </a:p>
        </p:txBody>
      </p:sp>
      <p:sp>
        <p:nvSpPr>
          <p:cNvPr id="5" name="Text 3"/>
          <p:cNvSpPr/>
          <p:nvPr/>
        </p:nvSpPr>
        <p:spPr>
          <a:xfrm>
            <a:off x="1143000" y="5259139"/>
            <a:ext cx="8912453" cy="1295400"/>
          </a:xfrm>
          <a:prstGeom prst="rect">
            <a:avLst/>
          </a:prstGeom>
          <a:noFill/>
          <a:ln/>
        </p:spPr>
        <p:txBody>
          <a:bodyPr wrap="square" lIns="25400" tIns="25400" rIns="25400" bIns="25400" rtlCol="0" anchor="t">
            <a:normAutofit lnSpcReduction="10000"/>
          </a:bodyPr>
          <a:lstStyle/>
          <a:p>
            <a:pPr marL="0" indent="0" algn="l">
              <a:lnSpc>
                <a:spcPct val="104762"/>
              </a:lnSpc>
              <a:buNone/>
            </a:pPr>
            <a:r>
              <a:rPr lang="en-US" sz="2700" dirty="0">
                <a:solidFill>
                  <a:srgbClr val="E9E9ED"/>
                </a:solidFill>
                <a:latin typeface="Arial" pitchFamily="34" charset="0"/>
                <a:ea typeface="Arial" pitchFamily="34" charset="-122"/>
                <a:cs typeface="Arial" pitchFamily="34" charset="-120"/>
              </a:rPr>
              <a:t>Le script AdventureWorks Commerce Cloud et les 12 fiches synthétiques restent à vous pour continuer à pratiquer.</a:t>
            </a:r>
            <a:endParaRPr lang="en-US" sz="2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085964E25350F4FB3FE643AE11B2B20" ma:contentTypeVersion="10" ma:contentTypeDescription="Create a new document." ma:contentTypeScope="" ma:versionID="1e1d1b9c64e4e863bf8aa3867e361155">
  <xsd:schema xmlns:xsd="http://www.w3.org/2001/XMLSchema" xmlns:xs="http://www.w3.org/2001/XMLSchema" xmlns:p="http://schemas.microsoft.com/office/2006/metadata/properties" xmlns:ns2="d9df9240-fc95-4deb-9c9d-de700c44a7a7" xmlns:ns3="33363a87-7e43-46da-9332-4c6d176b06e4" targetNamespace="http://schemas.microsoft.com/office/2006/metadata/properties" ma:root="true" ma:fieldsID="6f44e94be1ec4ee84c894018ce3c7098" ns2:_="" ns3:_="">
    <xsd:import namespace="d9df9240-fc95-4deb-9c9d-de700c44a7a7"/>
    <xsd:import namespace="33363a87-7e43-46da-9332-4c6d176b06e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9df9240-fc95-4deb-9c9d-de700c44a7a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4ef1542d-73bf-4483-a10a-dd7f0542ff0d"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3363a87-7e43-46da-9332-4c6d176b06e4"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03c4884d-0209-46c7-838c-3dc439699bfd}" ma:internalName="TaxCatchAll" ma:showField="CatchAllData" ma:web="33363a87-7e43-46da-9332-4c6d176b06e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33363a87-7e43-46da-9332-4c6d176b06e4" xsi:nil="true"/>
    <lcf76f155ced4ddcb4097134ff3c332f xmlns="d9df9240-fc95-4deb-9c9d-de700c44a7a7">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EEB4E02-66B2-4F41-960A-0F5DA712858E}"/>
</file>

<file path=customXml/itemProps2.xml><?xml version="1.0" encoding="utf-8"?>
<ds:datastoreItem xmlns:ds="http://schemas.openxmlformats.org/officeDocument/2006/customXml" ds:itemID="{88573F0D-38D7-4F31-9471-631F35D91DB2}">
  <ds:schemaRefs>
    <ds:schemaRef ds:uri="33363a87-7e43-46da-9332-4c6d176b06e4"/>
    <ds:schemaRef ds:uri="http://schemas.microsoft.com/office/2006/documentManagement/types"/>
    <ds:schemaRef ds:uri="http://www.w3.org/XML/1998/namespace"/>
    <ds:schemaRef ds:uri="http://schemas.microsoft.com/office/infopath/2007/PartnerControls"/>
    <ds:schemaRef ds:uri="http://purl.org/dc/elements/1.1/"/>
    <ds:schemaRef ds:uri="http://purl.org/dc/terms/"/>
    <ds:schemaRef ds:uri="http://schemas.microsoft.com/office/2006/metadata/properties"/>
    <ds:schemaRef ds:uri="http://schemas.openxmlformats.org/package/2006/metadata/core-properties"/>
    <ds:schemaRef ds:uri="d9df9240-fc95-4deb-9c9d-de700c44a7a7"/>
    <ds:schemaRef ds:uri="http://purl.org/dc/dcmitype/"/>
  </ds:schemaRefs>
</ds:datastoreItem>
</file>

<file path=customXml/itemProps3.xml><?xml version="1.0" encoding="utf-8"?>
<ds:datastoreItem xmlns:ds="http://schemas.openxmlformats.org/officeDocument/2006/customXml" ds:itemID="{5EE9100C-AC3D-443C-AD36-6D7215BEF570}">
  <ds:schemaRefs>
    <ds:schemaRef ds:uri="http://schemas.microsoft.com/sharepoint/v3/contenttype/forms"/>
  </ds:schemaRefs>
</ds:datastoreItem>
</file>

<file path=docMetadata/LabelInfo.xml><?xml version="1.0" encoding="utf-8"?>
<clbl:labelList xmlns:clbl="http://schemas.microsoft.com/office/2020/mipLabelMetadata">
  <clbl:label id="{defa4170-0d19-0005-0004-bc88714345d2}" enabled="1" method="Standard" siteId="{ffe9cb1d-3ae5-460e-857d-cc6afe98ae68}" removed="0"/>
</clbl:labelList>
</file>

<file path=docProps/app.xml><?xml version="1.0" encoding="utf-8"?>
<Properties xmlns="http://schemas.openxmlformats.org/officeDocument/2006/extended-properties" xmlns:vt="http://schemas.openxmlformats.org/officeDocument/2006/docPropsVTypes">
  <TotalTime>4</TotalTime>
  <Words>451</Words>
  <Application>Microsoft Office PowerPoint</Application>
  <PresentationFormat>Personnalisé</PresentationFormat>
  <Paragraphs>53</Paragraphs>
  <Slides>6</Slides>
  <Notes>6</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6</vt:i4>
      </vt:variant>
    </vt:vector>
  </HeadingPairs>
  <TitlesOfParts>
    <vt:vector size="10" baseType="lpstr">
      <vt:lpstr>Arial</vt:lpstr>
      <vt:lpstr>Calibri</vt:lpstr>
      <vt:lpstr>Courier New</vt:lpstr>
      <vt:lpstr>Office Theme</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PptxGenJS Presentation</dc:subject>
  <dc:creator/>
  <cp:lastModifiedBy>Rodrigue YENGO</cp:lastModifiedBy>
  <cp:revision>1</cp:revision>
  <dcterms:created xsi:type="dcterms:W3CDTF">2026-07-28T14:41:17Z</dcterms:created>
  <dcterms:modified xsi:type="dcterms:W3CDTF">2026-07-29T17:10:48Z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0x0101000085964E25350F4FB3FE643AE11B2B20</vt:lpwstr>
  </property>
  <property fmtid="{D5CDD505-2E9C-101B-9397-08002B2CF9AE}" pid="3" name="MediaServiceImageTags">
    <vt:lpwstr/>
  </property>
</Properties>
</file>