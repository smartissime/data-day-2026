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D0690-F230-4DFF-92C6-98A023134BAC}" v="4" dt="2026-07-29T15:40:12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9T17:07:34.417" v="79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7:07:10.207" v="72" actId="21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5:39:52.714" v="40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2:01.858" v="32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81" v="2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490" v="5" actId="2763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0:43.328" v="48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0:43.328" v="48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0:43.328" v="48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4:37.364" v="60" actId="207"/>
          <ac:spMkLst>
            <pc:docMk/>
            <pc:sldMk cId="0" sldId="256"/>
            <ac:spMk id="12" creationId="{92EC005E-A51E-314B-C40E-B8627D1DACCC}"/>
          </ac:spMkLst>
        </pc:spChg>
        <pc:spChg chg="mod">
          <ac:chgData name="Rodrigue YENGO" userId="9019d928-c12d-48de-bdb2-52a833805ac2" providerId="ADAL" clId="{20734E0D-FF75-44B1-9DFF-D19DBB4D069A}" dt="2026-07-29T15:54:37.364" v="60" actId="207"/>
          <ac:spMkLst>
            <pc:docMk/>
            <pc:sldMk cId="0" sldId="256"/>
            <ac:spMk id="13" creationId="{0D18C6EE-F748-E06B-E08B-DCD7B3FAA490}"/>
          </ac:spMkLst>
        </pc:spChg>
        <pc:grpChg chg="add mod">
          <ac:chgData name="Rodrigue YENGO" userId="9019d928-c12d-48de-bdb2-52a833805ac2" providerId="ADAL" clId="{20734E0D-FF75-44B1-9DFF-D19DBB4D069A}" dt="2026-07-29T15:39:53.805" v="41"/>
          <ac:grpSpMkLst>
            <pc:docMk/>
            <pc:sldMk cId="0" sldId="256"/>
            <ac:grpSpMk id="3" creationId="{3819C1F0-FCD7-8F6D-670C-3A5196018993}"/>
          </ac:grpSpMkLst>
        </pc:grpChg>
        <pc:picChg chg="add del mod">
          <ac:chgData name="Rodrigue YENGO" userId="9019d928-c12d-48de-bdb2-52a833805ac2" providerId="ADAL" clId="{20734E0D-FF75-44B1-9DFF-D19DBB4D069A}" dt="2026-07-29T17:04:53.221" v="66" actId="478"/>
          <ac:picMkLst>
            <pc:docMk/>
            <pc:sldMk cId="0" sldId="256"/>
            <ac:picMk id="6" creationId="{8D2C4BBD-4D25-C538-477C-3B0928B7510C}"/>
          </ac:picMkLst>
        </pc:picChg>
        <pc:picChg chg="add del mod">
          <ac:chgData name="Rodrigue YENGO" userId="9019d928-c12d-48de-bdb2-52a833805ac2" providerId="ADAL" clId="{20734E0D-FF75-44B1-9DFF-D19DBB4D069A}" dt="2026-07-29T17:07:10.207" v="72" actId="21"/>
          <ac:picMkLst>
            <pc:docMk/>
            <pc:sldMk cId="0" sldId="256"/>
            <ac:picMk id="8" creationId="{B4614EAC-5DA7-70DE-93B5-31AAE01ECD76}"/>
          </ac:picMkLst>
        </pc:picChg>
        <pc:picChg chg="mod">
          <ac:chgData name="Rodrigue YENGO" userId="9019d928-c12d-48de-bdb2-52a833805ac2" providerId="ADAL" clId="{20734E0D-FF75-44B1-9DFF-D19DBB4D069A}" dt="2026-07-29T15:39:53.805" v="41"/>
          <ac:picMkLst>
            <pc:docMk/>
            <pc:sldMk cId="0" sldId="256"/>
            <ac:picMk id="9" creationId="{6F549C2C-71AE-2F95-ED50-F28162AA48F7}"/>
          </ac:picMkLst>
        </pc:picChg>
        <pc:picChg chg="mod">
          <ac:chgData name="Rodrigue YENGO" userId="9019d928-c12d-48de-bdb2-52a833805ac2" providerId="ADAL" clId="{20734E0D-FF75-44B1-9DFF-D19DBB4D069A}" dt="2026-07-29T15:39:53.805" v="41"/>
          <ac:picMkLst>
            <pc:docMk/>
            <pc:sldMk cId="0" sldId="256"/>
            <ac:picMk id="10" creationId="{9B0CED60-6DFE-AE5E-6F5F-8D0DD17AF210}"/>
          </ac:picMkLst>
        </pc:picChg>
        <pc:picChg chg="mod">
          <ac:chgData name="Rodrigue YENGO" userId="9019d928-c12d-48de-bdb2-52a833805ac2" providerId="ADAL" clId="{20734E0D-FF75-44B1-9DFF-D19DBB4D069A}" dt="2026-07-29T15:39:53.805" v="41"/>
          <ac:picMkLst>
            <pc:docMk/>
            <pc:sldMk cId="0" sldId="256"/>
            <ac:picMk id="11" creationId="{31FBC999-89D9-2C86-98FA-6039E5884CE7}"/>
          </ac:picMkLst>
        </pc:picChg>
      </pc:sldChg>
      <pc:sldChg chg="delSp modSp mod">
        <pc:chgData name="Rodrigue YENGO" userId="9019d928-c12d-48de-bdb2-52a833805ac2" providerId="ADAL" clId="{20734E0D-FF75-44B1-9DFF-D19DBB4D069A}" dt="2026-07-28T14:02:16.093" v="34" actId="478"/>
        <pc:sldMkLst>
          <pc:docMk/>
          <pc:sldMk cId="0" sldId="257"/>
        </pc:sldMkLst>
        <pc:spChg chg="del mod">
          <ac:chgData name="Rodrigue YENGO" userId="9019d928-c12d-48de-bdb2-52a833805ac2" providerId="ADAL" clId="{20734E0D-FF75-44B1-9DFF-D19DBB4D069A}" dt="2026-07-28T14:02:16.093" v="34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73" v="8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82" v="10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78" v="9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69" v="7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86" v="11" actId="27636"/>
          <ac:spMkLst>
            <pc:docMk/>
            <pc:sldMk cId="0" sldId="257"/>
            <ac:spMk id="11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5:40:51.413" v="50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5:40:49.716" v="49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2:20.423" v="35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02" v="1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11" v="15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593" v="12" actId="27636"/>
          <ac:spMkLst>
            <pc:docMk/>
            <pc:sldMk cId="0" sldId="258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0:51.413" v="50" actId="478"/>
          <ac:picMkLst>
            <pc:docMk/>
            <pc:sldMk cId="0" sldId="258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1:01.266" v="52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5:40:58.905" v="51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2:24.868" v="36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50" v="2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31" v="16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42" v="18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37" v="17" actId="27636"/>
          <ac:spMkLst>
            <pc:docMk/>
            <pc:sldMk cId="0" sldId="259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1:01.266" v="52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1:06.061" v="53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5:41:06.061" v="53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2:29.747" v="37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59" v="22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5:41:11.085" v="55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5:41:09.216" v="54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8T14:02:35.147" v="38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68" v="23" actId="27636"/>
          <ac:spMkLst>
            <pc:docMk/>
            <pc:sldMk cId="0" sldId="261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1:11.085" v="55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1:16.539" v="56" actId="478"/>
        <pc:sldMkLst>
          <pc:docMk/>
          <pc:sldMk cId="0" sldId="262"/>
        </pc:sldMkLst>
        <pc:spChg chg="del mod">
          <ac:chgData name="Rodrigue YENGO" userId="9019d928-c12d-48de-bdb2-52a833805ac2" providerId="ADAL" clId="{20734E0D-FF75-44B1-9DFF-D19DBB4D069A}" dt="2026-07-28T14:02:38.842" v="3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82" v="25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1:16.539" v="56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1:20.328" v="57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5:41:20.328" v="57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95" v="27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13:39:25.698" v="28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delSp mod modSldLayout">
        <pc:chgData name="Rodrigue YENGO" userId="9019d928-c12d-48de-bdb2-52a833805ac2" providerId="ADAL" clId="{20734E0D-FF75-44B1-9DFF-D19DBB4D069A}" dt="2026-07-29T17:07:34.417" v="79" actId="22"/>
        <pc:sldMasterMkLst>
          <pc:docMk/>
          <pc:sldMasterMk cId="0" sldId="2147483648"/>
        </pc:sldMasterMkLst>
        <pc:picChg chg="add del">
          <ac:chgData name="Rodrigue YENGO" userId="9019d928-c12d-48de-bdb2-52a833805ac2" providerId="ADAL" clId="{20734E0D-FF75-44B1-9DFF-D19DBB4D069A}" dt="2026-07-29T17:07:33.725" v="78" actId="478"/>
          <ac:picMkLst>
            <pc:docMk/>
            <pc:sldMasterMk cId="0" sldId="2147483648"/>
            <ac:picMk id="3" creationId="{6023B020-C1A1-94CE-4E6C-88D1001741C4}"/>
          </ac:picMkLst>
        </pc:picChg>
        <pc:picChg chg="add del">
          <ac:chgData name="Rodrigue YENGO" userId="9019d928-c12d-48de-bdb2-52a833805ac2" providerId="ADAL" clId="{20734E0D-FF75-44B1-9DFF-D19DBB4D069A}" dt="2026-07-29T15:54:18.021" v="58" actId="478"/>
          <ac:picMkLst>
            <pc:docMk/>
            <pc:sldMasterMk cId="0" sldId="2147483648"/>
            <ac:picMk id="3" creationId="{CF8CC0C4-B9FE-9F7F-C91F-3FD01C0FD3B3}"/>
          </ac:picMkLst>
        </pc:picChg>
        <pc:picChg chg="add">
          <ac:chgData name="Rodrigue YENGO" userId="9019d928-c12d-48de-bdb2-52a833805ac2" providerId="ADAL" clId="{20734E0D-FF75-44B1-9DFF-D19DBB4D069A}" dt="2026-07-29T15:54:18.833" v="59" actId="22"/>
          <ac:picMkLst>
            <pc:docMk/>
            <pc:sldMasterMk cId="0" sldId="2147483648"/>
            <ac:picMk id="4" creationId="{50D5F170-B697-D084-F6CC-42CB5424D3D0}"/>
          </ac:picMkLst>
        </pc:picChg>
        <pc:picChg chg="add">
          <ac:chgData name="Rodrigue YENGO" userId="9019d928-c12d-48de-bdb2-52a833805ac2" providerId="ADAL" clId="{20734E0D-FF75-44B1-9DFF-D19DBB4D069A}" dt="2026-07-29T17:07:34.417" v="79" actId="22"/>
          <ac:picMkLst>
            <pc:docMk/>
            <pc:sldMasterMk cId="0" sldId="2147483648"/>
            <ac:picMk id="6" creationId="{17F505BC-18F3-BAD0-2BA4-EA7726B9CB97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7:07:30.128" v="77" actId="21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8T14:02:07.271" v="33" actId="22"/>
            <ac:spMkLst>
              <pc:docMk/>
              <pc:sldMasterMk cId="0" sldId="2147483648"/>
              <pc:sldLayoutMk cId="0" sldId="2147483649"/>
              <ac:spMk id="3" creationId="{62898836-E8E7-9E63-152F-615D463BA987}"/>
            </ac:spMkLst>
          </pc:spChg>
          <pc:spChg chg="add mod">
            <ac:chgData name="Rodrigue YENGO" userId="9019d928-c12d-48de-bdb2-52a833805ac2" providerId="ADAL" clId="{20734E0D-FF75-44B1-9DFF-D19DBB4D069A}" dt="2026-07-29T15:40:30.586" v="47" actId="255"/>
            <ac:spMkLst>
              <pc:docMk/>
              <pc:sldMasterMk cId="0" sldId="2147483648"/>
              <pc:sldLayoutMk cId="0" sldId="2147483649"/>
              <ac:spMk id="4" creationId="{A1DEE29E-CCB2-C551-3406-F49902394D0C}"/>
            </ac:spMkLst>
          </pc:spChg>
          <pc:spChg chg="add mod">
            <ac:chgData name="Rodrigue YENGO" userId="9019d928-c12d-48de-bdb2-52a833805ac2" providerId="ADAL" clId="{20734E0D-FF75-44B1-9DFF-D19DBB4D069A}" dt="2026-07-29T15:40:30.586" v="47" actId="255"/>
            <ac:spMkLst>
              <pc:docMk/>
              <pc:sldMasterMk cId="0" sldId="2147483648"/>
              <pc:sldLayoutMk cId="0" sldId="2147483649"/>
              <ac:spMk id="6" creationId="{1085289C-85A0-455F-F3BC-6FD5F734AF1E}"/>
            </ac:spMkLst>
          </pc:spChg>
          <pc:spChg chg="add mod">
            <ac:chgData name="Rodrigue YENGO" userId="9019d928-c12d-48de-bdb2-52a833805ac2" providerId="ADAL" clId="{20734E0D-FF75-44B1-9DFF-D19DBB4D069A}" dt="2026-07-29T15:40:30.586" v="47" actId="255"/>
            <ac:spMkLst>
              <pc:docMk/>
              <pc:sldMasterMk cId="0" sldId="2147483648"/>
              <pc:sldLayoutMk cId="0" sldId="2147483649"/>
              <ac:spMk id="8" creationId="{4B4B9844-F27D-9C9B-70B4-168DD9FFAA35}"/>
            </ac:spMkLst>
          </pc:spChg>
          <pc:picChg chg="add del">
            <ac:chgData name="Rodrigue YENGO" userId="9019d928-c12d-48de-bdb2-52a833805ac2" providerId="ADAL" clId="{20734E0D-FF75-44B1-9DFF-D19DBB4D069A}" dt="2026-07-29T17:04:04.250" v="62" actId="478"/>
            <ac:picMkLst>
              <pc:docMk/>
              <pc:sldMasterMk cId="0" sldId="2147483648"/>
              <pc:sldLayoutMk cId="0" sldId="2147483649"/>
              <ac:picMk id="5" creationId="{335E17D5-CB53-5CB0-5D2F-B7AC01512D5F}"/>
            </ac:picMkLst>
          </pc:picChg>
          <pc:picChg chg="add del mod">
            <ac:chgData name="Rodrigue YENGO" userId="9019d928-c12d-48de-bdb2-52a833805ac2" providerId="ADAL" clId="{20734E0D-FF75-44B1-9DFF-D19DBB4D069A}" dt="2026-07-29T17:07:30.128" v="77" actId="21"/>
            <ac:picMkLst>
              <pc:docMk/>
              <pc:sldMasterMk cId="0" sldId="2147483648"/>
              <pc:sldLayoutMk cId="0" sldId="2147483649"/>
              <ac:picMk id="9" creationId="{ABEA1ACC-E7A6-2E70-F8F0-8B824772E10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912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sécurise l'écriture des transactions puis on accélère le développement avec l'IA, en gardant le contrôle sur ce qui part vers un modèle externe.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@@TRANCOUNT avant ROLLBACK évite l'erreur « aucune transaction active » en imbrication. THROW sans argument propage l'erreur d'origine.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Jour 1 ; le Jour 2 attaque sécurité, optimisation et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2898836-E8E7-9E63-152F-615D463BA987}"/>
              </a:ext>
            </a:extLst>
          </p:cNvPr>
          <p:cNvSpPr/>
          <p:nvPr userDrawn="1"/>
        </p:nvSpPr>
        <p:spPr>
          <a:xfrm>
            <a:off x="1143000" y="685651"/>
            <a:ext cx="44372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4 · 14:55 – 17:00</a:t>
            </a:r>
            <a:endParaRPr lang="en-US" sz="16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1DEE29E-CCB2-C551-3406-F49902394D0C}"/>
              </a:ext>
            </a:extLst>
          </p:cNvPr>
          <p:cNvSpPr/>
          <p:nvPr userDrawn="1"/>
        </p:nvSpPr>
        <p:spPr>
          <a:xfrm>
            <a:off x="1143000" y="9296399"/>
            <a:ext cx="3245078" cy="51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085289C-85A0-455F-F3BC-6FD5F734AF1E}"/>
              </a:ext>
            </a:extLst>
          </p:cNvPr>
          <p:cNvSpPr/>
          <p:nvPr userDrawn="1"/>
        </p:nvSpPr>
        <p:spPr>
          <a:xfrm>
            <a:off x="4264521" y="9296399"/>
            <a:ext cx="136624" cy="51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B4B9844-F27D-9C9B-70B4-168DD9FFAA35}"/>
              </a:ext>
            </a:extLst>
          </p:cNvPr>
          <p:cNvSpPr/>
          <p:nvPr userDrawn="1"/>
        </p:nvSpPr>
        <p:spPr>
          <a:xfrm>
            <a:off x="4496395" y="9296399"/>
            <a:ext cx="2313072" cy="51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6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0D5F170-B697-D084-F6CC-42CB5424D3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7F505BC-18F3-BAD0-2BA4-EA7726B9CB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avancé (2/2)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erreurs, GitHub Copilot, serveur MCP et sécurité du code assisté par l'IA.</a:t>
            </a:r>
            <a:endParaRPr lang="en-US" sz="2700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3819C1F0-FCD7-8F6D-670C-3A5196018993}"/>
              </a:ext>
            </a:extLst>
          </p:cNvPr>
          <p:cNvGrpSpPr/>
          <p:nvPr/>
        </p:nvGrpSpPr>
        <p:grpSpPr>
          <a:xfrm>
            <a:off x="10310563" y="561196"/>
            <a:ext cx="6990490" cy="8735204"/>
            <a:chOff x="11002220" y="561196"/>
            <a:chExt cx="6990490" cy="8735204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6F549C2C-71AE-2F95-ED50-F28162AA4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9B0CED60-6DFE-AE5E-6F5F-8D0DD17AF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1FBC999-89D9-2C86-98FA-6039E5884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92EC005E-A51E-314B-C40E-B8627D1DACCC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0D18C6EE-F748-E06B-E08B-DCD7B3FAA490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Fiabiliser, puis accélérer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et transactions fiables.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Complétion de code et langage naturel vers SQL.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interroge le vrai schéma en direct.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n'entraîne les modèles Microsoft.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structurée des erreurs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2806154"/>
            <a:ext cx="14859000" cy="3081338"/>
          </a:xfrm>
          <a:prstGeom prst="roundRect">
            <a:avLst>
              <a:gd name="adj" fmla="val 247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390650" y="2996654"/>
            <a:ext cx="14809470" cy="2738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écritures liées --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TRY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CATCH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@@TRANCOUNT &gt; 0 ROLLBACK TRANSACTION;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CATCH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29640" y="6503938"/>
            <a:ext cx="11910060" cy="1265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@@TRANCOUNT avant ROLLBACK : évite l'erreur « aucune transaction active » en imbrication.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 sans argument propage l'erreur d'origine à l'appelant.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SQL assisté par l'IA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Fabric Copilot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Complétion de code et langage naturel vers SQL, directement dans SSMS 22+ ou VS Code.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MCP SQL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Norme ouverte : l'IA interroge le schéma et les métadonnées réels de la base, en temps réel.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d'instructions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.github/copilot-instructions.md : normes de codage T-SQL partagées par toute l'équipe.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connecté au serveur MCP 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travaille sur le schéma réel, pas sur des suppositions.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854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Copilot dans SSMS 22+ (badge visible dans la barre d'état).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le serveur MCP SQL sur AdventureWorksCommerceCloud.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en langage naturel : « les 5 clients avec le plus de commandes » → Copilot génère la requête à partir du schéma réel.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connecter Copilot à un serveur MCP SQL plutôt que de le laisser deviner le schéma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 accélère l'exécution des requêtes générées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interroge les tables et colonnes réelles, ce qui évite les erreurs de schéma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 chiffre automatiquement les données sensibles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91966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04348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Cela remplace la procédure d'audit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TRY/CATCH + @@TRANCOUNT : le socle de toute procédure transactionnelle fiable.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 sans argument conserve l'erreur d'origine.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+ MCP : l'IA travaille sur le schéma réel, pas sur des suppositions.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d'instructions aligne l'IA sur les conventions de l'équipe.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30848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DEMAIN — JOUR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133430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des données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Chiffrement, masquage dynamique, RLS, autorisations et audit.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1C48D6-9654-4A3A-AD24-18DEC151F2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E6637D-1E6C-4CAF-8F8D-80E37FD259B7}"/>
</file>

<file path=customXml/itemProps3.xml><?xml version="1.0" encoding="utf-8"?>
<ds:datastoreItem xmlns:ds="http://schemas.openxmlformats.org/officeDocument/2006/customXml" ds:itemID="{C3B0E93F-0524-4D6B-AD32-A8DFF630B537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d9df9240-fc95-4deb-9c9d-de700c44a7a7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33363a87-7e43-46da-9332-4c6d176b06e4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458</Words>
  <Application>Microsoft Office PowerPoint</Application>
  <PresentationFormat>Personnalisé</PresentationFormat>
  <Paragraphs>63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2026-07-28T13:27:42Z</dcterms:created>
  <dcterms:modified xsi:type="dcterms:W3CDTF">2026-07-29T17:07:41Z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