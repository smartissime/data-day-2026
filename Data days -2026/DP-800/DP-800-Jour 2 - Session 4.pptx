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CF814-2EDA-4C0F-BEF3-CC1F7DCBBD38}" v="4" dt="2026-07-29T15:59:56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undo custSel modSld modMainMaster">
      <pc:chgData name="Rodrigue YENGO" userId="9019d928-c12d-48de-bdb2-52a833805ac2" providerId="ADAL" clId="{20734E0D-FF75-44B1-9DFF-D19DBB4D069A}" dt="2026-07-29T17:09:23.488" v="62" actId="22"/>
      <pc:docMkLst>
        <pc:docMk/>
      </pc:docMkLst>
      <pc:sldChg chg="addSp delSp modSp mod">
        <pc:chgData name="Rodrigue YENGO" userId="9019d928-c12d-48de-bdb2-52a833805ac2" providerId="ADAL" clId="{20734E0D-FF75-44B1-9DFF-D19DBB4D069A}" dt="2026-07-29T15:59:16.891" v="61"/>
        <pc:sldMkLst>
          <pc:docMk/>
          <pc:sldMk cId="0" sldId="256"/>
        </pc:sldMkLst>
        <pc:spChg chg="add del">
          <ac:chgData name="Rodrigue YENGO" userId="9019d928-c12d-48de-bdb2-52a833805ac2" providerId="ADAL" clId="{20734E0D-FF75-44B1-9DFF-D19DBB4D069A}" dt="2026-07-29T14:52:34.220" v="38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Rodrigue YENGO" userId="9019d928-c12d-48de-bdb2-52a833805ac2" providerId="ADAL" clId="{20734E0D-FF75-44B1-9DFF-D19DBB4D069A}" dt="2026-07-29T14:51:29.549" v="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45" v="6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49" v="8" actId="27636"/>
          <ac:spMkLst>
            <pc:docMk/>
            <pc:sldMk cId="0" sldId="256"/>
            <ac:spMk id="5" creationId="{00000000-0000-0000-0000-000000000000}"/>
          </ac:spMkLst>
        </pc:spChg>
        <pc:spChg chg="del">
          <ac:chgData name="Rodrigue YENGO" userId="9019d928-c12d-48de-bdb2-52a833805ac2" providerId="ADAL" clId="{20734E0D-FF75-44B1-9DFF-D19DBB4D069A}" dt="2026-07-29T14:51:29.549" v="0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2:40.776" v="39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Rodrigue YENGO" userId="9019d928-c12d-48de-bdb2-52a833805ac2" providerId="ADAL" clId="{20734E0D-FF75-44B1-9DFF-D19DBB4D069A}" dt="2026-07-29T14:51:29.549" v="0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59:16.891" v="61"/>
          <ac:spMkLst>
            <pc:docMk/>
            <pc:sldMk cId="0" sldId="256"/>
            <ac:spMk id="8" creationId="{0B120320-33FE-5673-B306-5BAF2E064D64}"/>
          </ac:spMkLst>
        </pc:spChg>
        <pc:spChg chg="mod">
          <ac:chgData name="Rodrigue YENGO" userId="9019d928-c12d-48de-bdb2-52a833805ac2" providerId="ADAL" clId="{20734E0D-FF75-44B1-9DFF-D19DBB4D069A}" dt="2026-07-29T15:59:16.891" v="61"/>
          <ac:spMkLst>
            <pc:docMk/>
            <pc:sldMk cId="0" sldId="256"/>
            <ac:spMk id="9" creationId="{ADB033E2-FDAD-365C-20F3-8FF4C15E19D2}"/>
          </ac:spMkLst>
        </pc:spChg>
        <pc:grpChg chg="add mod">
          <ac:chgData name="Rodrigue YENGO" userId="9019d928-c12d-48de-bdb2-52a833805ac2" providerId="ADAL" clId="{20734E0D-FF75-44B1-9DFF-D19DBB4D069A}" dt="2026-07-29T15:59:16.891" v="61"/>
          <ac:grpSpMkLst>
            <pc:docMk/>
            <pc:sldMk cId="0" sldId="256"/>
            <ac:grpSpMk id="2" creationId="{B0A78609-23B8-F569-7DF4-4D140FD6A9E7}"/>
          </ac:grpSpMkLst>
        </pc:grpChg>
        <pc:picChg chg="mod">
          <ac:chgData name="Rodrigue YENGO" userId="9019d928-c12d-48de-bdb2-52a833805ac2" providerId="ADAL" clId="{20734E0D-FF75-44B1-9DFF-D19DBB4D069A}" dt="2026-07-29T15:59:16.891" v="61"/>
          <ac:picMkLst>
            <pc:docMk/>
            <pc:sldMk cId="0" sldId="256"/>
            <ac:picMk id="3" creationId="{A6ABA290-9EF0-6D29-F2DF-05F1009538A3}"/>
          </ac:picMkLst>
        </pc:picChg>
        <pc:picChg chg="mod">
          <ac:chgData name="Rodrigue YENGO" userId="9019d928-c12d-48de-bdb2-52a833805ac2" providerId="ADAL" clId="{20734E0D-FF75-44B1-9DFF-D19DBB4D069A}" dt="2026-07-29T15:59:16.891" v="61"/>
          <ac:picMkLst>
            <pc:docMk/>
            <pc:sldMk cId="0" sldId="256"/>
            <ac:picMk id="6" creationId="{7ED177FE-E589-16AA-AF8E-26471E6A1F85}"/>
          </ac:picMkLst>
        </pc:picChg>
        <pc:picChg chg="mod">
          <ac:chgData name="Rodrigue YENGO" userId="9019d928-c12d-48de-bdb2-52a833805ac2" providerId="ADAL" clId="{20734E0D-FF75-44B1-9DFF-D19DBB4D069A}" dt="2026-07-29T15:59:16.891" v="61"/>
          <ac:picMkLst>
            <pc:docMk/>
            <pc:sldMk cId="0" sldId="256"/>
            <ac:picMk id="7" creationId="{2993501E-1A02-53D9-ADAB-6B32ADC717F9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3:06.251" v="43" actId="478"/>
        <pc:sldMkLst>
          <pc:docMk/>
          <pc:sldMk cId="0" sldId="257"/>
        </pc:sldMkLst>
        <pc:spChg chg="del">
          <ac:chgData name="Rodrigue YENGO" userId="9019d928-c12d-48de-bdb2-52a833805ac2" providerId="ADAL" clId="{20734E0D-FF75-44B1-9DFF-D19DBB4D069A}" dt="2026-07-29T14:53:01.038" v="41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3:03.316" v="42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70" v="13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73" v="14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54" v="9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62" v="11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58" v="10" actId="27636"/>
          <ac:spMkLst>
            <pc:docMk/>
            <pc:sldMk cId="0" sldId="257"/>
            <ac:spMk id="11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3:06.251" v="43" actId="478"/>
          <ac:picMkLst>
            <pc:docMk/>
            <pc:sldMk cId="0" sldId="257"/>
            <ac:picMk id="13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3:17.126" v="46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4:53:09.914" v="44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3:13.161" v="4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86" v="16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88" v="17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382" v="15" actId="27636"/>
          <ac:spMkLst>
            <pc:docMk/>
            <pc:sldMk cId="0" sldId="258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3:17.126" v="46" actId="478"/>
          <ac:picMkLst>
            <pc:docMk/>
            <pc:sldMk cId="0" sldId="258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3:27.573" v="49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4:53:21.142" v="47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3:25.035" v="48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13" v="23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00" v="20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03" v="21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09" v="22" actId="27636"/>
          <ac:spMkLst>
            <pc:docMk/>
            <pc:sldMk cId="0" sldId="259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3:27.573" v="49" actId="478"/>
          <ac:picMkLst>
            <pc:docMk/>
            <pc:sldMk cId="0" sldId="259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3:36.981" v="52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4:53:32.188" v="50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3:34.528" v="51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27" v="26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24" v="25" actId="27636"/>
          <ac:spMkLst>
            <pc:docMk/>
            <pc:sldMk cId="0" sldId="260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3:36.981" v="52" actId="478"/>
          <ac:picMkLst>
            <pc:docMk/>
            <pc:sldMk cId="0" sldId="260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3:51.407" v="55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4:53:46.532" v="53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3:48.789" v="54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38" v="27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40" v="28" actId="27636"/>
          <ac:spMkLst>
            <pc:docMk/>
            <pc:sldMk cId="0" sldId="261"/>
            <ac:spMk id="5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3:51.407" v="55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4:02.780" v="58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4:53:56.718" v="56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3:59.546" v="57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49" v="30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4:02.780" v="58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4:08.319" v="59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4:54:08.319" v="59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60" v="32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51:45.462" v="33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mod modSldLayout">
        <pc:chgData name="Rodrigue YENGO" userId="9019d928-c12d-48de-bdb2-52a833805ac2" providerId="ADAL" clId="{20734E0D-FF75-44B1-9DFF-D19DBB4D069A}" dt="2026-07-29T17:09:23.488" v="62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9T15:58:52.524" v="60" actId="22"/>
          <ac:picMkLst>
            <pc:docMk/>
            <pc:sldMasterMk cId="0" sldId="2147483648"/>
            <ac:picMk id="3" creationId="{43637F60-1FB5-D5D2-3138-CA7D743B05F4}"/>
          </ac:picMkLst>
        </pc:picChg>
        <pc:sldLayoutChg chg="addSp modSp mod setBg">
          <pc:chgData name="Rodrigue YENGO" userId="9019d928-c12d-48de-bdb2-52a833805ac2" providerId="ADAL" clId="{20734E0D-FF75-44B1-9DFF-D19DBB4D069A}" dt="2026-07-29T17:09:23.488" v="62" actId="22"/>
          <pc:sldLayoutMkLst>
            <pc:docMk/>
            <pc:sldMasterMk cId="0" sldId="2147483648"/>
            <pc:sldLayoutMk cId="0" sldId="2147483649"/>
          </pc:sldLayoutMkLst>
          <pc:spChg chg="add mod">
            <ac:chgData name="Rodrigue YENGO" userId="9019d928-c12d-48de-bdb2-52a833805ac2" providerId="ADAL" clId="{20734E0D-FF75-44B1-9DFF-D19DBB4D069A}" dt="2026-07-29T14:52:07.888" v="35" actId="14100"/>
            <ac:spMkLst>
              <pc:docMk/>
              <pc:sldMasterMk cId="0" sldId="2147483648"/>
              <pc:sldLayoutMk cId="0" sldId="2147483649"/>
              <ac:spMk id="3" creationId="{1D8DBC22-0357-810C-F519-85A040A4A4D4}"/>
            </ac:spMkLst>
          </pc:spChg>
          <pc:spChg chg="add mod">
            <ac:chgData name="Rodrigue YENGO" userId="9019d928-c12d-48de-bdb2-52a833805ac2" providerId="ADAL" clId="{20734E0D-FF75-44B1-9DFF-D19DBB4D069A}" dt="2026-07-29T14:52:07.888" v="35" actId="14100"/>
            <ac:spMkLst>
              <pc:docMk/>
              <pc:sldMasterMk cId="0" sldId="2147483648"/>
              <pc:sldLayoutMk cId="0" sldId="2147483649"/>
              <ac:spMk id="5" creationId="{8955254E-6D66-EB30-4C89-9D9EDEFD8350}"/>
            </ac:spMkLst>
          </pc:spChg>
          <pc:spChg chg="add mod">
            <ac:chgData name="Rodrigue YENGO" userId="9019d928-c12d-48de-bdb2-52a833805ac2" providerId="ADAL" clId="{20734E0D-FF75-44B1-9DFF-D19DBB4D069A}" dt="2026-07-29T14:52:07.888" v="35" actId="14100"/>
            <ac:spMkLst>
              <pc:docMk/>
              <pc:sldMasterMk cId="0" sldId="2147483648"/>
              <pc:sldLayoutMk cId="0" sldId="2147483649"/>
              <ac:spMk id="7" creationId="{2C0E54F4-9462-8324-6993-EC40C4B6BF82}"/>
            </ac:spMkLst>
          </pc:spChg>
          <pc:spChg chg="add">
            <ac:chgData name="Rodrigue YENGO" userId="9019d928-c12d-48de-bdb2-52a833805ac2" providerId="ADAL" clId="{20734E0D-FF75-44B1-9DFF-D19DBB4D069A}" dt="2026-07-29T14:52:50.955" v="40" actId="22"/>
            <ac:spMkLst>
              <pc:docMk/>
              <pc:sldMasterMk cId="0" sldId="2147483648"/>
              <pc:sldLayoutMk cId="0" sldId="2147483649"/>
              <ac:spMk id="9" creationId="{92F2A9F2-E187-350B-2E8B-89F073D861EA}"/>
            </ac:spMkLst>
          </pc:spChg>
          <pc:picChg chg="add">
            <ac:chgData name="Rodrigue YENGO" userId="9019d928-c12d-48de-bdb2-52a833805ac2" providerId="ADAL" clId="{20734E0D-FF75-44B1-9DFF-D19DBB4D069A}" dt="2026-07-29T17:09:23.488" v="62" actId="22"/>
            <ac:picMkLst>
              <pc:docMk/>
              <pc:sldMasterMk cId="0" sldId="2147483648"/>
              <pc:sldLayoutMk cId="0" sldId="2147483649"/>
              <ac:picMk id="4" creationId="{89C892B2-ED70-4C0C-6B9A-FDC1F3B9AD23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9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catalogue et les commandes du fil rouge deviennent accessibles aux applications et aux flux d'événements Azure.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: CRUD complet avec mappage, cache, pagination. Vues : lecture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Jour 2 ; le Jour 3 est consacré à l'IA dans les bases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D8DBC22-0357-810C-F519-85A040A4A4D4}"/>
              </a:ext>
            </a:extLst>
          </p:cNvPr>
          <p:cNvSpPr/>
          <p:nvPr userDrawn="1"/>
        </p:nvSpPr>
        <p:spPr>
          <a:xfrm>
            <a:off x="1143000" y="685651"/>
            <a:ext cx="4437221" cy="351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MODULE 8 · 14:55 – 17:00</a:t>
            </a:r>
            <a:endParaRPr lang="en-US" sz="14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955254E-6D66-EB30-4C89-9D9EDEFD8350}"/>
              </a:ext>
            </a:extLst>
          </p:cNvPr>
          <p:cNvSpPr/>
          <p:nvPr userDrawn="1"/>
        </p:nvSpPr>
        <p:spPr>
          <a:xfrm>
            <a:off x="1143000" y="9296400"/>
            <a:ext cx="3245078" cy="351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C0E54F4-9462-8324-6993-EC40C4B6BF82}"/>
              </a:ext>
            </a:extLst>
          </p:cNvPr>
          <p:cNvSpPr/>
          <p:nvPr userDrawn="1"/>
        </p:nvSpPr>
        <p:spPr>
          <a:xfrm>
            <a:off x="4496395" y="9296400"/>
            <a:ext cx="2313072" cy="351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92F2A9F2-E187-350B-2E8B-89F073D861EA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9C892B2-ED70-4C0C-6B9A-FDC1F3B9AD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8000" y="8316939"/>
            <a:ext cx="2951271" cy="114115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3637F60-1FB5-D5D2-3138-CA7D743B05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Azure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API Builder, REST et GraphQL, CDC, Change Event Streaming, Azure Functions et Logic Apps.</a:t>
            </a:r>
            <a:endParaRPr lang="en-US" sz="270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0A78609-23B8-F569-7DF4-4D140FD6A9E7}"/>
              </a:ext>
            </a:extLst>
          </p:cNvPr>
          <p:cNvGrpSpPr/>
          <p:nvPr/>
        </p:nvGrpSpPr>
        <p:grpSpPr>
          <a:xfrm>
            <a:off x="10310563" y="561196"/>
            <a:ext cx="6990490" cy="8735204"/>
            <a:chOff x="11002220" y="561196"/>
            <a:chExt cx="6990490" cy="8735204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A6ABA290-9EF0-6D29-F2DF-05F100953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7ED177FE-E589-16AA-AF8E-26471E6A1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993501E-1A02-53D9-ADAB-6B32ADC71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0B120320-33FE-5673-B306-5BAF2E064D64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ADB033E2-FDAD-365C-20F3-8FF4C15E19D2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Exposer et propager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config JSON, deux protocoles.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GraphQL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 par des applications externes.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complet des changements.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Functions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Réagir aux événements en temps quasi réel.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Exposer la base avec Data API Builder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6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configuration JSON unique génère à la fois des points de terminaison REST et GraphQL.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: CRUD complet avec mappage de champs, cache, pagination. Vues : lecture seule.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488335"/>
            <a:ext cx="14859000" cy="3081338"/>
          </a:xfrm>
          <a:prstGeom prst="roundRect">
            <a:avLst>
              <a:gd name="adj" fmla="val 2473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90650" y="5678835"/>
            <a:ext cx="14809470" cy="2738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"data-source": { "connection-string": "@env('DB_CONNECTION')" },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"entities": {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"Product": {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"source": "SalesLT.Product",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"rest": true, "graphql": true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Propager les changements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Data Capture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complet avant/après — conformité et synchronisation par lots.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Tracking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léger : indique ce qui a changé, sans conserver les anciennes valeurs.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Event Streaming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en temps quasi réel vers Azure Functions ou Logic Apps.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Exposer et synchroniser le catalogue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Data API Builder sur Product, Customer, SalesOrderHeader.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le catalogue en REST puis en GraphQL depuis un client HTTP.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CDC sur SalesOrderHeader et observer une nouvelle commande dans la table de changement.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655915"/>
            <a:ext cx="14859000" cy="1281113"/>
          </a:xfrm>
          <a:prstGeom prst="roundRect">
            <a:avLst>
              <a:gd name="adj" fmla="val 5948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90650" y="5846415"/>
            <a:ext cx="14809470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/api/SalesOrderHeader { "CustomerID": 1, "Status": 1 }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/graphql { products { items { name listPrice } } }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cdc.fn_cdc_get_all_changes_dbo_SalesOrderHeader(@from, @to, 'all');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configurez Data API Builder et devez stocker la chaîne de connexion en toute sécurité, sans la versionner en clair. Que faire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L'écrire directement dans dab-config.json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la syntaxe @env() vers une variable d'environnement / un secret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chiffrer avec Always Encrypted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stocker dans une colonne masquée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DAB : une configuration JSON, deux protocoles (REST + GraphQL).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revérifier les permissions côté API, indépendamment du SQL.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pour l'historique complet, Change Tracking pour un signal léger.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de secret en clair dans un fichier versionné.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056162"/>
            <a:ext cx="91067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6791221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et embeddings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catalogue produit reçoit une représentation vectorielle de chaque description.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4C700F-C29D-47F4-8631-4F9171FA93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F6B5D6-E216-4934-AB9B-B996C83501CC}">
  <ds:schemaRefs>
    <ds:schemaRef ds:uri="d9df9240-fc95-4deb-9c9d-de700c44a7a7"/>
    <ds:schemaRef ds:uri="http://www.w3.org/XML/1998/namespace"/>
    <ds:schemaRef ds:uri="http://purl.org/dc/dcmitype/"/>
    <ds:schemaRef ds:uri="http://purl.org/dc/elements/1.1/"/>
    <ds:schemaRef ds:uri="33363a87-7e43-46da-9332-4c6d176b0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C96663A-01B2-4A7D-835D-C49B958F10B2}"/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487</Words>
  <Application>Microsoft Office PowerPoint</Application>
  <PresentationFormat>Personnalisé</PresentationFormat>
  <Paragraphs>64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2026-07-28T14:35:00Z</dcterms:created>
  <dcterms:modified xsi:type="dcterms:W3CDTF">2026-07-29T17:09:26Z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