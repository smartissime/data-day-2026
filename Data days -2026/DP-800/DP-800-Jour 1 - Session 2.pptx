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5F4AD-00C3-45A0-88B8-D156E238EAED}" v="2" dt="2026-07-29T15:17:45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9T17:02:25.279" v="109" actId="478"/>
      <pc:docMkLst>
        <pc:docMk/>
      </pc:docMkLst>
      <pc:sldChg chg="addSp delSp modSp mod">
        <pc:chgData name="Rodrigue YENGO" userId="9019d928-c12d-48de-bdb2-52a833805ac2" providerId="ADAL" clId="{20734E0D-FF75-44B1-9DFF-D19DBB4D069A}" dt="2026-07-29T15:17:55.282" v="93" actId="1037"/>
        <pc:sldMkLst>
          <pc:docMk/>
          <pc:sldMk cId="0" sldId="256"/>
        </pc:sldMkLst>
        <pc:spChg chg="del mod">
          <ac:chgData name="Rodrigue YENGO" userId="9019d928-c12d-48de-bdb2-52a833805ac2" providerId="ADAL" clId="{20734E0D-FF75-44B1-9DFF-D19DBB4D069A}" dt="2026-07-29T15:01:43.451" v="59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9:40.563" v="3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80" v="6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79" v="5" actId="2763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30:35.022" v="44" actId="478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Rodrigue YENGO" userId="9019d928-c12d-48de-bdb2-52a833805ac2" providerId="ADAL" clId="{20734E0D-FF75-44B1-9DFF-D19DBB4D069A}" dt="2026-07-29T15:03:03.212" v="67" actId="478"/>
          <ac:spMkLst>
            <pc:docMk/>
            <pc:sldMk cId="0" sldId="256"/>
            <ac:spMk id="6" creationId="{08D32D77-0464-7D48-DA99-2E9F6818294D}"/>
          </ac:spMkLst>
        </pc:spChg>
        <pc:spChg chg="del mod">
          <ac:chgData name="Rodrigue YENGO" userId="9019d928-c12d-48de-bdb2-52a833805ac2" providerId="ADAL" clId="{20734E0D-FF75-44B1-9DFF-D19DBB4D069A}" dt="2026-07-29T14:30:35.022" v="44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30:35.022" v="44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7:45.277" v="68"/>
          <ac:spMkLst>
            <pc:docMk/>
            <pc:sldMk cId="0" sldId="256"/>
            <ac:spMk id="11" creationId="{0F5690E9-226E-5906-AE8D-3D4F6435CE90}"/>
          </ac:spMkLst>
        </pc:spChg>
        <pc:spChg chg="mod">
          <ac:chgData name="Rodrigue YENGO" userId="9019d928-c12d-48de-bdb2-52a833805ac2" providerId="ADAL" clId="{20734E0D-FF75-44B1-9DFF-D19DBB4D069A}" dt="2026-07-29T15:17:45.277" v="68"/>
          <ac:spMkLst>
            <pc:docMk/>
            <pc:sldMk cId="0" sldId="256"/>
            <ac:spMk id="12" creationId="{1F963250-E390-8203-F60C-AA8D21E2D5BD}"/>
          </ac:spMkLst>
        </pc:spChg>
        <pc:grpChg chg="add mod">
          <ac:chgData name="Rodrigue YENGO" userId="9019d928-c12d-48de-bdb2-52a833805ac2" providerId="ADAL" clId="{20734E0D-FF75-44B1-9DFF-D19DBB4D069A}" dt="2026-07-29T15:17:55.282" v="93" actId="1037"/>
          <ac:grpSpMkLst>
            <pc:docMk/>
            <pc:sldMk cId="0" sldId="256"/>
            <ac:grpSpMk id="7" creationId="{D7047FF3-9D79-D927-0186-F8BE51279F50}"/>
          </ac:grpSpMkLst>
        </pc:grpChg>
        <pc:picChg chg="mod">
          <ac:chgData name="Rodrigue YENGO" userId="9019d928-c12d-48de-bdb2-52a833805ac2" providerId="ADAL" clId="{20734E0D-FF75-44B1-9DFF-D19DBB4D069A}" dt="2026-07-29T15:17:45.277" v="68"/>
          <ac:picMkLst>
            <pc:docMk/>
            <pc:sldMk cId="0" sldId="256"/>
            <ac:picMk id="8" creationId="{AB0202BA-3D2E-364E-FC64-8FFFC7D2763C}"/>
          </ac:picMkLst>
        </pc:picChg>
        <pc:picChg chg="mod">
          <ac:chgData name="Rodrigue YENGO" userId="9019d928-c12d-48de-bdb2-52a833805ac2" providerId="ADAL" clId="{20734E0D-FF75-44B1-9DFF-D19DBB4D069A}" dt="2026-07-29T15:17:45.277" v="68"/>
          <ac:picMkLst>
            <pc:docMk/>
            <pc:sldMk cId="0" sldId="256"/>
            <ac:picMk id="9" creationId="{DD9687BA-EC00-7E8A-8C40-49C0292B7CB5}"/>
          </ac:picMkLst>
        </pc:picChg>
        <pc:picChg chg="mod">
          <ac:chgData name="Rodrigue YENGO" userId="9019d928-c12d-48de-bdb2-52a833805ac2" providerId="ADAL" clId="{20734E0D-FF75-44B1-9DFF-D19DBB4D069A}" dt="2026-07-29T15:17:45.277" v="68"/>
          <ac:picMkLst>
            <pc:docMk/>
            <pc:sldMk cId="0" sldId="256"/>
            <ac:picMk id="10" creationId="{EC1C49B8-53E7-382C-64B2-E2965D12A33D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02:12.967" v="61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4:31:03.975" v="46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0:00.165" v="34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06" v="7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21" v="12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19" v="11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13" v="9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16" v="10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02:12.967" v="61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02:17.255" v="62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4:32:18.743" v="53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0:07.458" v="3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38" v="13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50" v="17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44" v="15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48" v="16" actId="27636"/>
          <ac:spMkLst>
            <pc:docMk/>
            <pc:sldMk cId="0" sldId="258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02:17.255" v="62" actId="478"/>
          <ac:picMkLst>
            <pc:docMk/>
            <pc:sldMk cId="0" sldId="258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02:21.269" v="63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4:32:22.080" v="54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0:14.923" v="37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68" v="2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65" v="19" actId="27636"/>
          <ac:spMkLst>
            <pc:docMk/>
            <pc:sldMk cId="0" sldId="259"/>
            <ac:spMk id="6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02:21.269" v="63" actId="478"/>
          <ac:picMkLst>
            <pc:docMk/>
            <pc:sldMk cId="0" sldId="259"/>
            <ac:picMk id="7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32:25.357" v="55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4:32:25.357" v="55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0:20.050" v="3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86" v="21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5:02:27.651" v="64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4:32:28.283" v="56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0:46.479" v="4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05" v="25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98" v="23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02:27.651" v="64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02:33.244" v="65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4:32:31.214" v="57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0:40.998" v="3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12" v="26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02:33.244" v="65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32:36.868" v="58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4:32:36.868" v="58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21" v="28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23" v="29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delSp mod modSldLayout">
        <pc:chgData name="Rodrigue YENGO" userId="9019d928-c12d-48de-bdb2-52a833805ac2" providerId="ADAL" clId="{20734E0D-FF75-44B1-9DFF-D19DBB4D069A}" dt="2026-07-29T17:02:25.279" v="109" actId="478"/>
        <pc:sldMasterMkLst>
          <pc:docMk/>
          <pc:sldMasterMk cId="0" sldId="2147483648"/>
        </pc:sldMasterMkLst>
        <pc:picChg chg="del">
          <ac:chgData name="Rodrigue YENGO" userId="9019d928-c12d-48de-bdb2-52a833805ac2" providerId="ADAL" clId="{20734E0D-FF75-44B1-9DFF-D19DBB4D069A}" dt="2026-07-29T15:53:32.240" v="94" actId="478"/>
          <ac:picMkLst>
            <pc:docMk/>
            <pc:sldMasterMk cId="0" sldId="2147483648"/>
            <ac:picMk id="3" creationId="{AF65C76B-2285-B8AB-11CC-CC9B9424C473}"/>
          </ac:picMkLst>
        </pc:picChg>
        <pc:picChg chg="add">
          <ac:chgData name="Rodrigue YENGO" userId="9019d928-c12d-48de-bdb2-52a833805ac2" providerId="ADAL" clId="{20734E0D-FF75-44B1-9DFF-D19DBB4D069A}" dt="2026-07-29T15:53:32.942" v="95" actId="22"/>
          <ac:picMkLst>
            <pc:docMk/>
            <pc:sldMasterMk cId="0" sldId="2147483648"/>
            <ac:picMk id="4" creationId="{B6ACFF50-4E9E-69FA-ABC0-45F3B06CFA97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7:02:25.279" v="109" actId="478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8T13:59:47.356" v="33" actId="22"/>
            <ac:spMkLst>
              <pc:docMk/>
              <pc:sldMasterMk cId="0" sldId="2147483648"/>
              <pc:sldLayoutMk cId="0" sldId="2147483649"/>
              <ac:spMk id="3" creationId="{AEE5DB1C-2AAF-E909-4934-0AFEC3EC13EB}"/>
            </ac:spMkLst>
          </pc:spChg>
          <pc:spChg chg="add">
            <ac:chgData name="Rodrigue YENGO" userId="9019d928-c12d-48de-bdb2-52a833805ac2" providerId="ADAL" clId="{20734E0D-FF75-44B1-9DFF-D19DBB4D069A}" dt="2026-07-29T14:30:47.992" v="45" actId="22"/>
            <ac:spMkLst>
              <pc:docMk/>
              <pc:sldMasterMk cId="0" sldId="2147483648"/>
              <pc:sldLayoutMk cId="0" sldId="2147483649"/>
              <ac:spMk id="4" creationId="{0E22A12F-9549-4ACA-8441-EF760928014A}"/>
            </ac:spMkLst>
          </pc:spChg>
          <pc:spChg chg="add">
            <ac:chgData name="Rodrigue YENGO" userId="9019d928-c12d-48de-bdb2-52a833805ac2" providerId="ADAL" clId="{20734E0D-FF75-44B1-9DFF-D19DBB4D069A}" dt="2026-07-29T15:01:49.516" v="60" actId="22"/>
            <ac:spMkLst>
              <pc:docMk/>
              <pc:sldMasterMk cId="0" sldId="2147483648"/>
              <pc:sldLayoutMk cId="0" sldId="2147483649"/>
              <ac:spMk id="5" creationId="{46138FA5-9928-03D2-5B21-48B7D6CD2B06}"/>
            </ac:spMkLst>
          </pc:spChg>
          <pc:spChg chg="add">
            <ac:chgData name="Rodrigue YENGO" userId="9019d928-c12d-48de-bdb2-52a833805ac2" providerId="ADAL" clId="{20734E0D-FF75-44B1-9DFF-D19DBB4D069A}" dt="2026-07-29T14:30:47.992" v="45" actId="22"/>
            <ac:spMkLst>
              <pc:docMk/>
              <pc:sldMasterMk cId="0" sldId="2147483648"/>
              <pc:sldLayoutMk cId="0" sldId="2147483649"/>
              <ac:spMk id="6" creationId="{B26DF3EA-52CD-1AA4-79AB-E33AD37C4E7F}"/>
            </ac:spMkLst>
          </pc:spChg>
          <pc:spChg chg="add del">
            <ac:chgData name="Rodrigue YENGO" userId="9019d928-c12d-48de-bdb2-52a833805ac2" providerId="ADAL" clId="{20734E0D-FF75-44B1-9DFF-D19DBB4D069A}" dt="2026-07-29T17:01:25.024" v="97" actId="22"/>
            <ac:spMkLst>
              <pc:docMk/>
              <pc:sldMasterMk cId="0" sldId="2147483648"/>
              <pc:sldLayoutMk cId="0" sldId="2147483649"/>
              <ac:spMk id="7" creationId="{219E2700-022D-E372-DE02-2CDBA85685CE}"/>
            </ac:spMkLst>
          </pc:spChg>
          <pc:spChg chg="add">
            <ac:chgData name="Rodrigue YENGO" userId="9019d928-c12d-48de-bdb2-52a833805ac2" providerId="ADAL" clId="{20734E0D-FF75-44B1-9DFF-D19DBB4D069A}" dt="2026-07-29T14:30:47.992" v="45" actId="22"/>
            <ac:spMkLst>
              <pc:docMk/>
              <pc:sldMasterMk cId="0" sldId="2147483648"/>
              <pc:sldLayoutMk cId="0" sldId="2147483649"/>
              <ac:spMk id="8" creationId="{A820CC65-CBC9-0C24-D707-4FD271FA6D3D}"/>
            </ac:spMkLst>
          </pc:spChg>
          <pc:picChg chg="add del">
            <ac:chgData name="Rodrigue YENGO" userId="9019d928-c12d-48de-bdb2-52a833805ac2" providerId="ADAL" clId="{20734E0D-FF75-44B1-9DFF-D19DBB4D069A}" dt="2026-07-29T14:31:46.432" v="50" actId="21"/>
            <ac:picMkLst>
              <pc:docMk/>
              <pc:sldMasterMk cId="0" sldId="2147483648"/>
              <pc:sldLayoutMk cId="0" sldId="2147483649"/>
              <ac:picMk id="10" creationId="{647C142F-17F9-F2EE-60A5-84EAC591208B}"/>
            </ac:picMkLst>
          </pc:picChg>
          <pc:picChg chg="add mod">
            <ac:chgData name="Rodrigue YENGO" userId="9019d928-c12d-48de-bdb2-52a833805ac2" providerId="ADAL" clId="{20734E0D-FF75-44B1-9DFF-D19DBB4D069A}" dt="2026-07-29T17:01:55.065" v="107" actId="1036"/>
            <ac:picMkLst>
              <pc:docMk/>
              <pc:sldMasterMk cId="0" sldId="2147483648"/>
              <pc:sldLayoutMk cId="0" sldId="2147483649"/>
              <ac:picMk id="10" creationId="{80EBAE68-F3D7-F4D9-4A2D-2619C9272574}"/>
            </ac:picMkLst>
          </pc:picChg>
          <pc:picChg chg="add">
            <ac:chgData name="Rodrigue YENGO" userId="9019d928-c12d-48de-bdb2-52a833805ac2" providerId="ADAL" clId="{20734E0D-FF75-44B1-9DFF-D19DBB4D069A}" dt="2026-07-29T14:31:56.011" v="52" actId="22"/>
            <ac:picMkLst>
              <pc:docMk/>
              <pc:sldMasterMk cId="0" sldId="2147483648"/>
              <pc:sldLayoutMk cId="0" sldId="2147483649"/>
              <ac:picMk id="12" creationId="{53A91EDE-FBFE-A183-43D1-80CE38C7B948}"/>
            </ac:picMkLst>
          </pc:picChg>
          <pc:picChg chg="add del">
            <ac:chgData name="Rodrigue YENGO" userId="9019d928-c12d-48de-bdb2-52a833805ac2" providerId="ADAL" clId="{20734E0D-FF75-44B1-9DFF-D19DBB4D069A}" dt="2026-07-29T17:02:25.279" v="109" actId="478"/>
            <ac:picMkLst>
              <pc:docMk/>
              <pc:sldMasterMk cId="0" sldId="2147483648"/>
              <pc:sldLayoutMk cId="0" sldId="2147483649"/>
              <ac:picMk id="13" creationId="{1C1FB3E8-95D4-8F00-A95B-7FDE59A53E29}"/>
            </ac:picMkLst>
          </pc:picChg>
        </pc:sldLayoutChg>
      </pc:sldMasterChg>
      <pc:sldMasterChg chg="addSp mod">
        <pc:chgData name="Rodrigue YENGO" userId="9019d928-c12d-48de-bdb2-52a833805ac2" providerId="ADAL" clId="{20734E0D-FF75-44B1-9DFF-D19DBB4D069A}" dt="2026-07-28T13:34:53.878" v="0" actId="22"/>
        <pc:sldMasterMkLst>
          <pc:docMk/>
          <pc:sldMasterMk cId="0" sldId="2147483650"/>
        </pc:sldMasterMkLst>
        <pc:picChg chg="add">
          <ac:chgData name="Rodrigue YENGO" userId="9019d928-c12d-48de-bdb2-52a833805ac2" providerId="ADAL" clId="{20734E0D-FF75-44B1-9DFF-D19DBB4D069A}" dt="2026-07-28T13:34:53.878" v="0" actId="22"/>
          <ac:picMkLst>
            <pc:docMk/>
            <pc:sldMasterMk cId="0" sldId="2147483650"/>
            <ac:picMk id="3" creationId="{AF65C76B-2285-B8AB-11CC-CC9B9424C473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696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encapsule la logique métier commande du fil rouge dans des objets réutilisables et sécurisés.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familles d'objets, chacune avec un rôle précis.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Paramètres d'entrée, OUTPUT, arguments nommés ou positionnels. Un déclencheur AFTER INSERT journalise sans impacter la logique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EE5DB1C-2AAF-E909-4934-0AFEC3EC13EB}"/>
              </a:ext>
            </a:extLst>
          </p:cNvPr>
          <p:cNvSpPr/>
          <p:nvPr userDrawn="1"/>
        </p:nvSpPr>
        <p:spPr>
          <a:xfrm>
            <a:off x="1143000" y="685651"/>
            <a:ext cx="44372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2 · 10:55 – 12:00</a:t>
            </a:r>
            <a:endParaRPr lang="en-US" sz="16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E22A12F-9549-4ACA-8441-EF760928014A}"/>
              </a:ext>
            </a:extLst>
          </p:cNvPr>
          <p:cNvSpPr/>
          <p:nvPr userDrawn="1"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26DF3EA-52CD-1AA4-79AB-E33AD37C4E7F}"/>
              </a:ext>
            </a:extLst>
          </p:cNvPr>
          <p:cNvSpPr/>
          <p:nvPr userDrawn="1"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20CC65-CBC9-0C24-D707-4FD271FA6D3D}"/>
              </a:ext>
            </a:extLst>
          </p:cNvPr>
          <p:cNvSpPr/>
          <p:nvPr userDrawn="1"/>
        </p:nvSpPr>
        <p:spPr>
          <a:xfrm>
            <a:off x="4496395" y="9296400"/>
            <a:ext cx="2313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3A91EDE-FBFE-A183-43D1-80CE38C7B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46138FA5-9928-03D2-5B21-48B7D6CD2B06}"/>
              </a:ext>
            </a:extLst>
          </p:cNvPr>
          <p:cNvSpPr/>
          <p:nvPr userDrawn="1"/>
        </p:nvSpPr>
        <p:spPr>
          <a:xfrm>
            <a:off x="7509599" y="1629508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0EBAE68-F3D7-F4D9-4A2D-2619C92725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8959" y="7407996"/>
            <a:ext cx="5111262" cy="340750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6ACFF50-4E9E-69FA-ABC0-45F3B06CFA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Programmabilité SQL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Vues, fonctions, procédures stockées et déclencheurs : encapsuler la logique métier commande d'AdventureWorks Commerce Cloud.</a:t>
            </a:r>
            <a:endParaRPr lang="en-US" sz="27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D7047FF3-9D79-D927-0186-F8BE51279F50}"/>
              </a:ext>
            </a:extLst>
          </p:cNvPr>
          <p:cNvGrpSpPr/>
          <p:nvPr/>
        </p:nvGrpSpPr>
        <p:grpSpPr>
          <a:xfrm>
            <a:off x="10310563" y="561196"/>
            <a:ext cx="6990490" cy="8735204"/>
            <a:chOff x="11002220" y="561196"/>
            <a:chExt cx="6990490" cy="8735204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AB0202BA-3D2E-364E-FC64-8FFFC7D27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D9687BA-EC00-7E8A-8C40-49C0292B7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C1C49B8-53E7-382C-64B2-E2965D12A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0F5690E9-226E-5906-AE8D-3D4F6435CE90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1F963250-E390-8203-F60C-AA8D21E2D5BD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familles d'objets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Calque de lecture simplifié et sécurisé.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Scalaires et TVF, avec leur coût respectif.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d'entrée transactionnel sécurisé.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 de bord passif, jamais la logique principale.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et fonctions définies par l'utilisateur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stockée sous un nom : simplifie l'accès et sert de calque de sécurité sans exposer les tables sources.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 scalaire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d'exécution par ligne : à éviter dans une clause WHERE sur une table volumineuse.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TVF inline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Meilleures performances : le moteur l'intègre dans le plan comme une sous-requête.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stockées et déclencheurs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806154"/>
            <a:ext cx="14859000" cy="4581525"/>
          </a:xfrm>
          <a:prstGeom prst="roundRect">
            <a:avLst>
              <a:gd name="adj" fmla="val 166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390650" y="2996654"/>
            <a:ext cx="14809470" cy="423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SalesLT.usp_PlaceOrder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@CustomerID INT, @ProductID INT, @Qty SMALLINT,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@NewOrderID INT OUTPUT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BEGIN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CATCH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@@TRANCOUNT &gt; 0 ROLLBACK;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CATCH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une commande et l'auditer automatiquement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commande passe, l'audit suit, l'erreur annule tout.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496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vw_CustomerOrderSummary et vérifier le total par client.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Appeler usp_PlaceOrder avec un produit valide → une ligne apparaît dans OrderAudit.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 avec un ProductID inexistant → ROLLBACK automatique, aucune trace incohérente.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devez simplifier une requête qui joint 4 tables et ne présenter que 3 colonnes aux applications clientes. Quel objet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vue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procédure stockée avec transaction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déclencheur INSTEAD OF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table paramétrée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= lecture simplifiée et sécurisée, jamais de logique transactionnelle.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TVF inline &gt; fonction scalaire pour la performance sur de gros volumes.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 stockée = point d'entrée unique pour une opération métier complète.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 = effet de bord passif (audit), jamais la logique principale.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5399187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(1/2)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CTE, fenêtrage, JSON, expressions régulières et fuzzy matching.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B697FD-CAE8-4F85-9F59-E806B7E0D9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C455AA-6F1D-4B9F-91AA-3ABFE593D60A}">
  <ds:schemaRefs>
    <ds:schemaRef ds:uri="http://schemas.microsoft.com/office/2006/metadata/properties"/>
    <ds:schemaRef ds:uri="http://purl.org/dc/terms/"/>
    <ds:schemaRef ds:uri="http://purl.org/dc/dcmitype/"/>
    <ds:schemaRef ds:uri="33363a87-7e43-46da-9332-4c6d176b06e4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d9df9240-fc95-4deb-9c9d-de700c44a7a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C62E42-1847-46C1-B5BB-F32B01A6FEA6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417</Words>
  <Application>Microsoft Office PowerPoint</Application>
  <PresentationFormat>Personnalisé</PresentationFormat>
  <Paragraphs>66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2026-07-28T13:24:37Z</dcterms:created>
  <dcterms:modified xsi:type="dcterms:W3CDTF">2026-07-29T17:02:33Z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