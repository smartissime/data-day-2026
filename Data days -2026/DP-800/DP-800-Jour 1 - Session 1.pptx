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F1021-F882-41CB-AACB-35983D6A29C9}" v="6" dt="2026-07-29T16:15:29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addSld delSld modSld modMainMaster">
      <pc:chgData name="Rodrigue YENGO" userId="9019d928-c12d-48de-bdb2-52a833805ac2" providerId="ADAL" clId="{20734E0D-FF75-44B1-9DFF-D19DBB4D069A}" dt="2026-07-29T17:11:06.417" v="390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6:59:17.879" v="385" actId="21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5:19:29.539" v="264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0:12.070" v="286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9:10.779" v="263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8:53.299" v="259" actId="1035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0:12.070" v="286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198" v="159" actId="2763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0:12.070" v="286" actId="478"/>
          <ac:spMkLst>
            <pc:docMk/>
            <pc:sldMk cId="0" sldId="256"/>
            <ac:spMk id="8" creationId="{00000000-0000-0000-0000-000000000000}"/>
          </ac:spMkLst>
        </pc:spChg>
        <pc:spChg chg="add">
          <ac:chgData name="Rodrigue YENGO" userId="9019d928-c12d-48de-bdb2-52a833805ac2" providerId="ADAL" clId="{20734E0D-FF75-44B1-9DFF-D19DBB4D069A}" dt="2026-07-29T16:49:26.903" v="357" actId="11529"/>
          <ac:spMkLst>
            <pc:docMk/>
            <pc:sldMk cId="0" sldId="256"/>
            <ac:spMk id="9" creationId="{6F49019B-5F4D-555C-A52F-B88B715642CE}"/>
          </ac:spMkLst>
        </pc:spChg>
        <pc:spChg chg="add del mod ord">
          <ac:chgData name="Rodrigue YENGO" userId="9019d928-c12d-48de-bdb2-52a833805ac2" providerId="ADAL" clId="{20734E0D-FF75-44B1-9DFF-D19DBB4D069A}" dt="2026-07-29T16:57:55.066" v="371" actId="478"/>
          <ac:spMkLst>
            <pc:docMk/>
            <pc:sldMk cId="0" sldId="256"/>
            <ac:spMk id="10" creationId="{AABFA61D-5402-FF39-9524-3B6CC4F7AE76}"/>
          </ac:spMkLst>
        </pc:spChg>
        <pc:spChg chg="add del">
          <ac:chgData name="Rodrigue YENGO" userId="9019d928-c12d-48de-bdb2-52a833805ac2" providerId="ADAL" clId="{20734E0D-FF75-44B1-9DFF-D19DBB4D069A}" dt="2026-07-29T15:17:14.112" v="221" actId="478"/>
          <ac:spMkLst>
            <pc:docMk/>
            <pc:sldMk cId="0" sldId="256"/>
            <ac:spMk id="16" creationId="{767CA201-D5B7-4FCF-669D-3DFDC15D48E6}"/>
          </ac:spMkLst>
        </pc:spChg>
        <pc:spChg chg="add del">
          <ac:chgData name="Rodrigue YENGO" userId="9019d928-c12d-48de-bdb2-52a833805ac2" providerId="ADAL" clId="{20734E0D-FF75-44B1-9DFF-D19DBB4D069A}" dt="2026-07-29T15:17:14.112" v="221" actId="478"/>
          <ac:spMkLst>
            <pc:docMk/>
            <pc:sldMk cId="0" sldId="256"/>
            <ac:spMk id="18" creationId="{9B971DBD-B4FF-BB2C-1C20-6A4495793A2C}"/>
          </ac:spMkLst>
        </pc:spChg>
        <pc:spChg chg="add del">
          <ac:chgData name="Rodrigue YENGO" userId="9019d928-c12d-48de-bdb2-52a833805ac2" providerId="ADAL" clId="{20734E0D-FF75-44B1-9DFF-D19DBB4D069A}" dt="2026-07-29T15:17:16.705" v="223" actId="22"/>
          <ac:spMkLst>
            <pc:docMk/>
            <pc:sldMk cId="0" sldId="256"/>
            <ac:spMk id="20" creationId="{462D66F4-9B95-AE06-5EE8-D9253EF2019D}"/>
          </ac:spMkLst>
        </pc:spChg>
        <pc:spChg chg="add del">
          <ac:chgData name="Rodrigue YENGO" userId="9019d928-c12d-48de-bdb2-52a833805ac2" providerId="ADAL" clId="{20734E0D-FF75-44B1-9DFF-D19DBB4D069A}" dt="2026-07-29T15:17:16.705" v="223" actId="22"/>
          <ac:spMkLst>
            <pc:docMk/>
            <pc:sldMk cId="0" sldId="256"/>
            <ac:spMk id="22" creationId="{47D24792-5644-B750-2413-D659375731ED}"/>
          </ac:spMkLst>
        </pc:spChg>
        <pc:spChg chg="add del">
          <ac:chgData name="Rodrigue YENGO" userId="9019d928-c12d-48de-bdb2-52a833805ac2" providerId="ADAL" clId="{20734E0D-FF75-44B1-9DFF-D19DBB4D069A}" dt="2026-07-29T15:17:16.705" v="223" actId="22"/>
          <ac:spMkLst>
            <pc:docMk/>
            <pc:sldMk cId="0" sldId="256"/>
            <ac:spMk id="24" creationId="{E28E1E26-CF49-9ACC-24A9-BB0D8B91C264}"/>
          </ac:spMkLst>
        </pc:spChg>
        <pc:spChg chg="mod">
          <ac:chgData name="Rodrigue YENGO" userId="9019d928-c12d-48de-bdb2-52a833805ac2" providerId="ADAL" clId="{20734E0D-FF75-44B1-9DFF-D19DBB4D069A}" dt="2026-07-29T15:18:39.754" v="225" actId="207"/>
          <ac:spMkLst>
            <pc:docMk/>
            <pc:sldMk cId="0" sldId="256"/>
            <ac:spMk id="29" creationId="{BFAFCE9F-F655-DE5E-8623-A55D3352A71A}"/>
          </ac:spMkLst>
        </pc:spChg>
        <pc:spChg chg="mod">
          <ac:chgData name="Rodrigue YENGO" userId="9019d928-c12d-48de-bdb2-52a833805ac2" providerId="ADAL" clId="{20734E0D-FF75-44B1-9DFF-D19DBB4D069A}" dt="2026-07-29T15:18:39.754" v="225" actId="207"/>
          <ac:spMkLst>
            <pc:docMk/>
            <pc:sldMk cId="0" sldId="256"/>
            <ac:spMk id="30" creationId="{1D18B29D-19A7-958F-EDFF-28AB111EC413}"/>
          </ac:spMkLst>
        </pc:spChg>
        <pc:grpChg chg="add mod">
          <ac:chgData name="Rodrigue YENGO" userId="9019d928-c12d-48de-bdb2-52a833805ac2" providerId="ADAL" clId="{20734E0D-FF75-44B1-9DFF-D19DBB4D069A}" dt="2026-07-29T16:15:00.268" v="334" actId="1076"/>
          <ac:grpSpMkLst>
            <pc:docMk/>
            <pc:sldMk cId="0" sldId="256"/>
            <ac:grpSpMk id="25" creationId="{D3B55B10-A2FD-2E32-13F7-D0A2B472DE93}"/>
          </ac:grpSpMkLst>
        </pc:grpChg>
        <pc:picChg chg="add del mod">
          <ac:chgData name="Rodrigue YENGO" userId="9019d928-c12d-48de-bdb2-52a833805ac2" providerId="ADAL" clId="{20734E0D-FF75-44B1-9DFF-D19DBB4D069A}" dt="2026-07-29T16:49:09.837" v="353" actId="478"/>
          <ac:picMkLst>
            <pc:docMk/>
            <pc:sldMk cId="0" sldId="256"/>
            <ac:picMk id="3" creationId="{22732B3A-E372-5204-72AA-EADED9815306}"/>
          </ac:picMkLst>
        </pc:picChg>
        <pc:picChg chg="add del mod">
          <ac:chgData name="Rodrigue YENGO" userId="9019d928-c12d-48de-bdb2-52a833805ac2" providerId="ADAL" clId="{20734E0D-FF75-44B1-9DFF-D19DBB4D069A}" dt="2026-07-29T16:57:53.681" v="370" actId="478"/>
          <ac:picMkLst>
            <pc:docMk/>
            <pc:sldMk cId="0" sldId="256"/>
            <ac:picMk id="8" creationId="{12ABB541-79DD-5B3E-9E81-344E8DD98870}"/>
          </ac:picMkLst>
        </pc:picChg>
        <pc:picChg chg="add del">
          <ac:chgData name="Rodrigue YENGO" userId="9019d928-c12d-48de-bdb2-52a833805ac2" providerId="ADAL" clId="{20734E0D-FF75-44B1-9DFF-D19DBB4D069A}" dt="2026-07-29T15:17:14.112" v="221" actId="478"/>
          <ac:picMkLst>
            <pc:docMk/>
            <pc:sldMk cId="0" sldId="256"/>
            <ac:picMk id="10" creationId="{C47E1740-6F35-E1E9-DA25-E4BBBACEFB65}"/>
          </ac:picMkLst>
        </pc:picChg>
        <pc:picChg chg="add del">
          <ac:chgData name="Rodrigue YENGO" userId="9019d928-c12d-48de-bdb2-52a833805ac2" providerId="ADAL" clId="{20734E0D-FF75-44B1-9DFF-D19DBB4D069A}" dt="2026-07-29T15:17:14.112" v="221" actId="478"/>
          <ac:picMkLst>
            <pc:docMk/>
            <pc:sldMk cId="0" sldId="256"/>
            <ac:picMk id="12" creationId="{D9F870B4-F83A-1BD3-9AB1-7542DCFE75BF}"/>
          </ac:picMkLst>
        </pc:picChg>
        <pc:picChg chg="add del">
          <ac:chgData name="Rodrigue YENGO" userId="9019d928-c12d-48de-bdb2-52a833805ac2" providerId="ADAL" clId="{20734E0D-FF75-44B1-9DFF-D19DBB4D069A}" dt="2026-07-29T16:57:57.193" v="372" actId="478"/>
          <ac:picMkLst>
            <pc:docMk/>
            <pc:sldMk cId="0" sldId="256"/>
            <ac:picMk id="12" creationId="{E0BEF4B2-79ED-431F-E867-4878DD66B4BD}"/>
          </ac:picMkLst>
        </pc:picChg>
        <pc:picChg chg="add del mod">
          <ac:chgData name="Rodrigue YENGO" userId="9019d928-c12d-48de-bdb2-52a833805ac2" providerId="ADAL" clId="{20734E0D-FF75-44B1-9DFF-D19DBB4D069A}" dt="2026-07-29T16:59:17.879" v="385" actId="21"/>
          <ac:picMkLst>
            <pc:docMk/>
            <pc:sldMk cId="0" sldId="256"/>
            <ac:picMk id="14" creationId="{74641A68-2032-71B0-FD14-59BFCB457C2F}"/>
          </ac:picMkLst>
        </pc:picChg>
        <pc:picChg chg="add del">
          <ac:chgData name="Rodrigue YENGO" userId="9019d928-c12d-48de-bdb2-52a833805ac2" providerId="ADAL" clId="{20734E0D-FF75-44B1-9DFF-D19DBB4D069A}" dt="2026-07-29T15:17:14.112" v="221" actId="478"/>
          <ac:picMkLst>
            <pc:docMk/>
            <pc:sldMk cId="0" sldId="256"/>
            <ac:picMk id="14" creationId="{8DB74ABE-8236-5472-E1E0-39A703EA4BD9}"/>
          </ac:picMkLst>
        </pc:picChg>
        <pc:picChg chg="mod">
          <ac:chgData name="Rodrigue YENGO" userId="9019d928-c12d-48de-bdb2-52a833805ac2" providerId="ADAL" clId="{20734E0D-FF75-44B1-9DFF-D19DBB4D069A}" dt="2026-07-29T15:18:35.577" v="224"/>
          <ac:picMkLst>
            <pc:docMk/>
            <pc:sldMk cId="0" sldId="256"/>
            <ac:picMk id="26" creationId="{E66C4808-9747-E827-82F0-34C53DF93851}"/>
          </ac:picMkLst>
        </pc:picChg>
        <pc:picChg chg="mod">
          <ac:chgData name="Rodrigue YENGO" userId="9019d928-c12d-48de-bdb2-52a833805ac2" providerId="ADAL" clId="{20734E0D-FF75-44B1-9DFF-D19DBB4D069A}" dt="2026-07-29T15:18:35.577" v="224"/>
          <ac:picMkLst>
            <pc:docMk/>
            <pc:sldMk cId="0" sldId="256"/>
            <ac:picMk id="27" creationId="{D3E7D007-039A-92D6-43F9-F6C510974154}"/>
          </ac:picMkLst>
        </pc:picChg>
        <pc:picChg chg="mod">
          <ac:chgData name="Rodrigue YENGO" userId="9019d928-c12d-48de-bdb2-52a833805ac2" providerId="ADAL" clId="{20734E0D-FF75-44B1-9DFF-D19DBB4D069A}" dt="2026-07-29T15:18:35.577" v="224"/>
          <ac:picMkLst>
            <pc:docMk/>
            <pc:sldMk cId="0" sldId="256"/>
            <ac:picMk id="28" creationId="{F90629BD-61A3-18FF-A5F1-9A0EC7C03C14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1:40.390" v="294" actId="255"/>
        <pc:sldMkLst>
          <pc:docMk/>
          <pc:sldMk cId="0" sldId="257"/>
        </pc:sldMkLst>
        <pc:spChg chg="del mod">
          <ac:chgData name="Rodrigue YENGO" userId="9019d928-c12d-48de-bdb2-52a833805ac2" providerId="ADAL" clId="{20734E0D-FF75-44B1-9DFF-D19DBB4D069A}" dt="2026-07-29T15:20:58.374" v="290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1:01.534" v="291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20" v="170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27.450" v="293" actId="255"/>
          <ac:spMkLst>
            <pc:docMk/>
            <pc:sldMk cId="0" sldId="257"/>
            <ac:spMk id="2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21:40.390" v="294" actId="255"/>
          <ac:spMkLst>
            <pc:docMk/>
            <pc:sldMk cId="0" sldId="257"/>
            <ac:spMk id="2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21:04.461" v="292" actId="478"/>
          <ac:picMkLst>
            <pc:docMk/>
            <pc:sldMk cId="0" sldId="257"/>
            <ac:picMk id="30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1:57.631" v="297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5:21:51.967" v="295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1:55.251" v="296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30" v="177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27" v="175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28" v="176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26" v="174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31" v="178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24" v="172" actId="27636"/>
          <ac:spMkLst>
            <pc:docMk/>
            <pc:sldMk cId="0" sldId="258"/>
            <ac:spMk id="12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21:57.631" v="297" actId="478"/>
          <ac:picMkLst>
            <pc:docMk/>
            <pc:sldMk cId="0" sldId="258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2:42.077" v="303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5:22:24.540" v="301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2:42.077" v="303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35" v="18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33" v="179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38" v="182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40" v="183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41" v="184" actId="27636"/>
          <ac:spMkLst>
            <pc:docMk/>
            <pc:sldMk cId="0" sldId="259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22:39.121" v="302" actId="478"/>
          <ac:picMkLst>
            <pc:docMk/>
            <pc:sldMk cId="0" sldId="259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2:49.725" v="306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5:22:45.280" v="304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2:47.171" v="305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49" v="187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46" v="185" actId="27636"/>
          <ac:spMkLst>
            <pc:docMk/>
            <pc:sldMk cId="0" sldId="260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22:49.725" v="306" actId="478"/>
          <ac:picMkLst>
            <pc:docMk/>
            <pc:sldMk cId="0" sldId="260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2:57.391" v="309" actId="478"/>
        <pc:sldMkLst>
          <pc:docMk/>
          <pc:sldMk cId="0" sldId="261"/>
        </pc:sldMkLst>
        <pc:spChg chg="del mod">
          <ac:chgData name="Rodrigue YENGO" userId="9019d928-c12d-48de-bdb2-52a833805ac2" providerId="ADAL" clId="{20734E0D-FF75-44B1-9DFF-D19DBB4D069A}" dt="2026-07-29T15:22:54.472" v="308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52" v="188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54" v="189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55" v="190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22:57.391" v="309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3:06.027" v="312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5:23:00.868" v="310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23:03.486" v="311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60" v="192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23:06.027" v="312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23:30.304" v="313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5:23:30.304" v="313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0:52:03.263" v="193" actId="27636"/>
          <ac:spMkLst>
            <pc:docMk/>
            <pc:sldMk cId="0" sldId="263"/>
            <ac:spMk id="4" creationId="{00000000-0000-0000-0000-000000000000}"/>
          </ac:spMkLst>
        </pc:spChg>
      </pc:sldChg>
      <pc:sldChg chg="addSp delSp modSp new del mod">
        <pc:chgData name="Rodrigue YENGO" userId="9019d928-c12d-48de-bdb2-52a833805ac2" providerId="ADAL" clId="{20734E0D-FF75-44B1-9DFF-D19DBB4D069A}" dt="2026-07-29T15:22:17.484" v="300" actId="47"/>
        <pc:sldMkLst>
          <pc:docMk/>
          <pc:sldMk cId="1842743097" sldId="264"/>
        </pc:sldMkLst>
        <pc:picChg chg="add del mod">
          <ac:chgData name="Rodrigue YENGO" userId="9019d928-c12d-48de-bdb2-52a833805ac2" providerId="ADAL" clId="{20734E0D-FF75-44B1-9DFF-D19DBB4D069A}" dt="2026-07-29T11:03:23.354" v="198" actId="478"/>
          <ac:picMkLst>
            <pc:docMk/>
            <pc:sldMk cId="1842743097" sldId="264"/>
            <ac:picMk id="3" creationId="{8311A209-6A27-D619-B9F8-34BFD537B913}"/>
          </ac:picMkLst>
        </pc:picChg>
        <pc:picChg chg="add del">
          <ac:chgData name="Rodrigue YENGO" userId="9019d928-c12d-48de-bdb2-52a833805ac2" providerId="ADAL" clId="{20734E0D-FF75-44B1-9DFF-D19DBB4D069A}" dt="2026-07-29T15:22:06.874" v="298" actId="478"/>
          <ac:picMkLst>
            <pc:docMk/>
            <pc:sldMk cId="1842743097" sldId="264"/>
            <ac:picMk id="5" creationId="{6DFBA726-B4EF-656F-37EA-E0C9A95D3423}"/>
          </ac:picMkLst>
        </pc:picChg>
      </pc:sldChg>
      <pc:sldChg chg="addSp delSp modSp add del mod">
        <pc:chgData name="Rodrigue YENGO" userId="9019d928-c12d-48de-bdb2-52a833805ac2" providerId="ADAL" clId="{20734E0D-FF75-44B1-9DFF-D19DBB4D069A}" dt="2026-07-29T15:22:17.484" v="300" actId="47"/>
        <pc:sldMkLst>
          <pc:docMk/>
          <pc:sldMk cId="2359317237" sldId="265"/>
        </pc:sldMkLst>
        <pc:picChg chg="add del">
          <ac:chgData name="Rodrigue YENGO" userId="9019d928-c12d-48de-bdb2-52a833805ac2" providerId="ADAL" clId="{20734E0D-FF75-44B1-9DFF-D19DBB4D069A}" dt="2026-07-29T11:09:57.910" v="203" actId="478"/>
          <ac:picMkLst>
            <pc:docMk/>
            <pc:sldMk cId="2359317237" sldId="265"/>
            <ac:picMk id="3" creationId="{45C20F00-BCFE-6B2D-AB85-361B9EFCC5F1}"/>
          </ac:picMkLst>
        </pc:picChg>
        <pc:picChg chg="del">
          <ac:chgData name="Rodrigue YENGO" userId="9019d928-c12d-48de-bdb2-52a833805ac2" providerId="ADAL" clId="{20734E0D-FF75-44B1-9DFF-D19DBB4D069A}" dt="2026-07-29T11:03:33.677" v="201" actId="478"/>
          <ac:picMkLst>
            <pc:docMk/>
            <pc:sldMk cId="2359317237" sldId="265"/>
            <ac:picMk id="5" creationId="{1A45F883-FCE1-8B5D-C921-0F01F666B443}"/>
          </ac:picMkLst>
        </pc:picChg>
        <pc:picChg chg="add del mod">
          <ac:chgData name="Rodrigue YENGO" userId="9019d928-c12d-48de-bdb2-52a833805ac2" providerId="ADAL" clId="{20734E0D-FF75-44B1-9DFF-D19DBB4D069A}" dt="2026-07-29T15:22:11.128" v="299" actId="478"/>
          <ac:picMkLst>
            <pc:docMk/>
            <pc:sldMk cId="2359317237" sldId="265"/>
            <ac:picMk id="6" creationId="{B36F0AEE-3287-E234-4373-542EEA64998E}"/>
          </ac:picMkLst>
        </pc:picChg>
      </pc:sldChg>
      <pc:sldChg chg="addSp delSp modSp add del mod">
        <pc:chgData name="Rodrigue YENGO" userId="9019d928-c12d-48de-bdb2-52a833805ac2" providerId="ADAL" clId="{20734E0D-FF75-44B1-9DFF-D19DBB4D069A}" dt="2026-07-29T15:22:17.484" v="300" actId="47"/>
        <pc:sldMkLst>
          <pc:docMk/>
          <pc:sldMk cId="2693075688" sldId="266"/>
        </pc:sldMkLst>
        <pc:picChg chg="add mod">
          <ac:chgData name="Rodrigue YENGO" userId="9019d928-c12d-48de-bdb2-52a833805ac2" providerId="ADAL" clId="{20734E0D-FF75-44B1-9DFF-D19DBB4D069A}" dt="2026-07-29T11:31:37.244" v="211" actId="1076"/>
          <ac:picMkLst>
            <pc:docMk/>
            <pc:sldMk cId="2693075688" sldId="266"/>
            <ac:picMk id="3" creationId="{BD0288F6-2407-5884-9102-3CE06676C50F}"/>
          </ac:picMkLst>
        </pc:picChg>
        <pc:picChg chg="del">
          <ac:chgData name="Rodrigue YENGO" userId="9019d928-c12d-48de-bdb2-52a833805ac2" providerId="ADAL" clId="{20734E0D-FF75-44B1-9DFF-D19DBB4D069A}" dt="2026-07-29T11:31:08.337" v="206" actId="478"/>
          <ac:picMkLst>
            <pc:docMk/>
            <pc:sldMk cId="2693075688" sldId="266"/>
            <ac:picMk id="6" creationId="{B1382932-6C06-D00E-C4FD-A39903BFF333}"/>
          </ac:picMkLst>
        </pc:picChg>
      </pc:sldChg>
      <pc:sldChg chg="addSp delSp modSp add del mod">
        <pc:chgData name="Rodrigue YENGO" userId="9019d928-c12d-48de-bdb2-52a833805ac2" providerId="ADAL" clId="{20734E0D-FF75-44B1-9DFF-D19DBB4D069A}" dt="2026-07-29T15:22:17.484" v="300" actId="47"/>
        <pc:sldMkLst>
          <pc:docMk/>
          <pc:sldMk cId="1353077044" sldId="267"/>
        </pc:sldMkLst>
        <pc:picChg chg="del">
          <ac:chgData name="Rodrigue YENGO" userId="9019d928-c12d-48de-bdb2-52a833805ac2" providerId="ADAL" clId="{20734E0D-FF75-44B1-9DFF-D19DBB4D069A}" dt="2026-07-29T12:03:39.261" v="213" actId="478"/>
          <ac:picMkLst>
            <pc:docMk/>
            <pc:sldMk cId="1353077044" sldId="267"/>
            <ac:picMk id="3" creationId="{33D3D045-EB3E-8117-9F67-98E16B5DDFB1}"/>
          </ac:picMkLst>
        </pc:picChg>
        <pc:picChg chg="add del">
          <ac:chgData name="Rodrigue YENGO" userId="9019d928-c12d-48de-bdb2-52a833805ac2" providerId="ADAL" clId="{20734E0D-FF75-44B1-9DFF-D19DBB4D069A}" dt="2026-07-29T12:04:12.619" v="215" actId="478"/>
          <ac:picMkLst>
            <pc:docMk/>
            <pc:sldMk cId="1353077044" sldId="267"/>
            <ac:picMk id="4" creationId="{BCF3251B-1AC1-4514-87B2-D26F5E0D38D7}"/>
          </ac:picMkLst>
        </pc:picChg>
        <pc:picChg chg="add mod">
          <ac:chgData name="Rodrigue YENGO" userId="9019d928-c12d-48de-bdb2-52a833805ac2" providerId="ADAL" clId="{20734E0D-FF75-44B1-9DFF-D19DBB4D069A}" dt="2026-07-29T12:04:15.892" v="217" actId="1076"/>
          <ac:picMkLst>
            <pc:docMk/>
            <pc:sldMk cId="1353077044" sldId="267"/>
            <ac:picMk id="6" creationId="{C56D6A7D-CFD6-0A4C-58A1-53E4201DA9B4}"/>
          </ac:picMkLst>
        </pc:picChg>
        <pc:picChg chg="add mod">
          <ac:chgData name="Rodrigue YENGO" userId="9019d928-c12d-48de-bdb2-52a833805ac2" providerId="ADAL" clId="{20734E0D-FF75-44B1-9DFF-D19DBB4D069A}" dt="2026-07-29T12:04:38.239" v="219" actId="1076"/>
          <ac:picMkLst>
            <pc:docMk/>
            <pc:sldMk cId="1353077044" sldId="267"/>
            <ac:picMk id="8" creationId="{CB4528DE-C558-C9DB-3CD7-FCE4A01BA61E}"/>
          </ac:picMkLst>
        </pc:picChg>
      </pc:sldChg>
      <pc:sldMasterChg chg="addSp delSp modSp mod modSldLayout">
        <pc:chgData name="Rodrigue YENGO" userId="9019d928-c12d-48de-bdb2-52a833805ac2" providerId="ADAL" clId="{20734E0D-FF75-44B1-9DFF-D19DBB4D069A}" dt="2026-07-29T17:11:06.417" v="390" actId="22"/>
        <pc:sldMasterMkLst>
          <pc:docMk/>
          <pc:sldMasterMk cId="0" sldId="2147483648"/>
        </pc:sldMasterMkLst>
        <pc:spChg chg="add del">
          <ac:chgData name="Rodrigue YENGO" userId="9019d928-c12d-48de-bdb2-52a833805ac2" providerId="ADAL" clId="{20734E0D-FF75-44B1-9DFF-D19DBB4D069A}" dt="2026-07-28T13:32:13.493" v="144" actId="22"/>
          <ac:spMkLst>
            <pc:docMk/>
            <pc:sldMasterMk cId="0" sldId="2147483648"/>
            <ac:spMk id="5" creationId="{60D89672-FBB5-E3A8-AFD3-E2602FA9B229}"/>
          </ac:spMkLst>
        </pc:spChg>
        <pc:picChg chg="add">
          <ac:chgData name="Rodrigue YENGO" userId="9019d928-c12d-48de-bdb2-52a833805ac2" providerId="ADAL" clId="{20734E0D-FF75-44B1-9DFF-D19DBB4D069A}" dt="2026-07-29T17:11:06.417" v="390" actId="22"/>
          <ac:picMkLst>
            <pc:docMk/>
            <pc:sldMasterMk cId="0" sldId="2147483648"/>
            <ac:picMk id="3" creationId="{1036526E-AA57-E3FE-08B4-E1DAE0AC8F06}"/>
          </ac:picMkLst>
        </pc:picChg>
        <pc:picChg chg="add del mod">
          <ac:chgData name="Rodrigue YENGO" userId="9019d928-c12d-48de-bdb2-52a833805ac2" providerId="ADAL" clId="{20734E0D-FF75-44B1-9DFF-D19DBB4D069A}" dt="2026-07-28T13:31:43.601" v="101" actId="22"/>
          <ac:picMkLst>
            <pc:docMk/>
            <pc:sldMasterMk cId="0" sldId="2147483648"/>
            <ac:picMk id="3" creationId="{1F9D60CC-A29A-53C1-BDF6-E061670A8B52}"/>
          </ac:picMkLst>
        </pc:picChg>
        <pc:picChg chg="add mod">
          <ac:chgData name="Rodrigue YENGO" userId="9019d928-c12d-48de-bdb2-52a833805ac2" providerId="ADAL" clId="{20734E0D-FF75-44B1-9DFF-D19DBB4D069A}" dt="2026-07-29T15:50:12.738" v="314" actId="14100"/>
          <ac:picMkLst>
            <pc:docMk/>
            <pc:sldMasterMk cId="0" sldId="2147483648"/>
            <ac:picMk id="7" creationId="{C9A920E7-E3E8-E0F7-3BDB-D8174FB00FBD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7:11:03.019" v="389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Rodrigue YENGO" userId="9019d928-c12d-48de-bdb2-52a833805ac2" providerId="ADAL" clId="{20734E0D-FF75-44B1-9DFF-D19DBB4D069A}" dt="2026-07-29T10:51:35.437" v="152" actId="22"/>
            <ac:spMkLst>
              <pc:docMk/>
              <pc:sldMasterMk cId="0" sldId="2147483648"/>
              <pc:sldLayoutMk cId="0" sldId="2147483649"/>
              <ac:spMk id="3" creationId="{0F5DDFDD-1350-6E62-339B-C514DA465BC8}"/>
            </ac:spMkLst>
          </pc:spChg>
          <pc:spChg chg="add">
            <ac:chgData name="Rodrigue YENGO" userId="9019d928-c12d-48de-bdb2-52a833805ac2" providerId="ADAL" clId="{20734E0D-FF75-44B1-9DFF-D19DBB4D069A}" dt="2026-07-29T10:52:05.033" v="194" actId="22"/>
            <ac:spMkLst>
              <pc:docMk/>
              <pc:sldMasterMk cId="0" sldId="2147483648"/>
              <pc:sldLayoutMk cId="0" sldId="2147483649"/>
              <ac:spMk id="5" creationId="{7907A6CC-405A-1488-B29C-D022A017603A}"/>
            </ac:spMkLst>
          </pc:spChg>
          <pc:spChg chg="add mod">
            <ac:chgData name="Rodrigue YENGO" userId="9019d928-c12d-48de-bdb2-52a833805ac2" providerId="ADAL" clId="{20734E0D-FF75-44B1-9DFF-D19DBB4D069A}" dt="2026-07-29T15:19:52.716" v="285" actId="1035"/>
            <ac:spMkLst>
              <pc:docMk/>
              <pc:sldMasterMk cId="0" sldId="2147483648"/>
              <pc:sldLayoutMk cId="0" sldId="2147483649"/>
              <ac:spMk id="7" creationId="{E9537A2A-E3B1-89E0-BD29-DFD88322CDBA}"/>
            </ac:spMkLst>
          </pc:spChg>
          <pc:spChg chg="add mod">
            <ac:chgData name="Rodrigue YENGO" userId="9019d928-c12d-48de-bdb2-52a833805ac2" providerId="ADAL" clId="{20734E0D-FF75-44B1-9DFF-D19DBB4D069A}" dt="2026-07-29T15:20:29.184" v="289" actId="14100"/>
            <ac:spMkLst>
              <pc:docMk/>
              <pc:sldMasterMk cId="0" sldId="2147483648"/>
              <pc:sldLayoutMk cId="0" sldId="2147483649"/>
              <ac:spMk id="9" creationId="{3559D478-16CC-042D-1B1B-53876A38FF08}"/>
            </ac:spMkLst>
          </pc:spChg>
          <pc:spChg chg="add mod">
            <ac:chgData name="Rodrigue YENGO" userId="9019d928-c12d-48de-bdb2-52a833805ac2" providerId="ADAL" clId="{20734E0D-FF75-44B1-9DFF-D19DBB4D069A}" dt="2026-07-29T15:20:29.184" v="289" actId="14100"/>
            <ac:spMkLst>
              <pc:docMk/>
              <pc:sldMasterMk cId="0" sldId="2147483648"/>
              <pc:sldLayoutMk cId="0" sldId="2147483649"/>
              <ac:spMk id="11" creationId="{9A745354-E2E2-1A71-CA70-CA85D9ACCEEC}"/>
            </ac:spMkLst>
          </pc:spChg>
          <pc:spChg chg="add mod">
            <ac:chgData name="Rodrigue YENGO" userId="9019d928-c12d-48de-bdb2-52a833805ac2" providerId="ADAL" clId="{20734E0D-FF75-44B1-9DFF-D19DBB4D069A}" dt="2026-07-29T15:20:29.184" v="289" actId="14100"/>
            <ac:spMkLst>
              <pc:docMk/>
              <pc:sldMasterMk cId="0" sldId="2147483648"/>
              <pc:sldLayoutMk cId="0" sldId="2147483649"/>
              <ac:spMk id="13" creationId="{81F0C328-23F8-2EE6-F2A2-DECD0C595986}"/>
            </ac:spMkLst>
          </pc:spChg>
          <pc:picChg chg="add del">
            <ac:chgData name="Rodrigue YENGO" userId="9019d928-c12d-48de-bdb2-52a833805ac2" providerId="ADAL" clId="{20734E0D-FF75-44B1-9DFF-D19DBB4D069A}" dt="2026-07-29T16:15:35.342" v="336" actId="478"/>
            <ac:picMkLst>
              <pc:docMk/>
              <pc:sldMasterMk cId="0" sldId="2147483648"/>
              <pc:sldLayoutMk cId="0" sldId="2147483649"/>
              <ac:picMk id="2" creationId="{03F28F91-9217-5A90-D365-83AA550ECB96}"/>
            </ac:picMkLst>
          </pc:picChg>
          <pc:picChg chg="add del mod">
            <ac:chgData name="Rodrigue YENGO" userId="9019d928-c12d-48de-bdb2-52a833805ac2" providerId="ADAL" clId="{20734E0D-FF75-44B1-9DFF-D19DBB4D069A}" dt="2026-07-29T16:43:00.031" v="342" actId="478"/>
            <ac:picMkLst>
              <pc:docMk/>
              <pc:sldMasterMk cId="0" sldId="2147483648"/>
              <pc:sldLayoutMk cId="0" sldId="2147483649"/>
              <ac:picMk id="4" creationId="{75D1D28D-E9D2-B3B4-8777-78E56A943E18}"/>
            </ac:picMkLst>
          </pc:picChg>
          <pc:picChg chg="add del mod">
            <ac:chgData name="Rodrigue YENGO" userId="9019d928-c12d-48de-bdb2-52a833805ac2" providerId="ADAL" clId="{20734E0D-FF75-44B1-9DFF-D19DBB4D069A}" dt="2026-07-29T16:42:57.821" v="341" actId="478"/>
            <ac:picMkLst>
              <pc:docMk/>
              <pc:sldMasterMk cId="0" sldId="2147483648"/>
              <pc:sldLayoutMk cId="0" sldId="2147483649"/>
              <ac:picMk id="8" creationId="{148B1349-94FC-B811-3E44-428839E55C41}"/>
            </ac:picMkLst>
          </pc:picChg>
          <pc:picChg chg="add del mod">
            <ac:chgData name="Rodrigue YENGO" userId="9019d928-c12d-48de-bdb2-52a833805ac2" providerId="ADAL" clId="{20734E0D-FF75-44B1-9DFF-D19DBB4D069A}" dt="2026-07-29T17:11:03.019" v="389" actId="478"/>
            <ac:picMkLst>
              <pc:docMk/>
              <pc:sldMasterMk cId="0" sldId="2147483648"/>
              <pc:sldLayoutMk cId="0" sldId="2147483649"/>
              <ac:picMk id="12" creationId="{3317BCF3-001A-B069-B173-A781AFC20B4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26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le parcours DP-800 : on pose les fondations du fil rouge AdventureWorks Commerce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minutage de la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Repère examen : le choix se justifie toujours par un besoin métier (SLA, volumétrie, budget), jamais par défaut. Le fil rouge tournera sur SQL Server 2025 pour les types VECTOR du Jour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en direct : séquence, colonne JSON avec ISJSON, table temporelle.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1 minute de réflexion avant de révéler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programmabilité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7907A6CC-405A-1488-B29C-D022A017603A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E9537A2A-E3B1-89E0-BD29-DFD88322CDBA}"/>
              </a:ext>
            </a:extLst>
          </p:cNvPr>
          <p:cNvSpPr/>
          <p:nvPr userDrawn="1"/>
        </p:nvSpPr>
        <p:spPr>
          <a:xfrm>
            <a:off x="-4768" y="-19053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559D478-16CC-042D-1B1B-53876A38FF08}"/>
              </a:ext>
            </a:extLst>
          </p:cNvPr>
          <p:cNvSpPr/>
          <p:nvPr userDrawn="1"/>
        </p:nvSpPr>
        <p:spPr>
          <a:xfrm>
            <a:off x="1143000" y="685651"/>
            <a:ext cx="4437221" cy="38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1 · MODULE 1 · 09:00 – 10:45</a:t>
            </a:r>
            <a:endParaRPr lang="en-US" sz="14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A745354-E2E2-1A71-CA70-CA85D9ACCEEC}"/>
              </a:ext>
            </a:extLst>
          </p:cNvPr>
          <p:cNvSpPr/>
          <p:nvPr userDrawn="1"/>
        </p:nvSpPr>
        <p:spPr>
          <a:xfrm>
            <a:off x="1143000" y="9296400"/>
            <a:ext cx="3245078" cy="38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1F0C328-23F8-2EE6-F2A2-DECD0C595986}"/>
              </a:ext>
            </a:extLst>
          </p:cNvPr>
          <p:cNvSpPr/>
          <p:nvPr userDrawn="1"/>
        </p:nvSpPr>
        <p:spPr>
          <a:xfrm>
            <a:off x="4496395" y="9296400"/>
            <a:ext cx="9936272" cy="38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 · Développer des solutions de base de données compatibles avec l'IA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9A920E7-E3E8-E0F7-3BDB-D8174FB00F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036526E-AA57-E3FE-08B4-E1DAE0AC8F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1" y="3939480"/>
            <a:ext cx="9438422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Objets de base de </a:t>
            </a:r>
          </a:p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6495012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bonne plateforme SQL, puis concevoir les tables, index et contraintes d'AdventureWorks Commerce Cloud.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D3B55B10-A2FD-2E32-13F7-D0A2B472DE93}"/>
              </a:ext>
            </a:extLst>
          </p:cNvPr>
          <p:cNvGrpSpPr/>
          <p:nvPr/>
        </p:nvGrpSpPr>
        <p:grpSpPr>
          <a:xfrm>
            <a:off x="10505982" y="561196"/>
            <a:ext cx="6990490" cy="8735204"/>
            <a:chOff x="11002220" y="561196"/>
            <a:chExt cx="6990490" cy="8735204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E66C4808-9747-E827-82F0-34C53DF9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3E7D007-039A-92D6-43F9-F6C510974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F90629BD-61A3-18FF-A5F1-9A0EC7C03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BFAFCE9F-F655-DE5E-8623-A55D3352A71A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1D18B29D-19A7-958F-EDFF-28AB111EC413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>
                  <a:solidFill>
                    <a:schemeClr val="bg1"/>
                  </a:solidFill>
                </a:rPr>
                <a:t>Rodrigue YENGO</a:t>
              </a:r>
            </a:p>
          </p:txBody>
        </p:sp>
      </p:grp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F49019B-5F4D-555C-A52F-B88B715642CE}"/>
              </a:ext>
            </a:extLst>
          </p:cNvPr>
          <p:cNvSpPr/>
          <p:nvPr/>
        </p:nvSpPr>
        <p:spPr>
          <a:xfrm>
            <a:off x="7842738" y="-187569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session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198968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200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85083" y="3649414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9" name="Text 7"/>
          <p:cNvSpPr/>
          <p:nvPr/>
        </p:nvSpPr>
        <p:spPr>
          <a:xfrm>
            <a:off x="3285083" y="3330327"/>
            <a:ext cx="12869824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200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85083" y="4195911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14" name="Text 12"/>
          <p:cNvSpPr/>
          <p:nvPr/>
        </p:nvSpPr>
        <p:spPr>
          <a:xfrm>
            <a:off x="3285083" y="3830389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plateforme SQL adaptée au besoin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09:20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85083" y="4742408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19" name="Text 17"/>
          <p:cNvSpPr/>
          <p:nvPr/>
        </p:nvSpPr>
        <p:spPr>
          <a:xfrm>
            <a:off x="3285083" y="4376886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types de données et index spécialisés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85083" y="5288905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4" name="Text 22"/>
          <p:cNvSpPr/>
          <p:nvPr/>
        </p:nvSpPr>
        <p:spPr>
          <a:xfrm>
            <a:off x="3285083" y="4923383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: étendre le schéma fil rouge en direct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43000" y="5298430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43000" y="5835402"/>
            <a:ext cx="2142083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7" name="Text 25"/>
          <p:cNvSpPr/>
          <p:nvPr/>
        </p:nvSpPr>
        <p:spPr>
          <a:xfrm>
            <a:off x="1143000" y="5469880"/>
            <a:ext cx="198968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85083" y="5835402"/>
            <a:ext cx="12716917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 sz="2000"/>
          </a:p>
        </p:txBody>
      </p:sp>
      <p:sp>
        <p:nvSpPr>
          <p:cNvPr id="29" name="Text 27"/>
          <p:cNvSpPr/>
          <p:nvPr/>
        </p:nvSpPr>
        <p:spPr>
          <a:xfrm>
            <a:off x="3285083" y="5469880"/>
            <a:ext cx="12869824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0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 et résumé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sa plateforme SQL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5156150" cy="2281089"/>
          </a:xfrm>
          <a:prstGeom prst="roundRect">
            <a:avLst>
              <a:gd name="adj" fmla="val 3341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Database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474181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managé, SLA 99,99 %. Hyperscale pour la mise à l'échelle quasi illimitée, Serverless pour la pause automatique.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65850" y="3248918"/>
            <a:ext cx="5156150" cy="2281089"/>
          </a:xfrm>
          <a:prstGeom prst="roundRect">
            <a:avLst>
              <a:gd name="adj" fmla="val 3341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42075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2025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42075" y="3935760"/>
            <a:ext cx="474181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total sur site ou en VM. Nouveau : type VECTOR natif et AI_GENERATE_EMBEDDINGS intégrés au moteur.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988701" y="3248918"/>
            <a:ext cx="5156150" cy="2281089"/>
          </a:xfrm>
          <a:prstGeom prst="roundRect">
            <a:avLst>
              <a:gd name="adj" fmla="val 3341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264926" y="3563243"/>
            <a:ext cx="506407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64926" y="3935760"/>
            <a:ext cx="474181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au sein du lakehouse — quand BI et transactionnel doivent cohabiter, gouvernance et OneLake partagés.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données, index et tables spécialisés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cluster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par table, ordonne physiquement les données. Idéal pour les requêtes par plage sur une clé d'identité ou de date.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non cluster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possibles. La clause INCLUDE ajoute des colonnes en feuille pour couvrir une requête sans lookup.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5050780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mémoire / Temporel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5385941"/>
            <a:ext cx="7377684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mémoire : sans verrouillage, très haut débit. Temporel : historique automatique, interrogeable avec FOR SYSTEM_TIME AS OF.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5050780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/ Graph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5385941"/>
            <a:ext cx="7377684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: lecture directe d'un lac de données. Graph : tables NODE/EDGE pour les relations complexes (recommandations).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Étendre le schéma AdventureWorks Commerce Cloud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OrderNumberSeq pour un numéro de commande métier lisible.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 JSON Customer.Preferences avec contrainte ISJSON.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temporelle CustomerProfileHistory (SYSTEM_VERSIONING).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236815"/>
            <a:ext cx="14859000" cy="2481263"/>
          </a:xfrm>
          <a:prstGeom prst="roundRect">
            <a:avLst>
              <a:gd name="adj" fmla="val 3071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427315"/>
            <a:ext cx="14809470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SalesLT.CustomerProfileHistory (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 INT NOT NULL,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EmailAddress NVARCHAR(50),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ValidFrom DATETIME2 GENERATED ALWAYS AS ROW START,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ValidTo   DATETIME2 GENERATED ALWAYS AS ROW END,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PERIOD FOR SYSTEM_TIME (ValidFrom, ValidTo)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WITH (SYSTEM_VERSIONING = ON);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devez conserver l'historique complet des changements de profil client, avec une requête « à une date donnée ». Quel objet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déclencheur qui copie les anciennes valeurs dans une table d'audit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table temporelle avec SYSTEM_VERSIONING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Data Capture (CDC) sur la table Customer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colonne JSON contenant l'historique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plateforme selon l'élasticité et le SLA attendus.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pour les plages, non cluster + INCLUDE pour couvrir une requête.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temporelle = historisation automatique sans trigger.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et partitionnement : flexibilité et volumétrie sans changer de moteur.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384661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514255"/>
            <a:ext cx="5943689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Programmabilité 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259139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Vues, fonctions, procédures stockées et déclencheurs : encapsuler la logique métier du fil rouge.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5AE6CD-266F-4506-9484-5C19F817C7DE}">
  <ds:schemaRefs>
    <ds:schemaRef ds:uri="http://purl.org/dc/dcmitype/"/>
    <ds:schemaRef ds:uri="d9df9240-fc95-4deb-9c9d-de700c44a7a7"/>
    <ds:schemaRef ds:uri="http://schemas.microsoft.com/office/infopath/2007/PartnerControls"/>
    <ds:schemaRef ds:uri="http://purl.org/dc/terms/"/>
    <ds:schemaRef ds:uri="http://schemas.microsoft.com/office/2006/documentManagement/types"/>
    <ds:schemaRef ds:uri="33363a87-7e43-46da-9332-4c6d176b06e4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8F966C-75B3-4C73-BFA5-AA6111EACCBE}"/>
</file>

<file path=customXml/itemProps3.xml><?xml version="1.0" encoding="utf-8"?>
<ds:datastoreItem xmlns:ds="http://schemas.openxmlformats.org/officeDocument/2006/customXml" ds:itemID="{0BDEB156-3EF4-48F8-9E38-04770E6CA29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571</Words>
  <Application>Microsoft Office PowerPoint</Application>
  <PresentationFormat>Personnalisé</PresentationFormat>
  <Paragraphs>73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Objets de base de données</dc:title>
  <dc:subject>PptxGenJS Presentation</dc:subject>
  <dc:creator/>
  <cp:lastModifiedBy>Rodrigue YENGO</cp:lastModifiedBy>
  <cp:revision>1</cp:revision>
  <dcterms:created xsi:type="dcterms:W3CDTF">2026-07-28T13:23:00Z</dcterms:created>
  <dcterms:modified xsi:type="dcterms:W3CDTF">2026-07-29T17:11:12Z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