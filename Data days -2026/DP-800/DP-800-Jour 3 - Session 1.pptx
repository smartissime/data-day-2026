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8B2F2D-8483-4676-85EB-680AECADDD91}" v="8" dt="2026-07-29T16:09:13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55391" autoAdjust="0"/>
  </p:normalViewPr>
  <p:slideViewPr>
    <p:cSldViewPr snapToGrid="0" snapToObjects="1">
      <p:cViewPr varScale="1">
        <p:scale>
          <a:sx n="82" d="100"/>
          <a:sy n="82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9T17:09:39.751" v="140" actId="22"/>
      <pc:docMkLst>
        <pc:docMk/>
      </pc:docMkLst>
      <pc:sldChg chg="addSp delSp modSp mod modNotesTx">
        <pc:chgData name="Rodrigue YENGO" userId="9019d928-c12d-48de-bdb2-52a833805ac2" providerId="ADAL" clId="{20734E0D-FF75-44B1-9DFF-D19DBB4D069A}" dt="2026-07-29T16:01:32.906" v="139" actId="1037"/>
        <pc:sldMkLst>
          <pc:docMk/>
          <pc:sldMk cId="0" sldId="256"/>
        </pc:sldMkLst>
        <pc:spChg chg="del">
          <ac:chgData name="Rodrigue YENGO" userId="9019d928-c12d-48de-bdb2-52a833805ac2" providerId="ADAL" clId="{20734E0D-FF75-44B1-9DFF-D19DBB4D069A}" dt="2026-07-29T14:55:01.427" v="43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5:32.244" v="48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6:01:06.190" v="126" actId="2763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5:32.244" v="48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19" v="3" actId="27636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5:32.244" v="48" actId="478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Rodrigue YENGO" userId="9019d928-c12d-48de-bdb2-52a833805ac2" providerId="ADAL" clId="{20734E0D-FF75-44B1-9DFF-D19DBB4D069A}" dt="2026-07-29T16:01:30.440" v="127" actId="164"/>
          <ac:spMkLst>
            <pc:docMk/>
            <pc:sldMk cId="0" sldId="256"/>
            <ac:spMk id="13" creationId="{106C13C8-785A-3C8A-1F44-11BCE3433254}"/>
          </ac:spMkLst>
        </pc:spChg>
        <pc:spChg chg="add mod">
          <ac:chgData name="Rodrigue YENGO" userId="9019d928-c12d-48de-bdb2-52a833805ac2" providerId="ADAL" clId="{20734E0D-FF75-44B1-9DFF-D19DBB4D069A}" dt="2026-07-29T16:01:30.440" v="127" actId="164"/>
          <ac:spMkLst>
            <pc:docMk/>
            <pc:sldMk cId="0" sldId="256"/>
            <ac:spMk id="15" creationId="{93C0C419-05A7-6818-1525-83B5BB20F1DA}"/>
          </ac:spMkLst>
        </pc:spChg>
        <pc:grpChg chg="add mod">
          <ac:chgData name="Rodrigue YENGO" userId="9019d928-c12d-48de-bdb2-52a833805ac2" providerId="ADAL" clId="{20734E0D-FF75-44B1-9DFF-D19DBB4D069A}" dt="2026-07-29T16:01:32.906" v="139" actId="1037"/>
          <ac:grpSpMkLst>
            <pc:docMk/>
            <pc:sldMk cId="0" sldId="256"/>
            <ac:grpSpMk id="2" creationId="{47187A4A-7C49-A290-DDB7-E1580281F57E}"/>
          </ac:grpSpMkLst>
        </pc:grpChg>
        <pc:picChg chg="add mod">
          <ac:chgData name="Rodrigue YENGO" userId="9019d928-c12d-48de-bdb2-52a833805ac2" providerId="ADAL" clId="{20734E0D-FF75-44B1-9DFF-D19DBB4D069A}" dt="2026-07-29T16:01:30.440" v="127" actId="164"/>
          <ac:picMkLst>
            <pc:docMk/>
            <pc:sldMk cId="0" sldId="256"/>
            <ac:picMk id="10" creationId="{DD8AC14B-BAAB-E5C6-B0C2-71A0C32089D1}"/>
          </ac:picMkLst>
        </pc:picChg>
        <pc:picChg chg="add mod">
          <ac:chgData name="Rodrigue YENGO" userId="9019d928-c12d-48de-bdb2-52a833805ac2" providerId="ADAL" clId="{20734E0D-FF75-44B1-9DFF-D19DBB4D069A}" dt="2026-07-29T16:01:30.440" v="127" actId="164"/>
          <ac:picMkLst>
            <pc:docMk/>
            <pc:sldMk cId="0" sldId="256"/>
            <ac:picMk id="11" creationId="{D0D9B9CB-7411-F14C-B777-0AD1E06FD03E}"/>
          </ac:picMkLst>
        </pc:picChg>
        <pc:picChg chg="mod">
          <ac:chgData name="Rodrigue YENGO" userId="9019d928-c12d-48de-bdb2-52a833805ac2" providerId="ADAL" clId="{20734E0D-FF75-44B1-9DFF-D19DBB4D069A}" dt="2026-07-29T16:01:30.440" v="127" actId="164"/>
          <ac:picMkLst>
            <pc:docMk/>
            <pc:sldMk cId="0" sldId="256"/>
            <ac:picMk id="12" creationId="{8EE1473C-6616-4A0E-DF17-0E2EA782C809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6:18.884" v="57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4:56:01.940" v="52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6:04.343" v="53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70" v="11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63" v="9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68" v="10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73" v="12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60" v="8" actId="27636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6:18.884" v="57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6:13.710" v="56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4:56:07.459" v="54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6:09.889" v="5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91" v="16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82" v="13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589" v="15" actId="27636"/>
          <ac:spMkLst>
            <pc:docMk/>
            <pc:sldMk cId="0" sldId="258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6:13.710" v="56" actId="478"/>
          <ac:picMkLst>
            <pc:docMk/>
            <pc:sldMk cId="0" sldId="258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6:27.964" v="60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4:56:22.518" v="58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6:25.017" v="59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604" v="18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607" v="19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609" v="20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614" v="21" actId="27636"/>
          <ac:spMkLst>
            <pc:docMk/>
            <pc:sldMk cId="0" sldId="259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6:27.964" v="60" actId="478"/>
          <ac:picMkLst>
            <pc:docMk/>
            <pc:sldMk cId="0" sldId="259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6:34.802" v="62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4:56:32.167" v="61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6:34.802" v="62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630" v="23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9T14:56:43.180" v="65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4:56:37.991" v="63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6:40.240" v="64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644" v="25" actId="27636"/>
          <ac:spMkLst>
            <pc:docMk/>
            <pc:sldMk cId="0" sldId="261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6:43.180" v="65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6:56.673" v="68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4:56:48.902" v="66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6:51.205" v="67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657" v="27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6:56.673" v="68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7:00.548" v="69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4:57:00.548" v="69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5:43:14.669" v="28" actId="27636"/>
          <ac:spMkLst>
            <pc:docMk/>
            <pc:sldMk cId="0" sldId="263"/>
            <ac:spMk id="4" creationId="{00000000-0000-0000-0000-000000000000}"/>
          </ac:spMkLst>
        </pc:spChg>
      </pc:sldChg>
      <pc:sldMasterChg chg="addSp mod modSldLayout">
        <pc:chgData name="Rodrigue YENGO" userId="9019d928-c12d-48de-bdb2-52a833805ac2" providerId="ADAL" clId="{20734E0D-FF75-44B1-9DFF-D19DBB4D069A}" dt="2026-07-29T17:09:39.751" v="140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9T16:00:47.206" v="124" actId="22"/>
          <ac:picMkLst>
            <pc:docMk/>
            <pc:sldMasterMk cId="0" sldId="2147483648"/>
            <ac:picMk id="3" creationId="{18CD3E9C-5D13-0B1B-8C95-654C70CAD404}"/>
          </ac:picMkLst>
        </pc:picChg>
        <pc:picChg chg="add">
          <ac:chgData name="Rodrigue YENGO" userId="9019d928-c12d-48de-bdb2-52a833805ac2" providerId="ADAL" clId="{20734E0D-FF75-44B1-9DFF-D19DBB4D069A}" dt="2026-07-29T17:09:39.751" v="140" actId="22"/>
          <ac:picMkLst>
            <pc:docMk/>
            <pc:sldMasterMk cId="0" sldId="2147483648"/>
            <ac:picMk id="4" creationId="{904DC1B0-62AE-AAE3-6671-69BA884BB66D}"/>
          </ac:picMkLst>
        </pc:picChg>
        <pc:sldLayoutChg chg="addSp delSp modSp mod setBg">
          <pc:chgData name="Rodrigue YENGO" userId="9019d928-c12d-48de-bdb2-52a833805ac2" providerId="ADAL" clId="{20734E0D-FF75-44B1-9DFF-D19DBB4D069A}" dt="2026-07-29T14:55:48.998" v="51" actId="14100"/>
          <pc:sldLayoutMkLst>
            <pc:docMk/>
            <pc:sldMasterMk cId="0" sldId="2147483648"/>
            <pc:sldLayoutMk cId="0" sldId="2147483649"/>
          </pc:sldLayoutMkLst>
          <pc:spChg chg="add del">
            <ac:chgData name="Rodrigue YENGO" userId="9019d928-c12d-48de-bdb2-52a833805ac2" providerId="ADAL" clId="{20734E0D-FF75-44B1-9DFF-D19DBB4D069A}" dt="2026-07-29T14:55:14.050" v="45" actId="478"/>
            <ac:spMkLst>
              <pc:docMk/>
              <pc:sldMasterMk cId="0" sldId="2147483648"/>
              <pc:sldLayoutMk cId="0" sldId="2147483649"/>
              <ac:spMk id="3" creationId="{80DF770C-B4E7-679E-1DF6-BADDAE8AFC4B}"/>
            </ac:spMkLst>
          </pc:spChg>
          <pc:spChg chg="add">
            <ac:chgData name="Rodrigue YENGO" userId="9019d928-c12d-48de-bdb2-52a833805ac2" providerId="ADAL" clId="{20734E0D-FF75-44B1-9DFF-D19DBB4D069A}" dt="2026-07-29T14:55:18.760" v="47" actId="22"/>
            <ac:spMkLst>
              <pc:docMk/>
              <pc:sldMasterMk cId="0" sldId="2147483648"/>
              <pc:sldLayoutMk cId="0" sldId="2147483649"/>
              <ac:spMk id="5" creationId="{2B4D0405-28CA-16C6-1BB4-18889E9DD04E}"/>
            </ac:spMkLst>
          </pc:spChg>
          <pc:spChg chg="add mod">
            <ac:chgData name="Rodrigue YENGO" userId="9019d928-c12d-48de-bdb2-52a833805ac2" providerId="ADAL" clId="{20734E0D-FF75-44B1-9DFF-D19DBB4D069A}" dt="2026-07-29T14:55:48.998" v="51" actId="14100"/>
            <ac:spMkLst>
              <pc:docMk/>
              <pc:sldMasterMk cId="0" sldId="2147483648"/>
              <pc:sldLayoutMk cId="0" sldId="2147483649"/>
              <ac:spMk id="7" creationId="{5A688382-5C72-5AA8-6F70-86EF0CAA7B50}"/>
            </ac:spMkLst>
          </pc:spChg>
          <pc:spChg chg="add mod">
            <ac:chgData name="Rodrigue YENGO" userId="9019d928-c12d-48de-bdb2-52a833805ac2" providerId="ADAL" clId="{20734E0D-FF75-44B1-9DFF-D19DBB4D069A}" dt="2026-07-29T14:55:48.998" v="51" actId="14100"/>
            <ac:spMkLst>
              <pc:docMk/>
              <pc:sldMasterMk cId="0" sldId="2147483648"/>
              <pc:sldLayoutMk cId="0" sldId="2147483649"/>
              <ac:spMk id="9" creationId="{1F1B5C33-EC4C-E87E-8A75-76F4AEA777A5}"/>
            </ac:spMkLst>
          </pc:spChg>
          <pc:spChg chg="add mod">
            <ac:chgData name="Rodrigue YENGO" userId="9019d928-c12d-48de-bdb2-52a833805ac2" providerId="ADAL" clId="{20734E0D-FF75-44B1-9DFF-D19DBB4D069A}" dt="2026-07-29T14:55:48.998" v="51" actId="14100"/>
            <ac:spMkLst>
              <pc:docMk/>
              <pc:sldMasterMk cId="0" sldId="2147483648"/>
              <pc:sldLayoutMk cId="0" sldId="2147483649"/>
              <ac:spMk id="11" creationId="{F304D092-FD9D-C91B-D7A4-EFFC4F70FCF7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67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Ouvrir le Jour 3 : le catalogue produit du fil rouge reçoit une représentation vectorielle de chaque description.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M. Abdelhak BENYAHIA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M. Rodrigue YENGO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Critères de sélection : modalité (texte, image, structuré), taille, langue, format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2B4D0405-28CA-16C6-1BB4-18889E9DD04E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A688382-5C72-5AA8-6F70-86EF0CAA7B50}"/>
              </a:ext>
            </a:extLst>
          </p:cNvPr>
          <p:cNvSpPr/>
          <p:nvPr userDrawn="1"/>
        </p:nvSpPr>
        <p:spPr>
          <a:xfrm>
            <a:off x="1143000" y="685650"/>
            <a:ext cx="4437221" cy="44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MODULE 9 · 09:00 – 10:45</a:t>
            </a:r>
            <a:endParaRPr lang="en-US" sz="1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F1B5C33-EC4C-E87E-8A75-76F4AEA777A5}"/>
              </a:ext>
            </a:extLst>
          </p:cNvPr>
          <p:cNvSpPr/>
          <p:nvPr userDrawn="1"/>
        </p:nvSpPr>
        <p:spPr>
          <a:xfrm>
            <a:off x="1143000" y="9296399"/>
            <a:ext cx="3245078" cy="44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304D092-FD9D-C91B-D7A4-EFFC4F70FCF7}"/>
              </a:ext>
            </a:extLst>
          </p:cNvPr>
          <p:cNvSpPr/>
          <p:nvPr userDrawn="1"/>
        </p:nvSpPr>
        <p:spPr>
          <a:xfrm>
            <a:off x="4496395" y="9296399"/>
            <a:ext cx="2313072" cy="44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8CD3E9C-5D13-0B1B-8C95-654C70CAD4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04DC1B0-62AE-AAE3-6671-69BA884BB6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1" y="3939480"/>
            <a:ext cx="9622790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et embeddings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un modèle externe, le connecter en SQL, générer des embeddings et stocker des colonnes VECTOR.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47187A4A-7C49-A290-DDB7-E1580281F57E}"/>
              </a:ext>
            </a:extLst>
          </p:cNvPr>
          <p:cNvGrpSpPr/>
          <p:nvPr/>
        </p:nvGrpSpPr>
        <p:grpSpPr>
          <a:xfrm>
            <a:off x="10575500" y="561196"/>
            <a:ext cx="6990490" cy="8735204"/>
            <a:chOff x="11002220" y="561196"/>
            <a:chExt cx="6990490" cy="8735204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DD8AC14B-BAAB-E5C6-B0C2-71A0C3208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D0D9B9CB-7411-F14C-B777-0AD1E06FD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8EE1473C-6616-4A0E-DF17-0E2EA782C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106C13C8-785A-3C8A-1F44-11BCE3433254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93C0C419-05A7-6818-1525-83B5BB20F1DA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texte au vecteur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Modalité, taille, langue du modèle.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externe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un point de terminaison IA.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Vecteurs sémantiques par produit.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colonne natif SQL Server 2025.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et connecter un modèle externe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6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Modalité (texte, image, structuré), taille, langue et format de sortie sont les critères clés de sélection.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EXTERNAL MODEL définit l'URL du point de terminaison, le format API et le type de modèle.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488335"/>
            <a:ext cx="14859000" cy="2481263"/>
          </a:xfrm>
          <a:prstGeom prst="roundRect">
            <a:avLst>
              <a:gd name="adj" fmla="val 3071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5678835"/>
            <a:ext cx="14809470" cy="2138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EXTERNAL MODEL AzureOpenAIEmbedding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(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  = 'https://.../embeddings',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API_FORMAT = 'Azure OpenAI',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MODEL_TYPE = EMBEDDINGS,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      = 'text-embedding-3-small'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et maintenir les embeddings à jour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Colonnes significatives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et description du produit — exclure les identifiants et valeurs purement numériques.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AI_GENERATE_EMBEDDINGS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Appelée dans un UPDATE, alimente une colonne VECTOR(1536) à partir du texte source.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Actualisation incrémentielle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initial par lots, puis mise à jour uniquement des lignes modifiées.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Vectoriser le catalogue produit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description produit devient un vecteur sémantique.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1496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 modèle externe AzureOpenAIEmbedding.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la colonne DescriptionEmbedding VECTOR(1536) sur Product.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Peupler les vecteurs avec AI_GENERATE_EMBEDDINGS, seulement là où IS NULL.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qu'un modèle externe dans SQL Server 2025 / Azure SQL Database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objet de métadonnées qui référence un point de terminaison de modèle IA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copie des poids du modèle stockée dans la base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type de colonne pour stocker du texte brut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91966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04348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extension de l'audit serveur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externe référence un point de terminaison, il ne stocke pas le modèle.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les colonnes de texte significatives, exclure le bruit numérique.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AI_GENERATE_EMBEDDINGS alimente une colonne VECTOR native.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sur IS NULL pour ne régénérer que ce qui change.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6266527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intelligente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intégral, recherche vectorielle et fusion hybride RRF.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2FCB6A-1560-46C0-AB31-C81F29E1903B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d9df9240-fc95-4deb-9c9d-de700c44a7a7"/>
    <ds:schemaRef ds:uri="http://purl.org/dc/terms/"/>
    <ds:schemaRef ds:uri="http://schemas.openxmlformats.org/package/2006/metadata/core-properties"/>
    <ds:schemaRef ds:uri="33363a87-7e43-46da-9332-4c6d176b06e4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52E1F5-C719-4D75-9571-6BEEEA1816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F24AD9-A61C-4043-A3AA-45B970623D65}"/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437</Words>
  <Application>Microsoft Office PowerPoint</Application>
  <PresentationFormat>Personnalisé</PresentationFormat>
  <Paragraphs>62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2026-07-28T14:37:01Z</dcterms:created>
  <dcterms:modified xsi:type="dcterms:W3CDTF">2026-07-29T17:09:41Z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