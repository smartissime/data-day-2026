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3F0548-E8E6-48C9-83C8-795955EAB523}" v="2" dt="2026-07-28T08:15:15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custSel modSld modMainMaster">
      <pc:chgData name="Rodrigue YENGO" userId="9019d928-c12d-48de-bdb2-52a833805ac2" providerId="ADAL" clId="{20734E0D-FF75-44B1-9DFF-D19DBB4D069A}" dt="2026-07-28T08:25:10.853" v="39" actId="22"/>
      <pc:docMkLst>
        <pc:docMk/>
      </pc:docMkLst>
      <pc:sldChg chg="modSp mod">
        <pc:chgData name="Rodrigue YENGO" userId="9019d928-c12d-48de-bdb2-52a833805ac2" providerId="ADAL" clId="{20734E0D-FF75-44B1-9DFF-D19DBB4D069A}" dt="2026-07-28T08:15:12.567" v="4" actId="27636"/>
        <pc:sldMkLst>
          <pc:docMk/>
          <pc:sldMk cId="0" sldId="256"/>
        </pc:sldMkLst>
        <pc:spChg chg="mod">
          <ac:chgData name="Rodrigue YENGO" userId="9019d928-c12d-48de-bdb2-52a833805ac2" providerId="ADAL" clId="{20734E0D-FF75-44B1-9DFF-D19DBB4D069A}" dt="2026-07-28T08:15:12.558" v="1" actId="276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567" v="4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553" v="0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563" v="2" actId="276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566" v="3" actId="27636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12.603" v="6" actId="27636"/>
        <pc:sldMkLst>
          <pc:docMk/>
          <pc:sldMk cId="0" sldId="257"/>
        </pc:sldMkLst>
        <pc:spChg chg="mod">
          <ac:chgData name="Rodrigue YENGO" userId="9019d928-c12d-48de-bdb2-52a833805ac2" providerId="ADAL" clId="{20734E0D-FF75-44B1-9DFF-D19DBB4D069A}" dt="2026-07-28T08:15:12.600" v="5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603" v="6" actId="27636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12.618" v="8" actId="27636"/>
        <pc:sldMkLst>
          <pc:docMk/>
          <pc:sldMk cId="0" sldId="258"/>
        </pc:sldMkLst>
        <pc:spChg chg="mod">
          <ac:chgData name="Rodrigue YENGO" userId="9019d928-c12d-48de-bdb2-52a833805ac2" providerId="ADAL" clId="{20734E0D-FF75-44B1-9DFF-D19DBB4D069A}" dt="2026-07-28T08:15:12.618" v="8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616" v="7" actId="27636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12.655" v="12" actId="27636"/>
        <pc:sldMkLst>
          <pc:docMk/>
          <pc:sldMk cId="0" sldId="259"/>
        </pc:sldMkLst>
        <pc:spChg chg="mod">
          <ac:chgData name="Rodrigue YENGO" userId="9019d928-c12d-48de-bdb2-52a833805ac2" providerId="ADAL" clId="{20734E0D-FF75-44B1-9DFF-D19DBB4D069A}" dt="2026-07-28T08:15:12.651" v="11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643" v="9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647" v="10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655" v="12" actId="27636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12.704" v="22" actId="27636"/>
        <pc:sldMkLst>
          <pc:docMk/>
          <pc:sldMk cId="0" sldId="260"/>
        </pc:sldMkLst>
        <pc:spChg chg="mod">
          <ac:chgData name="Rodrigue YENGO" userId="9019d928-c12d-48de-bdb2-52a833805ac2" providerId="ADAL" clId="{20734E0D-FF75-44B1-9DFF-D19DBB4D069A}" dt="2026-07-28T08:15:12.665" v="13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682" v="17" actId="27636"/>
          <ac:spMkLst>
            <pc:docMk/>
            <pc:sldMk cId="0" sldId="260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673" v="14" actId="27636"/>
          <ac:spMkLst>
            <pc:docMk/>
            <pc:sldMk cId="0" sldId="260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677" v="15" actId="27636"/>
          <ac:spMkLst>
            <pc:docMk/>
            <pc:sldMk cId="0" sldId="260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699" v="21" actId="2763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695" v="20" actId="2763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680" v="16" actId="2763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704" v="22" actId="2763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692" v="19" actId="2763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687" v="18" actId="27636"/>
          <ac:spMkLst>
            <pc:docMk/>
            <pc:sldMk cId="0" sldId="260"/>
            <ac:spMk id="2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12.722" v="24" actId="27636"/>
        <pc:sldMkLst>
          <pc:docMk/>
          <pc:sldMk cId="0" sldId="261"/>
        </pc:sldMkLst>
        <pc:spChg chg="mod">
          <ac:chgData name="Rodrigue YENGO" userId="9019d928-c12d-48de-bdb2-52a833805ac2" providerId="ADAL" clId="{20734E0D-FF75-44B1-9DFF-D19DBB4D069A}" dt="2026-07-28T08:15:12.719" v="23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722" v="24" actId="27636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12.732" v="26" actId="27636"/>
        <pc:sldMkLst>
          <pc:docMk/>
          <pc:sldMk cId="0" sldId="262"/>
        </pc:sldMkLst>
        <pc:spChg chg="mod">
          <ac:chgData name="Rodrigue YENGO" userId="9019d928-c12d-48de-bdb2-52a833805ac2" providerId="ADAL" clId="{20734E0D-FF75-44B1-9DFF-D19DBB4D069A}" dt="2026-07-28T08:15:12.732" v="26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728" v="25" actId="27636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12.744" v="28" actId="27636"/>
        <pc:sldMkLst>
          <pc:docMk/>
          <pc:sldMk cId="0" sldId="263"/>
        </pc:sldMkLst>
        <pc:spChg chg="mod">
          <ac:chgData name="Rodrigue YENGO" userId="9019d928-c12d-48de-bdb2-52a833805ac2" providerId="ADAL" clId="{20734E0D-FF75-44B1-9DFF-D19DBB4D069A}" dt="2026-07-28T08:15:12.744" v="28" actId="27636"/>
          <ac:spMkLst>
            <pc:docMk/>
            <pc:sldMk cId="0" sldId="263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741" v="27" actId="27636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12.755" v="30" actId="27636"/>
        <pc:sldMkLst>
          <pc:docMk/>
          <pc:sldMk cId="0" sldId="264"/>
        </pc:sldMkLst>
        <pc:spChg chg="mod">
          <ac:chgData name="Rodrigue YENGO" userId="9019d928-c12d-48de-bdb2-52a833805ac2" providerId="ADAL" clId="{20734E0D-FF75-44B1-9DFF-D19DBB4D069A}" dt="2026-07-28T08:15:12.752" v="29" actId="27636"/>
          <ac:spMkLst>
            <pc:docMk/>
            <pc:sldMk cId="0" sldId="264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755" v="30" actId="27636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12.772" v="32" actId="27636"/>
        <pc:sldMkLst>
          <pc:docMk/>
          <pc:sldMk cId="0" sldId="265"/>
        </pc:sldMkLst>
        <pc:spChg chg="mod">
          <ac:chgData name="Rodrigue YENGO" userId="9019d928-c12d-48de-bdb2-52a833805ac2" providerId="ADAL" clId="{20734E0D-FF75-44B1-9DFF-D19DBB4D069A}" dt="2026-07-28T08:15:12.772" v="32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768" v="31" actId="27636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12.785" v="34" actId="27636"/>
        <pc:sldMkLst>
          <pc:docMk/>
          <pc:sldMk cId="0" sldId="266"/>
        </pc:sldMkLst>
        <pc:spChg chg="mod">
          <ac:chgData name="Rodrigue YENGO" userId="9019d928-c12d-48de-bdb2-52a833805ac2" providerId="ADAL" clId="{20734E0D-FF75-44B1-9DFF-D19DBB4D069A}" dt="2026-07-28T08:15:12.782" v="33" actId="27636"/>
          <ac:spMkLst>
            <pc:docMk/>
            <pc:sldMk cId="0" sldId="26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785" v="34" actId="27636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12.801" v="36" actId="27636"/>
        <pc:sldMkLst>
          <pc:docMk/>
          <pc:sldMk cId="0" sldId="267"/>
        </pc:sldMkLst>
        <pc:spChg chg="mod">
          <ac:chgData name="Rodrigue YENGO" userId="9019d928-c12d-48de-bdb2-52a833805ac2" providerId="ADAL" clId="{20734E0D-FF75-44B1-9DFF-D19DBB4D069A}" dt="2026-07-28T08:15:12.797" v="35" actId="27636"/>
          <ac:spMkLst>
            <pc:docMk/>
            <pc:sldMk cId="0" sldId="26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801" v="36" actId="27636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12.812" v="38" actId="27636"/>
        <pc:sldMkLst>
          <pc:docMk/>
          <pc:sldMk cId="0" sldId="268"/>
        </pc:sldMkLst>
        <pc:spChg chg="mod">
          <ac:chgData name="Rodrigue YENGO" userId="9019d928-c12d-48de-bdb2-52a833805ac2" providerId="ADAL" clId="{20734E0D-FF75-44B1-9DFF-D19DBB4D069A}" dt="2026-07-28T08:15:12.811" v="37" actId="27636"/>
          <ac:spMkLst>
            <pc:docMk/>
            <pc:sldMk cId="0" sldId="26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12.812" v="38" actId="27636"/>
          <ac:spMkLst>
            <pc:docMk/>
            <pc:sldMk cId="0" sldId="268"/>
            <ac:spMk id="5" creationId="{00000000-0000-0000-0000-000000000000}"/>
          </ac:spMkLst>
        </pc:spChg>
      </pc:sldChg>
      <pc:sldMasterChg chg="modSldLayout">
        <pc:chgData name="Rodrigue YENGO" userId="9019d928-c12d-48de-bdb2-52a833805ac2" providerId="ADAL" clId="{20734E0D-FF75-44B1-9DFF-D19DBB4D069A}" dt="2026-07-28T08:25:10.853" v="39" actId="22"/>
        <pc:sldMasterMkLst>
          <pc:docMk/>
          <pc:sldMasterMk cId="0" sldId="2147483648"/>
        </pc:sldMasterMkLst>
        <pc:sldLayoutChg chg="addSp mod">
          <pc:chgData name="Rodrigue YENGO" userId="9019d928-c12d-48de-bdb2-52a833805ac2" providerId="ADAL" clId="{20734E0D-FF75-44B1-9DFF-D19DBB4D069A}" dt="2026-07-28T08:25:10.853" v="39" actId="22"/>
          <pc:sldLayoutMkLst>
            <pc:docMk/>
            <pc:sldMasterMk cId="0" sldId="2147483648"/>
            <pc:sldLayoutMk cId="0" sldId="2147483649"/>
          </pc:sldLayoutMkLst>
          <pc:picChg chg="add">
            <ac:chgData name="Rodrigue YENGO" userId="9019d928-c12d-48de-bdb2-52a833805ac2" providerId="ADAL" clId="{20734E0D-FF75-44B1-9DFF-D19DBB4D069A}" dt="2026-07-28T08:25:10.853" v="39" actId="22"/>
            <ac:picMkLst>
              <pc:docMk/>
              <pc:sldMasterMk cId="0" sldId="2147483648"/>
              <pc:sldLayoutMk cId="0" sldId="2147483649"/>
              <ac:picMk id="3" creationId="{7312D4F8-BCC3-442C-8F42-24D2CBEB6C54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133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Introduire la sécurité comme une évaluation séquentielle de plusieurs couches.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couche filtre successivement l'accès — l'utilisateur doit passer toutes les portes.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équipe métier a ses propres besoins d'accès.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sont les mêmes commandes SQL Server classiques.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Utile pour un scénario multi-équipes commerciales.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Enchaîner sur le masquage de données et la gouvernance côté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312D4F8-BCC3-442C-8F42-24D2CBEB6C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516350" y="50800"/>
            <a:ext cx="1752600" cy="1168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44537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1 · SESSION 3 · 13:00 – 14:45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85850" y="393948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Gouvernance — Partie 1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166271"/>
            <a:ext cx="8912453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modèle de sécurité Fabric : identité, rôles d'espace de travail et autorisations granulaires sur les données.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9296400"/>
            <a:ext cx="32450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496395" y="9296400"/>
            <a:ext cx="58921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Microsoft Fabric Data Engineer (DP-700)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483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1 · SESSION 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d'apprentissage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438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le modèle de sécurité en couches de Microsoft Fabric.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Configurer les autorisations d'espace de travail et d'élément.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Appliquer des autorisations granulaires avec T-SQL sur un entrepôt ou un lakehouse.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Distinguer sécurité au niveau ligne et sécurité au niveau colonne.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76000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DE SÉCURITÉ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évaluation séquentielle de l'accès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85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Microsoft Entra ID : confirme l'identité de l'utilisateur.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 d'espace de travail : cadre ce que l'utilisateur peut faire dans le conteneur.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Autorisations d'élément : affinent l'accès à un lakehouse, un entrepôt ou un rapport précis.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Autorisations granulaires : contrôlent lignes, colonnes et objets à l'intérieur d'un élément.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76000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DE SÉCURITÉ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Sécuriser par charge de travail et responsabilité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Rôles d'espace de travail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8486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Cadrent l'accès aux éléments et aux fonctionnalités d'édition dans un espace de travail.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Contrôles d'accès OneLake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8486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Affinent l'accès aux dossiers et fichiers, indépendamment du rôle d'espace de travail.</a:t>
            </a:r>
            <a:endParaRPr lang="en-US" sz="1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03017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AUTORISATIONS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Configurer l'accès en lecture au lakehouse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158877"/>
            <a:ext cx="14859000" cy="500063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43000" y="3649414"/>
            <a:ext cx="518219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143000" y="3330327"/>
            <a:ext cx="5109061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D'ACCÈS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325195" y="3649414"/>
            <a:ext cx="967680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325195" y="3330327"/>
            <a:ext cx="9738509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AEAE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43000" y="3658939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143000" y="4195911"/>
            <a:ext cx="518219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143000" y="3830389"/>
            <a:ext cx="5109061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de terminaison SQL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325195" y="4195911"/>
            <a:ext cx="967680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325195" y="3830389"/>
            <a:ext cx="9738509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Interroger les tables du lakehouse avec T-SQL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43000" y="4205436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143000" y="4742408"/>
            <a:ext cx="518219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143000" y="4376886"/>
            <a:ext cx="5109061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Spark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325195" y="4742408"/>
            <a:ext cx="967680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325195" y="4376886"/>
            <a:ext cx="9738509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Accéder aux fichiers via notebooks et jobs Spark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43000" y="4751933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143000" y="5288905"/>
            <a:ext cx="518219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143000" y="4923383"/>
            <a:ext cx="5109061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sémantique par défaut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6325195" y="5288905"/>
            <a:ext cx="967680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325195" y="4923383"/>
            <a:ext cx="9738509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des rapports Power BI sur les données du lakehouse</a:t>
            </a:r>
            <a:endParaRPr lang="en-US" sz="21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82346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T-SQL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Autorisations granulaires avec T-SQL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: accorder un droit d'accès à un objet sécurisable (table, vue, procédure).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 : refuser explicitement un droit, prioritaire sur un GRANT hérité.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 : retirer un droit précédemment accordé ou refusé.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5018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au niveau des lignes (RLS)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69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Restreint l'accès aux lignes en fonction de l'identité de l'utilisateur qui interroge la table.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Repose sur une fonction de prédicat qui détermine les critères d'accès aux lignes.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: un représentant commercial ne voit que les lignes de ses propres commandes.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5200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au niveau des colonnes (CLS)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271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 l'accès à des colonnes précises d'une table.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S'implémente avec GRANT SELECT sur les colonnes autorisées et DENY SELECT sur les autres.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: autoriser la lecture du nom client mais refuser l'accès à son numéro de carte.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13808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ONELAKE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Rôles d'accès aux données OneLake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271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Contrôlent l'accès aux dossiers et fichiers à l'intérieur d'un lakehouse.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Permettent de créer des rôles personnalisés donnant accès à des sous-ensembles de dossiers.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Complètent les rôles d'espace de travail pour un contrôle plus fin sur le stockage.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9879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 pratique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25 minutes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764161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En binôme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4279404"/>
            <a:ext cx="372808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Sécuriser l'accès à un jeu de données de ventes fictif.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98745" y="3248918"/>
            <a:ext cx="12022455" cy="2045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Attribuer les rôles d'espace de travail à trois profils : analyste, ingénieur, invité.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une règle RLS limitant chaque commercial à ses propres commandes.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Restreindre l'accès à une colonne sensible avec GRANT / DENY SELECT.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les accès en se connectant avec chaque profil.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630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quoi repose la sécurité au niveau ligne (RLS)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273947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286330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rôle d'espace de travail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466207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3590032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fonction de prédicat évaluant l'identité de l'utilisateur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192935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31676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masque de données dynamique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5494883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commande T-SQL retire un droit précédemment accordé ?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43000" y="6138714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43025" y="6262539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43000" y="6865441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343025" y="6989266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43000" y="759216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343025" y="771599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</a:t>
            </a:r>
            <a:endParaRPr lang="en-US" sz="19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93571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RÉCAPITULATIF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avons vu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438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sécurité Fabric s'évalue en couches successives, de l'identité aux données.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rôles d'espace de travail et les autorisations d'élément cadrent l'accès global.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GRANT, DENY et REVOKE permettent un contrôle T-SQL granulaire.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et CLS affinent l'accès jusqu'à la ligne ou la colonne.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3846612"/>
            <a:ext cx="263869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SESSION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514255"/>
            <a:ext cx="9918918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Gouvernance — Partie 2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259139"/>
            <a:ext cx="8912453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Masquage dynamique des données, autorisations granulaires avancées et gouvernance à l'échelle du locataire.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ée un document." ma:contentTypeScope="" ma:versionID="ce288966c27ce7b3e7a9f8d1d4c0f960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ee543c07c1445a444ae8fee589f454ee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BFB5000-8B04-4D22-88A4-3EBD953122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93A3250-6E71-4435-AC71-E4046F3AB41C}">
  <ds:schemaRefs>
    <ds:schemaRef ds:uri="http://schemas.openxmlformats.org/package/2006/metadata/core-properties"/>
    <ds:schemaRef ds:uri="33363a87-7e43-46da-9332-4c6d176b06e4"/>
    <ds:schemaRef ds:uri="d9df9240-fc95-4deb-9c9d-de700c44a7a7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  <ds:schemaRef ds:uri="http://www.w3.org/XML/1998/namespace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4EFDE7B7-D360-42B0-948F-5116A726DB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f9240-fc95-4deb-9c9d-de700c44a7a7"/>
    <ds:schemaRef ds:uri="33363a87-7e43-46da-9332-4c6d176b06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</Words>
  <Application>Microsoft Office PowerPoint</Application>
  <PresentationFormat>Personnalisé</PresentationFormat>
  <Paragraphs>101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&amp; Gouvernance — Partie 1</dc:title>
  <dc:subject>PptxGenJS Presentation</dc:subject>
  <dc:creator/>
  <cp:lastModifiedBy>Rodrigue YENGO</cp:lastModifiedBy>
  <cp:revision>1</cp:revision>
  <dcterms:created xsi:type="dcterms:W3CDTF">2026-07-28T08:00:58Z</dcterms:created>
  <dcterms:modified xsi:type="dcterms:W3CDTF">2026-07-28T08:25:14Z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