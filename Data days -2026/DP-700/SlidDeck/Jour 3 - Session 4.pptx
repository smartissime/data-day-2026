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6874C5-F83E-406A-BC74-2CA84DAB07D7}" v="2" dt="2026-07-28T08:21:42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8T08:29:34.935" v="38" actId="22"/>
      <pc:docMkLst>
        <pc:docMk/>
      </pc:docMkLst>
      <pc:sldChg chg="modSp mod">
        <pc:chgData name="Rodrigue YENGO" userId="9019d928-c12d-48de-bdb2-52a833805ac2" providerId="ADAL" clId="{20734E0D-FF75-44B1-9DFF-D19DBB4D069A}" dt="2026-07-28T08:21:37.179" v="5" actId="27636"/>
        <pc:sldMkLst>
          <pc:docMk/>
          <pc:sldMk cId="0" sldId="256"/>
        </pc:sldMkLst>
        <pc:spChg chg="mod">
          <ac:chgData name="Rodrigue YENGO" userId="9019d928-c12d-48de-bdb2-52a833805ac2" providerId="ADAL" clId="{20734E0D-FF75-44B1-9DFF-D19DBB4D069A}" dt="2026-07-28T08:21:37.166" v="0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168" v="1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176" v="4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171" v="2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174" v="3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179" v="5" actId="2763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37.208" v="7" actId="27636"/>
        <pc:sldMkLst>
          <pc:docMk/>
          <pc:sldMk cId="0" sldId="257"/>
        </pc:sldMkLst>
        <pc:spChg chg="mod">
          <ac:chgData name="Rodrigue YENGO" userId="9019d928-c12d-48de-bdb2-52a833805ac2" providerId="ADAL" clId="{20734E0D-FF75-44B1-9DFF-D19DBB4D069A}" dt="2026-07-28T08:21:37.208" v="7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05" v="6" actId="2763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37.226" v="9" actId="27636"/>
        <pc:sldMkLst>
          <pc:docMk/>
          <pc:sldMk cId="0" sldId="258"/>
        </pc:sldMkLst>
        <pc:spChg chg="mod">
          <ac:chgData name="Rodrigue YENGO" userId="9019d928-c12d-48de-bdb2-52a833805ac2" providerId="ADAL" clId="{20734E0D-FF75-44B1-9DFF-D19DBB4D069A}" dt="2026-07-28T08:21:37.224" v="8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26" v="9" actId="27636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37.235" v="11" actId="27636"/>
        <pc:sldMkLst>
          <pc:docMk/>
          <pc:sldMk cId="0" sldId="259"/>
        </pc:sldMkLst>
        <pc:spChg chg="mod">
          <ac:chgData name="Rodrigue YENGO" userId="9019d928-c12d-48de-bdb2-52a833805ac2" providerId="ADAL" clId="{20734E0D-FF75-44B1-9DFF-D19DBB4D069A}" dt="2026-07-28T08:21:37.235" v="11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32" v="10" actId="27636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37.243" v="13" actId="27636"/>
        <pc:sldMkLst>
          <pc:docMk/>
          <pc:sldMk cId="0" sldId="260"/>
        </pc:sldMkLst>
        <pc:spChg chg="mod">
          <ac:chgData name="Rodrigue YENGO" userId="9019d928-c12d-48de-bdb2-52a833805ac2" providerId="ADAL" clId="{20734E0D-FF75-44B1-9DFF-D19DBB4D069A}" dt="2026-07-28T08:21:37.243" v="13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40" v="12" actId="27636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37.252" v="15" actId="27636"/>
        <pc:sldMkLst>
          <pc:docMk/>
          <pc:sldMk cId="0" sldId="261"/>
        </pc:sldMkLst>
        <pc:spChg chg="mod">
          <ac:chgData name="Rodrigue YENGO" userId="9019d928-c12d-48de-bdb2-52a833805ac2" providerId="ADAL" clId="{20734E0D-FF75-44B1-9DFF-D19DBB4D069A}" dt="2026-07-28T08:21:37.250" v="14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52" v="15" actId="2763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37.263" v="19" actId="27636"/>
        <pc:sldMkLst>
          <pc:docMk/>
          <pc:sldMk cId="0" sldId="262"/>
        </pc:sldMkLst>
        <pc:spChg chg="mod">
          <ac:chgData name="Rodrigue YENGO" userId="9019d928-c12d-48de-bdb2-52a833805ac2" providerId="ADAL" clId="{20734E0D-FF75-44B1-9DFF-D19DBB4D069A}" dt="2026-07-28T08:21:37.263" v="19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59" v="17" actId="27636"/>
          <ac:spMkLst>
            <pc:docMk/>
            <pc:sldMk cId="0" sldId="262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57" v="16" actId="27636"/>
          <ac:spMkLst>
            <pc:docMk/>
            <pc:sldMk cId="0" sldId="262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61" v="18" actId="27636"/>
          <ac:spMkLst>
            <pc:docMk/>
            <pc:sldMk cId="0" sldId="262"/>
            <ac:spMk id="7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37.272" v="21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8T08:21:37.270" v="20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72" v="21" actId="27636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37.286" v="29" actId="27636"/>
        <pc:sldMkLst>
          <pc:docMk/>
          <pc:sldMk cId="0" sldId="264"/>
        </pc:sldMkLst>
        <pc:spChg chg="mod">
          <ac:chgData name="Rodrigue YENGO" userId="9019d928-c12d-48de-bdb2-52a833805ac2" providerId="ADAL" clId="{20734E0D-FF75-44B1-9DFF-D19DBB4D069A}" dt="2026-07-28T08:21:37.281" v="24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79" v="23" actId="27636"/>
          <ac:spMkLst>
            <pc:docMk/>
            <pc:sldMk cId="0" sldId="264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82" v="25" actId="27636"/>
          <ac:spMkLst>
            <pc:docMk/>
            <pc:sldMk cId="0" sldId="264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86" v="29" actId="27636"/>
          <ac:spMkLst>
            <pc:docMk/>
            <pc:sldMk cId="0" sldId="264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77" v="22" actId="27636"/>
          <ac:spMkLst>
            <pc:docMk/>
            <pc:sldMk cId="0" sldId="264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84" v="27" actId="2763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83" v="26" actId="2763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85" v="28" actId="27636"/>
          <ac:spMkLst>
            <pc:docMk/>
            <pc:sldMk cId="0" sldId="264"/>
            <ac:spMk id="13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37.295" v="31" actId="27636"/>
        <pc:sldMkLst>
          <pc:docMk/>
          <pc:sldMk cId="0" sldId="265"/>
        </pc:sldMkLst>
        <pc:spChg chg="mod">
          <ac:chgData name="Rodrigue YENGO" userId="9019d928-c12d-48de-bdb2-52a833805ac2" providerId="ADAL" clId="{20734E0D-FF75-44B1-9DFF-D19DBB4D069A}" dt="2026-07-28T08:21:37.293" v="30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295" v="31" actId="27636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37.309" v="33" actId="27636"/>
        <pc:sldMkLst>
          <pc:docMk/>
          <pc:sldMk cId="0" sldId="266"/>
        </pc:sldMkLst>
        <pc:spChg chg="mod">
          <ac:chgData name="Rodrigue YENGO" userId="9019d928-c12d-48de-bdb2-52a833805ac2" providerId="ADAL" clId="{20734E0D-FF75-44B1-9DFF-D19DBB4D069A}" dt="2026-07-28T08:21:37.304" v="32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309" v="33" actId="2763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37.318" v="35" actId="27636"/>
        <pc:sldMkLst>
          <pc:docMk/>
          <pc:sldMk cId="0" sldId="267"/>
        </pc:sldMkLst>
        <pc:spChg chg="mod">
          <ac:chgData name="Rodrigue YENGO" userId="9019d928-c12d-48de-bdb2-52a833805ac2" providerId="ADAL" clId="{20734E0D-FF75-44B1-9DFF-D19DBB4D069A}" dt="2026-07-28T08:21:37.318" v="35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314" v="34" actId="27636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1:37.327" v="37" actId="27636"/>
        <pc:sldMkLst>
          <pc:docMk/>
          <pc:sldMk cId="0" sldId="268"/>
        </pc:sldMkLst>
        <pc:spChg chg="mod">
          <ac:chgData name="Rodrigue YENGO" userId="9019d928-c12d-48de-bdb2-52a833805ac2" providerId="ADAL" clId="{20734E0D-FF75-44B1-9DFF-D19DBB4D069A}" dt="2026-07-28T08:21:37.325" v="36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1:37.327" v="37" actId="27636"/>
          <ac:spMkLst>
            <pc:docMk/>
            <pc:sldMk cId="0" sldId="268"/>
            <ac:spMk id="5" creationId="{00000000-0000-0000-0000-000000000000}"/>
          </ac:spMkLst>
        </pc:spChg>
      </pc:sldChg>
      <pc:sldMasterChg chg="addSp mod">
        <pc:chgData name="Rodrigue YENGO" userId="9019d928-c12d-48de-bdb2-52a833805ac2" providerId="ADAL" clId="{20734E0D-FF75-44B1-9DFF-D19DBB4D069A}" dt="2026-07-28T08:29:34.935" v="38" actId="22"/>
        <pc:sldMasterMkLst>
          <pc:docMk/>
          <pc:sldMasterMk cId="0" sldId="2147483648"/>
        </pc:sldMasterMkLst>
        <pc:picChg chg="add">
          <ac:chgData name="Rodrigue YENGO" userId="9019d928-c12d-48de-bdb2-52a833805ac2" providerId="ADAL" clId="{20734E0D-FF75-44B1-9DFF-D19DBB4D069A}" dt="2026-07-28T08:29:34.935" v="38" actId="22"/>
          <ac:picMkLst>
            <pc:docMk/>
            <pc:sldMasterMk cId="0" sldId="2147483648"/>
            <ac:picMk id="3" creationId="{545E24F9-40F4-0F7F-0429-E7404B409D95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841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Dernière session du parcours : conclure sur les leviers de performance à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slide clôt symboliquement le parcours de 3 jours — prendre le temps de le dérouler.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Clore le parcours DP-700 des Data Days et remercier les participants.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45E24F9-40F4-0F7F-0429-E7404B409D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516350" y="50800"/>
            <a:ext cx="1752600" cy="1168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4537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3 · SESSION 4 · 14:55 – 17:00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85850" y="414903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375821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 les tables Delta Lake et les requêtes de l'entrepôt de données Fabric.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496395" y="9296400"/>
            <a:ext cx="5892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Microsoft Fabric Data Engineer (DP-700)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483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3 · SESSION 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d'apprentissage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OptimizeWrite, Optimize, V-Order et Vacuum sur des tables Delta.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Concevoir un partitionnement de fichiers efficace.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Appliquer les bonnes pratiques de conception d'un entrepôt de données.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Synthétiser les leviers de performance Fabric vus tout au long du parcours.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4843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 OptimizeWrite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Réduit le nombre de petits fichiers créés lors des écritures Spark.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Regroupe les données en fichiers de taille optimale avant écriture finale.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Activée par défaut sur les tables Delta dans Fabric pour la plupart des scénarios.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4843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 Optimize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Compacte les petits fichiers existants en fichiers plus volumineux et efficaces.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Peut trier les données selon une clé (Z-Order) pour accélérer les filtres fréquents.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exécuter périodiquement sur les tables à forte volumétrie d'écriture.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4843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 V-Order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27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 et compresse les fichiers Parquet selon un algorithme optimisé pour la lecture.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Accélère les lectures depuis Power BI, SQL et Spark sans pénaliser fortement l'écriture.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Recommandé pour les tables fréquemment lues par plusieurs charges de travail.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4843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 Vacuum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27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Supprime les anciens fichiers de données devenus inutiles après compaction ou mises à jour.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Respecte une période de rétention pour préserver le voyage dans le temps récent.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Réduit le coût de stockage sans affecter les versions actives de la table.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3978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PARTITIONNEMENT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Concevoir un partitionnement efficace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la bonne clé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Partitionner sur une colonne à faible cardinalité et fréquemment filtrée, comme une date.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Éviter la sur-partition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 de partitions crée trop de petits fichiers et dégrade la performance globale.</a:t>
            </a:r>
            <a:endParaRPr lang="en-US" sz="1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30198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ENTREPÔT DE DONNÉES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Considérations de performance pour l'entrepôt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27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Éviter les rapports croisant trop de bases de données dans une même requête.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les vues de gestion dynamique et de catalogue système pour objectiver la performance.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Surveiller le champ Durée(s) dans l'application Metrics de capacité pour prioriser les optimisations.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3337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leviers de performance à retenir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248918"/>
            <a:ext cx="5156150" cy="1641128"/>
          </a:xfrm>
          <a:prstGeom prst="roundRect">
            <a:avLst>
              <a:gd name="adj" fmla="val 4643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419225" y="3563243"/>
            <a:ext cx="506407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19225" y="3935760"/>
            <a:ext cx="474181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OptimizeWrite, Optimize, V-Order et Vacuum sur les tables Delta.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65850" y="3248918"/>
            <a:ext cx="5156150" cy="1641128"/>
          </a:xfrm>
          <a:prstGeom prst="roundRect">
            <a:avLst>
              <a:gd name="adj" fmla="val 4643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42075" y="3563243"/>
            <a:ext cx="506407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42075" y="3935760"/>
            <a:ext cx="474181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Schéma en étoile, clés de substitution et partitionnement pertinent.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988701" y="3248918"/>
            <a:ext cx="5156150" cy="1641128"/>
          </a:xfrm>
          <a:prstGeom prst="roundRect">
            <a:avLst>
              <a:gd name="adj" fmla="val 4643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2264926" y="3563243"/>
            <a:ext cx="506407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Exploitation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264926" y="3935760"/>
            <a:ext cx="474181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continue via DMV, Query Insights et Metrics de capacité.</a:t>
            </a:r>
            <a:endParaRPr lang="en-US" sz="1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9879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pratique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25 minutes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En binôme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4279404"/>
            <a:ext cx="37280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 une table Delta fortement fragmentée.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98745" y="3248918"/>
            <a:ext cx="12022455" cy="2045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la commande Optimize sur une table comportant de nombreux petits fichiers.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 V-Order et mesurer l'impact sur un temps de lecture.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Vacuum avec une période de rétention adaptée.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Proposer un schéma de partitionnement pour cette table.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30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 commande supprime les anciens fichiers Delta devenus inutiles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273947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286330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466207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3590032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Vacuum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9293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31676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OptimizeWrite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5494883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est le principal bénéfice de V-Order 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6138714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43025" y="6262539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chiffre les fichiers Parquet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43000" y="6865441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43025" y="6989266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trie et compresse les fichiers pour accélérer les lectures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759216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43025" y="771599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supprime automatiquement les doublons</a:t>
            </a:r>
            <a:endParaRPr lang="en-US" sz="1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9357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avons vu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438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OptimizeWrite, Optimize, V-Order et Vacuum forment la boîte à outils Delta.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partitionnement pertinent évite la sur-fragmentation des fichiers.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DMV et Query Insights objectivent les décisions d'optimisation.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performance se construit sur les trois jours : conception, chargement, exploitation.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4056162"/>
            <a:ext cx="79861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6693485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parcours DP-700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d'avoir participé aux Data Days — Microsoft Fabric Data Engineer.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ée un document." ma:contentTypeScope="" ma:versionID="ce288966c27ce7b3e7a9f8d1d4c0f960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ee543c07c1445a444ae8fee589f454ee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5FCD1B-8649-460F-ACAA-8FE0A355C5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0AC3D1-9078-4BBF-B8F0-27AC9B40BEF8}">
  <ds:schemaRefs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www.w3.org/XML/1998/namespace"/>
    <ds:schemaRef ds:uri="d9df9240-fc95-4deb-9c9d-de700c44a7a7"/>
    <ds:schemaRef ds:uri="33363a87-7e43-46da-9332-4c6d176b06e4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6474EE7-2FE1-42C5-9D70-858104D443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f9240-fc95-4deb-9c9d-de700c44a7a7"/>
    <ds:schemaRef ds:uri="33363a87-7e43-46da-9332-4c6d176b06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</Words>
  <Application>Microsoft Office PowerPoint</Application>
  <PresentationFormat>Personnalisé</PresentationFormat>
  <Paragraphs>95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Optimization</dc:title>
  <dc:subject>PptxGenJS Presentation</dc:subject>
  <dc:creator/>
  <cp:lastModifiedBy>Rodrigue YENGO</cp:lastModifiedBy>
  <cp:revision>1</cp:revision>
  <dcterms:created xsi:type="dcterms:W3CDTF">2026-07-28T08:02:39Z</dcterms:created>
  <dcterms:modified xsi:type="dcterms:W3CDTF">2026-07-28T08:29:35Z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