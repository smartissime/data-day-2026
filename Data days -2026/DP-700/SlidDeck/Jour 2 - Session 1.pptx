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988C1-0C6A-4468-BE0B-D8C80A629FA3}" v="2" dt="2026-07-28T08:16:50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6:38.800" v="63" actId="20577"/>
      <pc:docMkLst>
        <pc:docMk/>
      </pc:docMkLst>
      <pc:sldChg chg="modSp mod">
        <pc:chgData name="Rodrigue YENGO" userId="9019d928-c12d-48de-bdb2-52a833805ac2" providerId="ADAL" clId="{20734E0D-FF75-44B1-9DFF-D19DBB4D069A}" dt="2026-07-28T08:16:49.119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6:49.111" v="3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05" v="1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07" v="2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19" v="5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15" v="4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01" v="0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176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6:49.176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72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201" v="13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6:49.198" v="11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90" v="8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01" v="13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92" v="9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00" v="12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194" v="10" actId="27636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216" v="15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6:49.216" v="15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11" v="14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243" v="20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6:49.232" v="17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27" v="16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39" v="19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43" v="20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36" v="18" actId="27636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260" v="22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6:49.256" v="21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60" v="22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314" v="34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6:49.289" v="28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77" v="25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93" v="29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06" v="32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01" v="31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70" v="23" actId="276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74" v="24" actId="276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85" v="27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09" v="33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97" v="30" actId="276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14" v="34" actId="276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281" v="26" actId="27636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327" v="36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6:49.327" v="36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24" v="35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347" v="40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6:49.347" v="40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44" v="39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40" v="38" actId="276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37" v="37" actId="2763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6:38.800" v="63" actId="20577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6:49.358" v="41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61" v="42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6:38.800" v="63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377" v="44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6:49.377" v="44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72" v="43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391" v="46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6:49.391" v="46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387" v="45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6:49.414" v="48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6:49.414" v="48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6:49.409" v="47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5:54.021" v="49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5:54.021" v="49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5:54.021" v="49" actId="22"/>
            <ac:picMkLst>
              <pc:docMk/>
              <pc:sldMasterMk cId="0" sldId="2147483648"/>
              <pc:sldLayoutMk cId="0" sldId="2147483649"/>
              <ac:picMk id="3" creationId="{ADD58618-ED4A-D49E-057D-AF2961C2DBF6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51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la journée 2 : on passe de la plateforme à l'ingestion concrète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à la transformation batch avec Spark, Delta et les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DD58618-ED4A-D49E-057D-AF2961C2D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1 · 09:00 – 10:45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Patterns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Stratégies de chargement de données dans un lakehouse et un entrepôt de données Fabric.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SESSION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 des données dans un lakehouse avec les outils Fabric.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chargement complet et chargement incrémentiel.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des clés de substitution et gérer les dimensions à variation lente.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des données avec pipelines, T-SQL et flux de données Gen2.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3781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des données dans un lakehouse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&amp; Flux de données Gen2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7534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Ingérer, transformer et charger des données avec du code ou une interface Power Query.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735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5357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&amp; Raccourcis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53575" y="3935760"/>
            <a:ext cx="7534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Orchestrer des copies planifiées ou pointer vers des données sans les dupliquer.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936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l'ETL et la zone de préparation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Transformation, Chargement : le déplacement des données depuis les systèmes sources vers la cible analytique.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zone de préparation (staging) sert de stockage et transformation temporaires.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simplifie les opérations de chargement en isolant la donnée brute de la donnée finale.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5293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Chargement complet ou incrémentiel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18316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203076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326160" y="3649414"/>
            <a:ext cx="64362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26160" y="3330327"/>
            <a:ext cx="640070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762381" y="3649414"/>
            <a:ext cx="623961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762381" y="3330327"/>
            <a:ext cx="6198208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3000" y="3658939"/>
            <a:ext cx="14859000" cy="959793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43000" y="4609207"/>
            <a:ext cx="218316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3000" y="3830389"/>
            <a:ext cx="2030760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 (initial)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326160" y="4609207"/>
            <a:ext cx="64362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26160" y="3830389"/>
            <a:ext cx="6400708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Tronquer la table puis recharger toutes les données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762381" y="4609207"/>
            <a:ext cx="623961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762381" y="3830389"/>
            <a:ext cx="6198208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chargement plus long, aucun historique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4618732"/>
            <a:ext cx="14859000" cy="959793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143000" y="5569000"/>
            <a:ext cx="218316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43000" y="4790182"/>
            <a:ext cx="2030760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Incrémentiel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326160" y="5569000"/>
            <a:ext cx="643622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326160" y="4790182"/>
            <a:ext cx="6400708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charger que les données nouvelles ou modifiées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762381" y="5569000"/>
            <a:ext cx="6239619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762381" y="4790182"/>
            <a:ext cx="6198208" cy="64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rapide, nécessite un suivi des changements</a:t>
            </a:r>
            <a:endParaRPr lang="en-US" sz="2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956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de substitution et tables de dimension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clé de substitution identifie de manière unique une ligne de dimension, indépendamment de la source.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Généralement une valeur entière simple, unique dans la table de dimension.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de suivre l'historique d'une entité même si sa clé source change.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956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à variation lente (SCD)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2484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2096095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391495" y="3649414"/>
            <a:ext cx="126105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91495" y="3330327"/>
            <a:ext cx="127602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22484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2096095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0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391495" y="4195911"/>
            <a:ext cx="126105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91495" y="3830389"/>
            <a:ext cx="127602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change jamais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22484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2096095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391495" y="4742408"/>
            <a:ext cx="126105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91495" y="4376886"/>
            <a:ext cx="127602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 la valeur, sans historique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22484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2096095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391495" y="5288905"/>
            <a:ext cx="126105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391495" y="4923383"/>
            <a:ext cx="127602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 une ligne, conserve l'historique complet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43000" y="5835402"/>
            <a:ext cx="224849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3000" y="5469880"/>
            <a:ext cx="2096095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3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3391495" y="5835402"/>
            <a:ext cx="1261050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391495" y="5469880"/>
            <a:ext cx="127602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 une colonne pour l'ancienne valeur</a:t>
            </a:r>
            <a:endParaRPr lang="en-US" sz="2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8956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des tables de faits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une instruction INSERT après transformation des données sources.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 les clés de substitution dans les tables de dimension à partir des clés secondaires.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simple : associer à l'instance de dimension la plus récente correspondante.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123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avec pipelines et Dataflows Gen2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Fabric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Orchestrer des activités de copie, planifier les exécutions et paramétrer les sources et destinations.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Dataflows Gen2 &amp; Copilot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avec Power Query et accélérer certaines transformations grâce à Copilot.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</a:t>
            </a:r>
            <a:r>
              <a:rPr lang="en-US" sz="1650" dirty="0" err="1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binôme</a:t>
            </a: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650" dirty="0" err="1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possible)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une stratégie de chargement pour un jeu de données ventes.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table de dimension produit avec clé de substitution.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un type SCD adapté et justifier ce choix.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pipeline copiant les données sources vers le lakehouse.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Charger la table de faits en résolvant les clés de dimension.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type de dimension à variation lente conserve tout l'historique des changements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2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est l'avantage principal d'un chargement incrémentiel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conserve un historique complet automatiquement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charge que les données nouvelles ou modifiées, plus rapidement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nécessite aucune clé de substitution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Notebooks, Dataflows Gen2, pipelines et raccourcis permettent d'ingérer des données dans un lakehouse.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complet vs incrémentiel dépend du volume et du besoin d'historique.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clés de substitution et les SCD structurent la modélisation dimensionnelle.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et T-SQL restent les leviers principaux de chargement.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07514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Transformation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Apache Spark et tables Delta Lake pour transformer les données par lots.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5E64B4-38AE-4B25-A214-4C646EF39FF7}"/>
</file>

<file path=customXml/itemProps2.xml><?xml version="1.0" encoding="utf-8"?>
<ds:datastoreItem xmlns:ds="http://schemas.openxmlformats.org/officeDocument/2006/customXml" ds:itemID="{4A5EC33D-C277-4F87-A117-AB43E79AE7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5288F9-DA98-40C7-9C8B-DC91AFF56D5E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d9df9240-fc95-4deb-9c9d-de700c44a7a7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3363a87-7e43-46da-9332-4c6d176b06e4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Personnalisé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Loading Patterns</dc:title>
  <dc:subject>PptxGenJS Presentation</dc:subject>
  <dc:creator/>
  <cp:lastModifiedBy>Rodrigue YENGO</cp:lastModifiedBy>
  <cp:revision>1</cp:revision>
  <dcterms:created xsi:type="dcterms:W3CDTF">2026-07-28T07:57:53Z</dcterms:created>
  <dcterms:modified xsi:type="dcterms:W3CDTF">2026-07-28T08:26:43Z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