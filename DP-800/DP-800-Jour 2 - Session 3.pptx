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97BA57-1FB8-4315-9671-5F96CEBC4068}" v="4" dt="2026-07-29T15:57:59.7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 YENGO" userId="9019d928-c12d-48de-bdb2-52a833805ac2" providerId="ADAL" clId="{20734E0D-FF75-44B1-9DFF-D19DBB4D069A}"/>
    <pc:docChg chg="custSel modSld modMainMaster">
      <pc:chgData name="Rodrigue YENGO" userId="9019d928-c12d-48de-bdb2-52a833805ac2" providerId="ADAL" clId="{20734E0D-FF75-44B1-9DFF-D19DBB4D069A}" dt="2026-07-29T17:09:06.620" v="79" actId="22"/>
      <pc:docMkLst>
        <pc:docMk/>
      </pc:docMkLst>
      <pc:sldChg chg="addSp delSp modSp mod">
        <pc:chgData name="Rodrigue YENGO" userId="9019d928-c12d-48de-bdb2-52a833805ac2" providerId="ADAL" clId="{20734E0D-FF75-44B1-9DFF-D19DBB4D069A}" dt="2026-07-29T15:57:12.788" v="77" actId="1037"/>
        <pc:sldMkLst>
          <pc:docMk/>
          <pc:sldMk cId="0" sldId="256"/>
        </pc:sldMkLst>
        <pc:spChg chg="del">
          <ac:chgData name="Rodrigue YENGO" userId="9019d928-c12d-48de-bdb2-52a833805ac2" providerId="ADAL" clId="{20734E0D-FF75-44B1-9DFF-D19DBB4D069A}" dt="2026-07-29T14:47:58.140" v="0" actId="478"/>
          <ac:spMkLst>
            <pc:docMk/>
            <pc:sldMk cId="0" sldId="256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9:09.687" v="36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7:02.921" v="61" actId="14100"/>
          <ac:spMkLst>
            <pc:docMk/>
            <pc:sldMk cId="0" sldId="256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6:51.349" v="59" actId="1076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9:09.687" v="36" actId="478"/>
          <ac:spMkLst>
            <pc:docMk/>
            <pc:sldMk cId="0" sldId="256"/>
            <ac:spMk id="6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15" v="4" actId="27636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9:09.687" v="36" actId="478"/>
          <ac:spMkLst>
            <pc:docMk/>
            <pc:sldMk cId="0" sldId="256"/>
            <ac:spMk id="8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5:57:07.175" v="63" actId="207"/>
          <ac:spMkLst>
            <pc:docMk/>
            <pc:sldMk cId="0" sldId="256"/>
            <ac:spMk id="9" creationId="{8061A3E7-8753-EC5B-8096-1F0A965DAFAB}"/>
          </ac:spMkLst>
        </pc:spChg>
        <pc:spChg chg="mod">
          <ac:chgData name="Rodrigue YENGO" userId="9019d928-c12d-48de-bdb2-52a833805ac2" providerId="ADAL" clId="{20734E0D-FF75-44B1-9DFF-D19DBB4D069A}" dt="2026-07-29T15:57:07.175" v="63" actId="207"/>
          <ac:spMkLst>
            <pc:docMk/>
            <pc:sldMk cId="0" sldId="256"/>
            <ac:spMk id="10" creationId="{9E0B75CB-1DEC-7C11-165D-463B79720730}"/>
          </ac:spMkLst>
        </pc:spChg>
        <pc:grpChg chg="add mod">
          <ac:chgData name="Rodrigue YENGO" userId="9019d928-c12d-48de-bdb2-52a833805ac2" providerId="ADAL" clId="{20734E0D-FF75-44B1-9DFF-D19DBB4D069A}" dt="2026-07-29T15:57:12.788" v="77" actId="1037"/>
          <ac:grpSpMkLst>
            <pc:docMk/>
            <pc:sldMk cId="0" sldId="256"/>
            <ac:grpSpMk id="2" creationId="{F81F5C2A-A55D-1E10-D6C3-6E6804331AF8}"/>
          </ac:grpSpMkLst>
        </pc:grpChg>
        <pc:picChg chg="mod">
          <ac:chgData name="Rodrigue YENGO" userId="9019d928-c12d-48de-bdb2-52a833805ac2" providerId="ADAL" clId="{20734E0D-FF75-44B1-9DFF-D19DBB4D069A}" dt="2026-07-29T15:57:04.602" v="62"/>
          <ac:picMkLst>
            <pc:docMk/>
            <pc:sldMk cId="0" sldId="256"/>
            <ac:picMk id="3" creationId="{E036097A-885E-1ED2-0C3F-D70B6EA6E65E}"/>
          </ac:picMkLst>
        </pc:picChg>
        <pc:picChg chg="mod">
          <ac:chgData name="Rodrigue YENGO" userId="9019d928-c12d-48de-bdb2-52a833805ac2" providerId="ADAL" clId="{20734E0D-FF75-44B1-9DFF-D19DBB4D069A}" dt="2026-07-29T15:57:04.602" v="62"/>
          <ac:picMkLst>
            <pc:docMk/>
            <pc:sldMk cId="0" sldId="256"/>
            <ac:picMk id="6" creationId="{2ABEAD62-44FB-BB7C-DD1B-E5065CD45772}"/>
          </ac:picMkLst>
        </pc:picChg>
        <pc:picChg chg="mod">
          <ac:chgData name="Rodrigue YENGO" userId="9019d928-c12d-48de-bdb2-52a833805ac2" providerId="ADAL" clId="{20734E0D-FF75-44B1-9DFF-D19DBB4D069A}" dt="2026-07-29T15:57:04.602" v="62"/>
          <ac:picMkLst>
            <pc:docMk/>
            <pc:sldMk cId="0" sldId="256"/>
            <ac:picMk id="8" creationId="{9C7415D1-FAD7-6BAC-F32D-EA68204A3B4B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49:44.920" v="40" actId="478"/>
        <pc:sldMkLst>
          <pc:docMk/>
          <pc:sldMk cId="0" sldId="257"/>
        </pc:sldMkLst>
        <pc:spChg chg="del">
          <ac:chgData name="Rodrigue YENGO" userId="9019d928-c12d-48de-bdb2-52a833805ac2" providerId="ADAL" clId="{20734E0D-FF75-44B1-9DFF-D19DBB4D069A}" dt="2026-07-29T14:49:40.099" v="38" actId="478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9:42.342" v="39" actId="478"/>
          <ac:spMkLst>
            <pc:docMk/>
            <pc:sldMk cId="0" sldId="257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40" v="8" actId="27636"/>
          <ac:spMkLst>
            <pc:docMk/>
            <pc:sldMk cId="0" sldId="257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49" v="11" actId="27636"/>
          <ac:spMkLst>
            <pc:docMk/>
            <pc:sldMk cId="0" sldId="257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46" v="10" actId="27636"/>
          <ac:spMkLst>
            <pc:docMk/>
            <pc:sldMk cId="0" sldId="257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56" v="13" actId="27636"/>
          <ac:spMkLst>
            <pc:docMk/>
            <pc:sldMk cId="0" sldId="257"/>
            <ac:spMk id="9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53" v="12" actId="27636"/>
          <ac:spMkLst>
            <pc:docMk/>
            <pc:sldMk cId="0" sldId="257"/>
            <ac:spMk id="11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49:44.920" v="40" actId="478"/>
          <ac:picMkLst>
            <pc:docMk/>
            <pc:sldMk cId="0" sldId="257"/>
            <ac:picMk id="13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02.352" v="43" actId="478"/>
        <pc:sldMkLst>
          <pc:docMk/>
          <pc:sldMk cId="0" sldId="258"/>
        </pc:sldMkLst>
        <pc:spChg chg="del">
          <ac:chgData name="Rodrigue YENGO" userId="9019d928-c12d-48de-bdb2-52a833805ac2" providerId="ADAL" clId="{20734E0D-FF75-44B1-9DFF-D19DBB4D069A}" dt="2026-07-29T14:49:56.460" v="41" actId="478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49:59.564" v="42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66" v="16" actId="27636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63" v="15" actId="27636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61" v="14" actId="27636"/>
          <ac:spMkLst>
            <pc:docMk/>
            <pc:sldMk cId="0" sldId="258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0:02.352" v="43" actId="478"/>
          <ac:picMkLst>
            <pc:docMk/>
            <pc:sldMk cId="0" sldId="258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11.938" v="46" actId="478"/>
        <pc:sldMkLst>
          <pc:docMk/>
          <pc:sldMk cId="0" sldId="259"/>
        </pc:sldMkLst>
        <pc:spChg chg="del">
          <ac:chgData name="Rodrigue YENGO" userId="9019d928-c12d-48de-bdb2-52a833805ac2" providerId="ADAL" clId="{20734E0D-FF75-44B1-9DFF-D19DBB4D069A}" dt="2026-07-29T14:50:06.301" v="44" actId="478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0:08.734" v="45" actId="478"/>
          <ac:spMkLst>
            <pc:docMk/>
            <pc:sldMk cId="0" sldId="259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80" v="20" actId="27636"/>
          <ac:spMkLst>
            <pc:docMk/>
            <pc:sldMk cId="0" sldId="259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78" v="19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87" v="22" actId="27636"/>
          <ac:spMkLst>
            <pc:docMk/>
            <pc:sldMk cId="0" sldId="259"/>
            <ac:spMk id="7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74" v="18" actId="27636"/>
          <ac:spMkLst>
            <pc:docMk/>
            <pc:sldMk cId="0" sldId="259"/>
            <ac:spMk id="9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0:11.938" v="46" actId="478"/>
          <ac:picMkLst>
            <pc:docMk/>
            <pc:sldMk cId="0" sldId="259"/>
            <ac:picMk id="11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22.133" v="49" actId="478"/>
        <pc:sldMkLst>
          <pc:docMk/>
          <pc:sldMk cId="0" sldId="260"/>
        </pc:sldMkLst>
        <pc:spChg chg="del">
          <ac:chgData name="Rodrigue YENGO" userId="9019d928-c12d-48de-bdb2-52a833805ac2" providerId="ADAL" clId="{20734E0D-FF75-44B1-9DFF-D19DBB4D069A}" dt="2026-07-29T14:50:16.787" v="47" actId="478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0:19" v="48" actId="478"/>
          <ac:spMkLst>
            <pc:docMk/>
            <pc:sldMk cId="0" sldId="260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691" v="23" actId="27636"/>
          <ac:spMkLst>
            <pc:docMk/>
            <pc:sldMk cId="0" sldId="260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01" v="25" actId="27636"/>
          <ac:spMkLst>
            <pc:docMk/>
            <pc:sldMk cId="0" sldId="260"/>
            <ac:spMk id="7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0:22.133" v="49" actId="478"/>
          <ac:picMkLst>
            <pc:docMk/>
            <pc:sldMk cId="0" sldId="260"/>
            <ac:picMk id="8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31.404" v="52" actId="478"/>
        <pc:sldMkLst>
          <pc:docMk/>
          <pc:sldMk cId="0" sldId="261"/>
        </pc:sldMkLst>
        <pc:spChg chg="del">
          <ac:chgData name="Rodrigue YENGO" userId="9019d928-c12d-48de-bdb2-52a833805ac2" providerId="ADAL" clId="{20734E0D-FF75-44B1-9DFF-D19DBB4D069A}" dt="2026-07-29T14:50:25.957" v="50" actId="478"/>
          <ac:spMkLst>
            <pc:docMk/>
            <pc:sldMk cId="0" sldId="261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0:28.651" v="51" actId="478"/>
          <ac:spMkLst>
            <pc:docMk/>
            <pc:sldMk cId="0" sldId="261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07" v="26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12" v="28" actId="27636"/>
          <ac:spMkLst>
            <pc:docMk/>
            <pc:sldMk cId="0" sldId="261"/>
            <ac:spMk id="5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0:31.404" v="52" actId="478"/>
          <ac:picMkLst>
            <pc:docMk/>
            <pc:sldMk cId="0" sldId="261"/>
            <ac:picMk id="14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44.274" v="55" actId="478"/>
        <pc:sldMkLst>
          <pc:docMk/>
          <pc:sldMk cId="0" sldId="262"/>
        </pc:sldMkLst>
        <pc:spChg chg="del">
          <ac:chgData name="Rodrigue YENGO" userId="9019d928-c12d-48de-bdb2-52a833805ac2" providerId="ADAL" clId="{20734E0D-FF75-44B1-9DFF-D19DBB4D069A}" dt="2026-07-29T14:50:38.830" v="53" actId="478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Rodrigue YENGO" userId="9019d928-c12d-48de-bdb2-52a833805ac2" providerId="ADAL" clId="{20734E0D-FF75-44B1-9DFF-D19DBB4D069A}" dt="2026-07-29T14:50:41.332" v="54" actId="478"/>
          <ac:spMkLst>
            <pc:docMk/>
            <pc:sldMk cId="0" sldId="262"/>
            <ac:spMk id="3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16" v="29" actId="27636"/>
          <ac:spMkLst>
            <pc:docMk/>
            <pc:sldMk cId="0" sldId="262"/>
            <ac:spMk id="4" creationId="{00000000-0000-0000-0000-000000000000}"/>
          </ac:spMkLst>
        </pc:spChg>
        <pc:picChg chg="del">
          <ac:chgData name="Rodrigue YENGO" userId="9019d928-c12d-48de-bdb2-52a833805ac2" providerId="ADAL" clId="{20734E0D-FF75-44B1-9DFF-D19DBB4D069A}" dt="2026-07-29T14:50:44.274" v="55" actId="478"/>
          <ac:picMkLst>
            <pc:docMk/>
            <pc:sldMk cId="0" sldId="262"/>
            <ac:picMk id="6" creationId="{00000000-0000-0000-0000-000000000000}"/>
          </ac:picMkLst>
        </pc:picChg>
      </pc:sldChg>
      <pc:sldChg chg="delSp modSp mod">
        <pc:chgData name="Rodrigue YENGO" userId="9019d928-c12d-48de-bdb2-52a833805ac2" providerId="ADAL" clId="{20734E0D-FF75-44B1-9DFF-D19DBB4D069A}" dt="2026-07-29T14:50:51.375" v="56" actId="478"/>
        <pc:sldMkLst>
          <pc:docMk/>
          <pc:sldMk cId="0" sldId="263"/>
        </pc:sldMkLst>
        <pc:spChg chg="del">
          <ac:chgData name="Rodrigue YENGO" userId="9019d928-c12d-48de-bdb2-52a833805ac2" providerId="ADAL" clId="{20734E0D-FF75-44B1-9DFF-D19DBB4D069A}" dt="2026-07-29T14:50:51.375" v="56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23" v="31" actId="27636"/>
          <ac:spMkLst>
            <pc:docMk/>
            <pc:sldMk cId="0" sldId="263"/>
            <ac:spMk id="4" creationId="{00000000-0000-0000-0000-000000000000}"/>
          </ac:spMkLst>
        </pc:spChg>
        <pc:spChg chg="mod">
          <ac:chgData name="Rodrigue YENGO" userId="9019d928-c12d-48de-bdb2-52a833805ac2" providerId="ADAL" clId="{20734E0D-FF75-44B1-9DFF-D19DBB4D069A}" dt="2026-07-29T14:48:08.725" v="32" actId="27636"/>
          <ac:spMkLst>
            <pc:docMk/>
            <pc:sldMk cId="0" sldId="263"/>
            <ac:spMk id="5" creationId="{00000000-0000-0000-0000-000000000000}"/>
          </ac:spMkLst>
        </pc:spChg>
      </pc:sldChg>
      <pc:sldMasterChg chg="addSp mod modSldLayout">
        <pc:chgData name="Rodrigue YENGO" userId="9019d928-c12d-48de-bdb2-52a833805ac2" providerId="ADAL" clId="{20734E0D-FF75-44B1-9DFF-D19DBB4D069A}" dt="2026-07-29T17:09:06.620" v="79" actId="22"/>
        <pc:sldMasterMkLst>
          <pc:docMk/>
          <pc:sldMasterMk cId="0" sldId="2147483648"/>
        </pc:sldMasterMkLst>
        <pc:picChg chg="add">
          <ac:chgData name="Rodrigue YENGO" userId="9019d928-c12d-48de-bdb2-52a833805ac2" providerId="ADAL" clId="{20734E0D-FF75-44B1-9DFF-D19DBB4D069A}" dt="2026-07-29T15:57:39.057" v="78" actId="22"/>
          <ac:picMkLst>
            <pc:docMk/>
            <pc:sldMasterMk cId="0" sldId="2147483648"/>
            <ac:picMk id="3" creationId="{766B7225-9F39-C696-A31E-B26D3BF09D0A}"/>
          </ac:picMkLst>
        </pc:picChg>
        <pc:picChg chg="add">
          <ac:chgData name="Rodrigue YENGO" userId="9019d928-c12d-48de-bdb2-52a833805ac2" providerId="ADAL" clId="{20734E0D-FF75-44B1-9DFF-D19DBB4D069A}" dt="2026-07-29T17:09:06.620" v="79" actId="22"/>
          <ac:picMkLst>
            <pc:docMk/>
            <pc:sldMasterMk cId="0" sldId="2147483648"/>
            <ac:picMk id="4" creationId="{77C6BD34-38EC-C216-4D44-F9F1EB45492D}"/>
          </ac:picMkLst>
        </pc:picChg>
        <pc:sldLayoutChg chg="addSp mod setBg">
          <pc:chgData name="Rodrigue YENGO" userId="9019d928-c12d-48de-bdb2-52a833805ac2" providerId="ADAL" clId="{20734E0D-FF75-44B1-9DFF-D19DBB4D069A}" dt="2026-07-29T14:49:20.064" v="37" actId="22"/>
          <pc:sldLayoutMkLst>
            <pc:docMk/>
            <pc:sldMasterMk cId="0" sldId="2147483648"/>
            <pc:sldLayoutMk cId="0" sldId="2147483649"/>
          </pc:sldLayoutMkLst>
          <pc:spChg chg="add">
            <ac:chgData name="Rodrigue YENGO" userId="9019d928-c12d-48de-bdb2-52a833805ac2" providerId="ADAL" clId="{20734E0D-FF75-44B1-9DFF-D19DBB4D069A}" dt="2026-07-29T14:48:10.797" v="33" actId="22"/>
            <ac:spMkLst>
              <pc:docMk/>
              <pc:sldMasterMk cId="0" sldId="2147483648"/>
              <pc:sldLayoutMk cId="0" sldId="2147483649"/>
              <ac:spMk id="3" creationId="{1F5570B6-7232-CE54-97F7-E69447118192}"/>
            </ac:spMkLst>
          </pc:spChg>
          <pc:spChg chg="add">
            <ac:chgData name="Rodrigue YENGO" userId="9019d928-c12d-48de-bdb2-52a833805ac2" providerId="ADAL" clId="{20734E0D-FF75-44B1-9DFF-D19DBB4D069A}" dt="2026-07-29T14:49:20.064" v="37" actId="22"/>
            <ac:spMkLst>
              <pc:docMk/>
              <pc:sldMasterMk cId="0" sldId="2147483648"/>
              <pc:sldLayoutMk cId="0" sldId="2147483649"/>
              <ac:spMk id="5" creationId="{F353FC6C-ABDA-68FB-F2C6-1ECC6A433BAA}"/>
            </ac:spMkLst>
          </pc:spChg>
          <pc:spChg chg="add">
            <ac:chgData name="Rodrigue YENGO" userId="9019d928-c12d-48de-bdb2-52a833805ac2" providerId="ADAL" clId="{20734E0D-FF75-44B1-9DFF-D19DBB4D069A}" dt="2026-07-29T14:49:20.064" v="37" actId="22"/>
            <ac:spMkLst>
              <pc:docMk/>
              <pc:sldMasterMk cId="0" sldId="2147483648"/>
              <pc:sldLayoutMk cId="0" sldId="2147483649"/>
              <ac:spMk id="7" creationId="{06EB2B77-A4B6-B749-228B-46A209A48934}"/>
            </ac:spMkLst>
          </pc:spChg>
          <pc:spChg chg="add">
            <ac:chgData name="Rodrigue YENGO" userId="9019d928-c12d-48de-bdb2-52a833805ac2" providerId="ADAL" clId="{20734E0D-FF75-44B1-9DFF-D19DBB4D069A}" dt="2026-07-29T14:49:20.064" v="37" actId="22"/>
            <ac:spMkLst>
              <pc:docMk/>
              <pc:sldMasterMk cId="0" sldId="2147483648"/>
              <pc:sldLayoutMk cId="0" sldId="2147483649"/>
              <ac:spMk id="9" creationId="{A750A918-1F2A-4432-6B54-FB356F89E0AC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1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d'AdventureWorks Commerce Cloud devient du code : versionné, testé et déployé automatiquement.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dossier = un schéma logique ; chaque objet = un fichier → différences Git granulaires.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1F5570B6-7232-CE54-97F7-E69447118192}"/>
              </a:ext>
            </a:extLst>
          </p:cNvPr>
          <p:cNvSpPr/>
          <p:nvPr userDrawn="1"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2B2741">
                  <a:alpha val="75000"/>
                </a:srgbClr>
              </a:gs>
              <a:gs pos="58000">
                <a:srgbClr val="2B2741">
                  <a:alpha val="0"/>
                </a:srgbClr>
              </a:gs>
            </a:gsLst>
            <a:path path="circle">
              <a:fillToRect l="80000" r="20000" b="100000"/>
            </a:path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F353FC6C-ABDA-68FB-F2C6-1ECC6A433BAA}"/>
              </a:ext>
            </a:extLst>
          </p:cNvPr>
          <p:cNvSpPr/>
          <p:nvPr userDrawn="1"/>
        </p:nvSpPr>
        <p:spPr>
          <a:xfrm>
            <a:off x="1143000" y="685650"/>
            <a:ext cx="4437221" cy="42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 2 · MODULE 7 · 13:00 – 14:45</a:t>
            </a:r>
            <a:endParaRPr lang="en-US" sz="14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6EB2B77-A4B6-B749-228B-46A209A48934}"/>
              </a:ext>
            </a:extLst>
          </p:cNvPr>
          <p:cNvSpPr/>
          <p:nvPr userDrawn="1"/>
        </p:nvSpPr>
        <p:spPr>
          <a:xfrm>
            <a:off x="1143000" y="9296399"/>
            <a:ext cx="3245078" cy="42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AI France Study Group</a:t>
            </a:r>
            <a:endParaRPr lang="en-US" sz="1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A750A918-1F2A-4432-6B54-FB356F89E0AC}"/>
              </a:ext>
            </a:extLst>
          </p:cNvPr>
          <p:cNvSpPr/>
          <p:nvPr userDrawn="1"/>
        </p:nvSpPr>
        <p:spPr>
          <a:xfrm>
            <a:off x="4496395" y="9296399"/>
            <a:ext cx="2313072" cy="4220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40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Days — DP-800</a:t>
            </a:r>
            <a:endParaRPr lang="en-US" sz="1400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766B7225-9F39-C696-A31E-B26D3BF09D0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6732737" y="194733"/>
            <a:ext cx="1694962" cy="1129975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7C6BD34-38EC-C216-4D44-F9F1EB45492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218000" y="8316939"/>
            <a:ext cx="2951271" cy="114115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085851" y="4149030"/>
            <a:ext cx="8210550" cy="960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&amp; </a:t>
            </a:r>
            <a:r>
              <a:rPr lang="en-US" sz="7500" kern="0" spc="-150" dirty="0" err="1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projets</a:t>
            </a: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marL="0" indent="0" algn="l">
              <a:lnSpc>
                <a:spcPct val="84174"/>
              </a:lnSpc>
              <a:buNone/>
            </a:pPr>
            <a:r>
              <a:rPr lang="en-US" sz="7500" kern="0" spc="-15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Database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143000" y="6032313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 code source, branches et pull requests, tests unitaires, détection de dérive de schéma.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264521" y="9296400"/>
            <a:ext cx="1366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47500" lnSpcReduction="20000"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dirty="0">
                <a:solidFill>
                  <a:srgbClr val="E9E9E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650" dirty="0"/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F81F5C2A-A55D-1E10-D6C3-6E6804331AF8}"/>
              </a:ext>
            </a:extLst>
          </p:cNvPr>
          <p:cNvGrpSpPr/>
          <p:nvPr/>
        </p:nvGrpSpPr>
        <p:grpSpPr>
          <a:xfrm>
            <a:off x="10662253" y="561196"/>
            <a:ext cx="6990490" cy="8735204"/>
            <a:chOff x="11002220" y="561196"/>
            <a:chExt cx="6990490" cy="8735204"/>
          </a:xfrm>
        </p:grpSpPr>
        <p:pic>
          <p:nvPicPr>
            <p:cNvPr id="3" name="Image 2">
              <a:extLst>
                <a:ext uri="{FF2B5EF4-FFF2-40B4-BE49-F238E27FC236}">
                  <a16:creationId xmlns:a16="http://schemas.microsoft.com/office/drawing/2014/main" id="{E036097A-885E-1ED2-0C3F-D70B6EA6E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002220" y="4636074"/>
              <a:ext cx="6990490" cy="4660326"/>
            </a:xfrm>
            <a:prstGeom prst="rect">
              <a:avLst/>
            </a:prstGeom>
          </p:spPr>
        </p:pic>
        <p:pic>
          <p:nvPicPr>
            <p:cNvPr id="6" name="Image 5">
              <a:extLst>
                <a:ext uri="{FF2B5EF4-FFF2-40B4-BE49-F238E27FC236}">
                  <a16:creationId xmlns:a16="http://schemas.microsoft.com/office/drawing/2014/main" id="{2ABEAD62-44FB-BB7C-DD1B-E5065CD4577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4823713" y="565257"/>
              <a:ext cx="2808967" cy="2808967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pic>
          <p:nvPicPr>
            <p:cNvPr id="8" name="Image 7">
              <a:extLst>
                <a:ext uri="{FF2B5EF4-FFF2-40B4-BE49-F238E27FC236}">
                  <a16:creationId xmlns:a16="http://schemas.microsoft.com/office/drawing/2014/main" id="{9C7415D1-FAD7-6BAC-F32D-EA68204A3B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1636328" y="561196"/>
              <a:ext cx="2807208" cy="2807208"/>
            </a:xfrm>
            <a:prstGeom prst="ellipse">
              <a:avLst/>
            </a:prstGeom>
            <a:ln w="3175" cap="rnd">
              <a:solidFill>
                <a:srgbClr val="C8C6BD"/>
              </a:solidFill>
              <a:prstDash val="solid"/>
            </a:ln>
            <a:effectLst>
              <a:outerShdw blurRad="127000" algn="bl" rotWithShape="0">
                <a:srgbClr val="000000"/>
              </a:outerShdw>
            </a:effectLst>
            <a:scene3d>
              <a:camera prst="perspectiveFront" fov="5400000"/>
              <a:lightRig rig="threePt" dir="t">
                <a:rot lat="0" lon="0" rev="19200000"/>
              </a:lightRig>
            </a:scene3d>
            <a:sp3d extrusionH="25400">
              <a:bevelT w="304800" h="152400" prst="hardEdge"/>
              <a:extrusionClr>
                <a:srgbClr val="000000"/>
              </a:extrusionClr>
            </a:sp3d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8061A3E7-8753-EC5B-8096-1F0A965DAFAB}"/>
                </a:ext>
              </a:extLst>
            </p:cNvPr>
            <p:cNvSpPr txBox="1"/>
            <p:nvPr/>
          </p:nvSpPr>
          <p:spPr>
            <a:xfrm>
              <a:off x="14889480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i="0" kern="1200" dirty="0">
                  <a:effectLst/>
                  <a:latin typeface="+mn-lt"/>
                  <a:ea typeface="+mn-ea"/>
                  <a:cs typeface="+mn-cs"/>
                </a:rPr>
                <a:t>Abdelhak BENYAHIA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9E0B75CB-1DEC-7C11-165D-463B79720730}"/>
                </a:ext>
              </a:extLst>
            </p:cNvPr>
            <p:cNvSpPr txBox="1"/>
            <p:nvPr/>
          </p:nvSpPr>
          <p:spPr>
            <a:xfrm>
              <a:off x="11668332" y="3668223"/>
              <a:ext cx="274320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US" sz="2400" dirty="0"/>
                <a:t>Rodrigue YENGO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schéma devient du code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source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.sql par objet, dans Git.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525000" y="3248918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Branches &amp; PR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584079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Revue de code avant chaque fusion.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143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Build, unitaires, intégration.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525000" y="4652665"/>
            <a:ext cx="7879080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Dérive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25000" y="4987826"/>
            <a:ext cx="7377684" cy="436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tout écart avec la production.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Projets SQL Database, .dacpac et code source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6847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Chaque table, vue ou procédure vit dans son propre fichier .sql — style SDK, compilé en artefact .dacpac.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dossier = un schéma logique ; chaque objet = un fichier → des différences Git granulaires par validation.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488335"/>
            <a:ext cx="14859000" cy="2181225"/>
          </a:xfrm>
          <a:prstGeom prst="roundRect">
            <a:avLst>
              <a:gd name="adj" fmla="val 349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678835"/>
            <a:ext cx="1480947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AdventureWorksCommerceCloud/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SalesLT/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Tables/Customer.sql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Views/vw_CustomerOrderSummary.sql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StoredProcedures/usp_PlaceOrder.sql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AdventureWorksCommerceCloud.sqlproj</a:t>
            </a:r>
            <a:endParaRPr lang="en-US" sz="15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CI/CD et stratégie de test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une fois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3584079"/>
            <a:ext cx="4970678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Compiler l'artefact .dacpac une seule fois, déployer le même fichier partout.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730901" y="3248918"/>
            <a:ext cx="5308655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30901" y="3584079"/>
            <a:ext cx="4970831" cy="8343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de build, tests unitaires T-SQL, tests d'intégration avant fusion.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2318950" y="3248918"/>
            <a:ext cx="5308491" cy="25985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6865"/>
              </a:lnSpc>
              <a:buNone/>
            </a:pPr>
            <a:r>
              <a:rPr lang="en-US" sz="2400" kern="0" spc="-36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Détecter la dérive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2318950" y="3584079"/>
            <a:ext cx="4970678" cy="12324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4839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correctif manuel en production doit être détecté avant le déploiement suivant, jamais ignoré.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Versionner et déployer le schéma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1433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Initialiser AdventureWorksCommerceCloud.sqlproj et committer chaque objet.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branche, modifier usp_PlaceOrder, ouvrir une pull request.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pipeline GitHub Actions compile le .dacpac et le déploie après fusion.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5236815"/>
            <a:ext cx="14859000" cy="2181225"/>
          </a:xfrm>
          <a:prstGeom prst="roundRect">
            <a:avLst>
              <a:gd name="adj" fmla="val 3493"/>
            </a:avLst>
          </a:prstGeom>
          <a:solidFill>
            <a:srgbClr val="211F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90650" y="5427315"/>
            <a:ext cx="14809470" cy="1838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feature/stock-check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modifier usp_PlaceOrder.sql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-am "Vérifier le stock avant commande"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feature/stock-check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Actions : dotnet build → .dacpac</a:t>
            </a:r>
            <a:endParaRPr lang="en-US" sz="1575" dirty="0"/>
          </a:p>
          <a:p>
            <a:pPr marL="0" indent="0" algn="l">
              <a:lnSpc>
                <a:spcPct val="136957"/>
              </a:lnSpc>
              <a:buNone/>
            </a:pPr>
            <a:r>
              <a:rPr lang="en-US" sz="1575" dirty="0">
                <a:solidFill>
                  <a:srgbClr val="E9E6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azure/sql-action@v2 → deploy</a:t>
            </a:r>
            <a:endParaRPr lang="en-US" sz="15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Contrôle des connaissances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2095649"/>
            <a:ext cx="16482060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34054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administrateur a appliqué en urgence un correctif directement en production en ajoutant un index manquant. Que faire ensuite 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3211860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1343025" y="3335685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rien faire, l'index est déjà en place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143000" y="3938588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343025" y="4062413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Supprimer l'index au prochain déploiement pour revenir à l'état du projet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1143000" y="4665315"/>
            <a:ext cx="16002000" cy="631478"/>
          </a:xfrm>
          <a:prstGeom prst="roundRect">
            <a:avLst>
              <a:gd name="adj" fmla="val 12067"/>
            </a:avLst>
          </a:prstGeom>
          <a:solidFill>
            <a:srgbClr val="2C2642">
              <a:alpha val="55000"/>
            </a:srgbClr>
          </a:solidFill>
          <a:ln w="9525">
            <a:solidFill>
              <a:srgbClr val="9184D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343025" y="4789140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D2CE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Reporter l'index dans le projet SQL Database et le committer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43000" y="5392043"/>
            <a:ext cx="16002000" cy="631478"/>
          </a:xfrm>
          <a:prstGeom prst="roundRect">
            <a:avLst>
              <a:gd name="adj" fmla="val 12067"/>
            </a:avLst>
          </a:prstGeom>
          <a:ln w="9525">
            <a:solidFill>
              <a:srgbClr val="595D6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1343025" y="5515868"/>
            <a:ext cx="1608201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950" dirty="0">
                <a:solidFill>
                  <a:srgbClr val="CFD3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Désactiver le pipeline CI/CD pour éviter la détection</a:t>
            </a:r>
            <a:endParaRPr lang="en-US" sz="1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09960" y="1693664"/>
            <a:ext cx="17638544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qu'il faut retenir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929640" y="3131195"/>
            <a:ext cx="11910060" cy="20198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fichier .sql par objet = des différences Git lisibles.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Générer une fois, déployer le même .dacpac partout.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Toute modification manuelle en production doit revenir dans le code source.</a:t>
            </a:r>
            <a:endParaRPr lang="en-US" sz="2400" dirty="0"/>
          </a:p>
          <a:p>
            <a:pPr marL="0" indent="0" algn="l">
              <a:lnSpc>
                <a:spcPct val="118919"/>
              </a:lnSpc>
              <a:buNone/>
            </a:pPr>
            <a:r>
              <a:rPr lang="en-US" sz="24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unitaires et validation de build avant chaque fusion.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2A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43000" y="4056162"/>
            <a:ext cx="2469743" cy="362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1154"/>
              </a:lnSpc>
              <a:buNone/>
            </a:pPr>
            <a:r>
              <a:rPr lang="en-US" sz="1650" kern="0" spc="99" dirty="0">
                <a:solidFill>
                  <a:srgbClr val="918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PROCHAIN MODULE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09960" y="4723805"/>
            <a:ext cx="4858941" cy="4400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98507"/>
              </a:lnSpc>
              <a:buNone/>
            </a:pPr>
            <a:r>
              <a:rPr lang="en-US" sz="4350" kern="0" spc="-65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Azure</a:t>
            </a:r>
            <a:endParaRPr lang="en-US" sz="4350" dirty="0"/>
          </a:p>
        </p:txBody>
      </p:sp>
      <p:sp>
        <p:nvSpPr>
          <p:cNvPr id="5" name="Text 3"/>
          <p:cNvSpPr/>
          <p:nvPr/>
        </p:nvSpPr>
        <p:spPr>
          <a:xfrm>
            <a:off x="1143000" y="5468689"/>
            <a:ext cx="891245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04762"/>
              </a:lnSpc>
              <a:buNone/>
            </a:pPr>
            <a:r>
              <a:rPr lang="en-US" sz="2700" dirty="0">
                <a:solidFill>
                  <a:srgbClr val="E9E9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API Builder, REST/GraphQL, CDC et Change Event Streaming.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5964E25350F4FB3FE643AE11B2B20" ma:contentTypeVersion="10" ma:contentTypeDescription="Crée un document." ma:contentTypeScope="" ma:versionID="ce288966c27ce7b3e7a9f8d1d4c0f960">
  <xsd:schema xmlns:xsd="http://www.w3.org/2001/XMLSchema" xmlns:xs="http://www.w3.org/2001/XMLSchema" xmlns:p="http://schemas.microsoft.com/office/2006/metadata/properties" xmlns:ns2="d9df9240-fc95-4deb-9c9d-de700c44a7a7" xmlns:ns3="33363a87-7e43-46da-9332-4c6d176b06e4" targetNamespace="http://schemas.microsoft.com/office/2006/metadata/properties" ma:root="true" ma:fieldsID="ee543c07c1445a444ae8fee589f454ee" ns2:_="" ns3:_="">
    <xsd:import namespace="d9df9240-fc95-4deb-9c9d-de700c44a7a7"/>
    <xsd:import namespace="33363a87-7e43-46da-9332-4c6d176b06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f9240-fc95-4deb-9c9d-de700c44a7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ef1542d-73bf-4483-a10a-dd7f0542ff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363a87-7e43-46da-9332-4c6d176b06e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3c4884d-0209-46c7-838c-3dc439699bfd}" ma:internalName="TaxCatchAll" ma:showField="CatchAllData" ma:web="33363a87-7e43-46da-9332-4c6d176b06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3363a87-7e43-46da-9332-4c6d176b06e4" xsi:nil="true"/>
    <lcf76f155ced4ddcb4097134ff3c332f xmlns="d9df9240-fc95-4deb-9c9d-de700c44a7a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8D11ECA-E9B1-4C83-BB77-E4BC6EA6516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DFD012-E828-421F-80A8-9A3BED2C9C21}"/>
</file>

<file path=customXml/itemProps3.xml><?xml version="1.0" encoding="utf-8"?>
<ds:datastoreItem xmlns:ds="http://schemas.openxmlformats.org/officeDocument/2006/customXml" ds:itemID="{0D800A7A-3160-4EA7-85B3-E821A1DA30B0}">
  <ds:schemaRefs>
    <ds:schemaRef ds:uri="http://purl.org/dc/elements/1.1/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purl.org/dc/dcmitype/"/>
    <ds:schemaRef ds:uri="33363a87-7e43-46da-9332-4c6d176b06e4"/>
    <ds:schemaRef ds:uri="d9df9240-fc95-4deb-9c9d-de700c44a7a7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defa4170-0d19-0005-0004-bc88714345d2}" enabled="1" method="Standard" siteId="{ffe9cb1d-3ae5-460e-857d-cc6afe98ae6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476</Words>
  <Application>Microsoft Office PowerPoint</Application>
  <PresentationFormat>Personnalisé</PresentationFormat>
  <Paragraphs>65</Paragraphs>
  <Slides>8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Rodrigue YENGO</cp:lastModifiedBy>
  <cp:revision>1</cp:revision>
  <dcterms:created xsi:type="dcterms:W3CDTF">2026-07-28T14:34:04Z</dcterms:created>
  <dcterms:modified xsi:type="dcterms:W3CDTF">2026-07-29T17:09:08Z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0x0101000085964E25350F4FB3FE643AE11B2B20</vt:lpwstr>
  </property>
  <property fmtid="{D5CDD505-2E9C-101B-9397-08002B2CF9AE}" pid="3" name="MediaServiceImageTags">
    <vt:lpwstr/>
  </property>
</Properties>
</file>