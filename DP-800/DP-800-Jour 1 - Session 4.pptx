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D0690-F230-4DFF-92C6-98A023134BAC}" v="2" dt="2026-07-28T13:39:28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14:02:38.842" v="39" actId="478"/>
      <pc:docMkLst>
        <pc:docMk/>
      </pc:docMkLst>
      <pc:sldChg chg="delSp modSp mod">
        <pc:chgData name="Rodrigue YENGO" userId="9019d928-c12d-48de-bdb2-52a833805ac2" providerId="ADAL" clId="{20734E0D-FF75-44B1-9DFF-D19DBB4D069A}" dt="2026-07-28T14:02:01.858" v="32" actId="478"/>
        <pc:sldMkLst>
          <pc:docMk/>
          <pc:sldMk cId="0" sldId="256"/>
        </pc:sldMkLst>
        <pc:spChg chg="del mod">
          <ac:chgData name="Rodrigue YENGO" userId="9019d928-c12d-48de-bdb2-52a833805ac2" providerId="ADAL" clId="{20734E0D-FF75-44B1-9DFF-D19DBB4D069A}" dt="2026-07-28T14:02:01.858" v="3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81" v="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90" v="5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88" v="4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84" v="3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79" v="1" actId="27636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16.093" v="34" actId="478"/>
        <pc:sldMkLst>
          <pc:docMk/>
          <pc:sldMk cId="0" sldId="257"/>
        </pc:sldMkLst>
        <pc:spChg chg="del mod">
          <ac:chgData name="Rodrigue YENGO" userId="9019d928-c12d-48de-bdb2-52a833805ac2" providerId="ADAL" clId="{20734E0D-FF75-44B1-9DFF-D19DBB4D069A}" dt="2026-07-28T14:02:16.093" v="3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73" v="8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82" v="10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78" v="9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69" v="7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86" v="11" actId="27636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20.423" v="35" actId="478"/>
        <pc:sldMkLst>
          <pc:docMk/>
          <pc:sldMk cId="0" sldId="258"/>
        </pc:sldMkLst>
        <pc:spChg chg="del mod">
          <ac:chgData name="Rodrigue YENGO" userId="9019d928-c12d-48de-bdb2-52a833805ac2" providerId="ADAL" clId="{20734E0D-FF75-44B1-9DFF-D19DBB4D069A}" dt="2026-07-28T14:02:20.423" v="3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02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11" v="15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93" v="12" actId="27636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24.868" v="36" actId="478"/>
        <pc:sldMkLst>
          <pc:docMk/>
          <pc:sldMk cId="0" sldId="259"/>
        </pc:sldMkLst>
        <pc:spChg chg="del mod">
          <ac:chgData name="Rodrigue YENGO" userId="9019d928-c12d-48de-bdb2-52a833805ac2" providerId="ADAL" clId="{20734E0D-FF75-44B1-9DFF-D19DBB4D069A}" dt="2026-07-28T14:02:24.868" v="36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50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31" v="16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42" v="18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37" v="17" actId="27636"/>
          <ac:spMkLst>
            <pc:docMk/>
            <pc:sldMk cId="0" sldId="259"/>
            <ac:spMk id="9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29.747" v="37" actId="478"/>
        <pc:sldMkLst>
          <pc:docMk/>
          <pc:sldMk cId="0" sldId="260"/>
        </pc:sldMkLst>
        <pc:spChg chg="del mod">
          <ac:chgData name="Rodrigue YENGO" userId="9019d928-c12d-48de-bdb2-52a833805ac2" providerId="ADAL" clId="{20734E0D-FF75-44B1-9DFF-D19DBB4D069A}" dt="2026-07-28T14:02:29.747" v="37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59" v="22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35.147" v="38" actId="478"/>
        <pc:sldMkLst>
          <pc:docMk/>
          <pc:sldMk cId="0" sldId="261"/>
        </pc:sldMkLst>
        <pc:spChg chg="del mod">
          <ac:chgData name="Rodrigue YENGO" userId="9019d928-c12d-48de-bdb2-52a833805ac2" providerId="ADAL" clId="{20734E0D-FF75-44B1-9DFF-D19DBB4D069A}" dt="2026-07-28T14:02:35.147" v="38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68" v="23" actId="27636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2:38.842" v="39" actId="478"/>
        <pc:sldMkLst>
          <pc:docMk/>
          <pc:sldMk cId="0" sldId="262"/>
        </pc:sldMkLst>
        <pc:spChg chg="del mod">
          <ac:chgData name="Rodrigue YENGO" userId="9019d928-c12d-48de-bdb2-52a833805ac2" providerId="ADAL" clId="{20734E0D-FF75-44B1-9DFF-D19DBB4D069A}" dt="2026-07-28T14:02:38.842" v="3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82" v="25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9:25.698" v="28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13:39:25.695" v="27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98" v="28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8T14:02:07.271" v="33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8T13:40:32.271" v="29" actId="22"/>
          <ac:picMkLst>
            <pc:docMk/>
            <pc:sldMasterMk cId="0" sldId="2147483648"/>
            <ac:picMk id="3" creationId="{CF8CC0C4-B9FE-9F7F-C91F-3FD01C0FD3B3}"/>
          </ac:picMkLst>
        </pc:picChg>
        <pc:sldLayoutChg chg="addSp mod">
          <pc:chgData name="Rodrigue YENGO" userId="9019d928-c12d-48de-bdb2-52a833805ac2" providerId="ADAL" clId="{20734E0D-FF75-44B1-9DFF-D19DBB4D069A}" dt="2026-07-28T14:02:07.271" v="33" actId="22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4:02:07.271" v="33" actId="22"/>
            <ac:spMkLst>
              <pc:docMk/>
              <pc:sldMasterMk cId="0" sldId="2147483648"/>
              <pc:sldLayoutMk cId="0" sldId="2147483649"/>
              <ac:spMk id="3" creationId="{62898836-E8E7-9E63-152F-615D463BA98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912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sécurise l'écriture des transactions puis on accélère le développement avec l'IA, en gardant le contrôle sur ce qui part vers un modèle externe.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@@TRANCOUNT avant ROLLBACK évite l'erreur « aucune transaction active » en imbrication. THROW sans argument propage l'erreur d'origine.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Jour 1 ; le Jour 2 attaque sécurité, optimisation et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2898836-E8E7-9E63-152F-615D463BA987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4 · 14:55 – 17:00</a:t>
            </a:r>
            <a:endParaRPr lang="en-US" sz="16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F8CC0C4-B9FE-9F7F-C91F-3FD01C0FD3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05200" y="194732"/>
            <a:ext cx="2222500" cy="148166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(2/2)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erreurs, GitHub Copilot, serveur MCP et sécurité du code assisté par l'IA.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2313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Fiabiliser, puis accélérer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et transactions fiables.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Complétion de code et langage naturel vers SQL.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interroge le vrai schéma en direct.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n'entraîne les modèles Microsoft.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structurée des erreurs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3081338"/>
          </a:xfrm>
          <a:prstGeom prst="roundRect">
            <a:avLst>
              <a:gd name="adj" fmla="val 247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écritures liées --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@@TRANCOUNT &gt; 0 ROLLBACK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CATCH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29640" y="6503938"/>
            <a:ext cx="11910060" cy="1265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@@TRANCOUNT avant ROLLBACK : évite l'erreur « aucune transaction active » en imbrication.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sans argument propage l'erreur d'origine à l'appelant.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SQL assisté par l'IA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Fabric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Complétion de code et langage naturel vers SQL, directement dans SSMS 22+ ou VS Code.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MCP SQL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Norme ouverte : l'IA interroge le schéma et les métadonnées réels de la base, en temps réel.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d'instructions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.github/copilot-instructions.md : normes de codage T-SQL partagées par toute l'équipe.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connecté au serveur MCP 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travaille sur le schéma réel, pas sur des suppositions.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85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Copilot dans SSMS 22+ (badge visible dans la barre d'état).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le serveur MCP SQL sur AdventureWorksCommerceCloud.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en langage naturel : « les 5 clients avec le plus de commandes » → Copilot génère la requête à partir du schéma réel.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connecter Copilot à un serveur MCP SQL plutôt que de le laisser deviner le schéma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accélère l'exécution des requêtes générées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interroge les tables et colonnes réelles, ce qui évite les erreurs de schéma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chiffre automatiquement les données sensibles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91966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04348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remplace la procédure d'audit</a:t>
            </a:r>
            <a:endParaRPr lang="en-US" sz="1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+ @@TRANCOUNT : le socle de toute procédure transactionnelle fiable.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sans argument conserve l'erreur d'origine.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+ MCP : l'IA travaille sur le schéma réel, pas sur des suppositions.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d'instructions aligne l'IA sur les conventions de l'équipe.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3084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— JOUR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133430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des données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Chiffrement, masquage dynamique, RLS, autorisations et audit.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B0E93F-0524-4D6B-AD32-A8DFF630B537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d9df9240-fc95-4deb-9c9d-de700c44a7a7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33363a87-7e43-46da-9332-4c6d176b06e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906DC3-C574-439B-9FC8-9CE2782D2693}"/>
</file>

<file path=customXml/itemProps3.xml><?xml version="1.0" encoding="utf-8"?>
<ds:datastoreItem xmlns:ds="http://schemas.openxmlformats.org/officeDocument/2006/customXml" ds:itemID="{DE1C48D6-9654-4A3A-AD24-18DEC151F25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465</Words>
  <Application>Microsoft Office PowerPoint</Application>
  <PresentationFormat>Personnalisé</PresentationFormat>
  <Paragraphs>64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2026-07-28T13:27:42Z</dcterms:created>
  <dcterms:modified xsi:type="dcterms:W3CDTF">2026-07-28T14:02:39Z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