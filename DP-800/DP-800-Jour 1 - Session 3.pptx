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E4293-55EE-4398-84B7-AAE8096400FE}" v="1" dt="2026-07-28T13:49:04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13:58:49.791" v="43" actId="478"/>
      <pc:docMkLst>
        <pc:docMk/>
      </pc:docMkLst>
      <pc:sldChg chg="delSp modSp mod">
        <pc:chgData name="Rodrigue YENGO" userId="9019d928-c12d-48de-bdb2-52a833805ac2" providerId="ADAL" clId="{20734E0D-FF75-44B1-9DFF-D19DBB4D069A}" dt="2026-07-28T13:57:27.954" v="35" actId="478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13:49:52.666" v="32" actId="103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3:57:27.954" v="35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4.012" v="3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4.011" v="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4.003" v="0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4.015" v="4" actId="27636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7:57.892" v="38" actId="478"/>
        <pc:sldMkLst>
          <pc:docMk/>
          <pc:sldMk cId="0" sldId="257"/>
        </pc:sldMkLst>
        <pc:spChg chg="del mod">
          <ac:chgData name="Rodrigue YENGO" userId="9019d928-c12d-48de-bdb2-52a833805ac2" providerId="ADAL" clId="{20734E0D-FF75-44B1-9DFF-D19DBB4D069A}" dt="2026-07-28T13:57:57.892" v="38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08" v="6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20" v="10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1" v="7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5" v="8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5.217" v="9" actId="27636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8:02.991" v="39" actId="478"/>
        <pc:sldMkLst>
          <pc:docMk/>
          <pc:sldMk cId="0" sldId="258"/>
        </pc:sldMkLst>
        <pc:spChg chg="del mod">
          <ac:chgData name="Rodrigue YENGO" userId="9019d928-c12d-48de-bdb2-52a833805ac2" providerId="ADAL" clId="{20734E0D-FF75-44B1-9DFF-D19DBB4D069A}" dt="2026-07-28T13:58:02.991" v="39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58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55" v="13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45" v="11" actId="27636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8:07.238" v="40" actId="478"/>
        <pc:sldMkLst>
          <pc:docMk/>
          <pc:sldMk cId="0" sldId="259"/>
        </pc:sldMkLst>
        <pc:spChg chg="del mod">
          <ac:chgData name="Rodrigue YENGO" userId="9019d928-c12d-48de-bdb2-52a833805ac2" providerId="ADAL" clId="{20734E0D-FF75-44B1-9DFF-D19DBB4D069A}" dt="2026-07-28T13:58:07.238" v="40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70" v="16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67" v="15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81" v="19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73" v="17" actId="27636"/>
          <ac:spMkLst>
            <pc:docMk/>
            <pc:sldMk cId="0" sldId="259"/>
            <ac:spMk id="9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8:16.917" v="41" actId="478"/>
        <pc:sldMkLst>
          <pc:docMk/>
          <pc:sldMk cId="0" sldId="260"/>
        </pc:sldMkLst>
        <pc:spChg chg="del mod">
          <ac:chgData name="Rodrigue YENGO" userId="9019d928-c12d-48de-bdb2-52a833805ac2" providerId="ADAL" clId="{20734E0D-FF75-44B1-9DFF-D19DBB4D069A}" dt="2026-07-28T13:58:16.917" v="41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293" v="20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8:39.787" v="42" actId="478"/>
        <pc:sldMkLst>
          <pc:docMk/>
          <pc:sldMk cId="0" sldId="261"/>
        </pc:sldMkLst>
        <pc:spChg chg="del mod">
          <ac:chgData name="Rodrigue YENGO" userId="9019d928-c12d-48de-bdb2-52a833805ac2" providerId="ADAL" clId="{20734E0D-FF75-44B1-9DFF-D19DBB4D069A}" dt="2026-07-28T13:58:39.787" v="42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02" v="22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09" v="24" actId="27636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3:58:49.791" v="43" actId="478"/>
        <pc:sldMkLst>
          <pc:docMk/>
          <pc:sldMk cId="0" sldId="262"/>
        </pc:sldMkLst>
        <pc:spChg chg="del mod">
          <ac:chgData name="Rodrigue YENGO" userId="9019d928-c12d-48de-bdb2-52a833805ac2" providerId="ADAL" clId="{20734E0D-FF75-44B1-9DFF-D19DBB4D069A}" dt="2026-07-28T13:58:49.791" v="43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18" v="26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47:16.327" v="28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13:47:16.326" v="27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47:16.327" v="28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delSp modSp mod modSldLayout">
        <pc:chgData name="Rodrigue YENGO" userId="9019d928-c12d-48de-bdb2-52a833805ac2" providerId="ADAL" clId="{20734E0D-FF75-44B1-9DFF-D19DBB4D069A}" dt="2026-07-28T13:57:36.575" v="36" actId="22"/>
        <pc:sldMasterMkLst>
          <pc:docMk/>
          <pc:sldMasterMk cId="0" sldId="2147483648"/>
        </pc:sldMasterMkLst>
        <pc:picChg chg="add del mod">
          <ac:chgData name="Rodrigue YENGO" userId="9019d928-c12d-48de-bdb2-52a833805ac2" providerId="ADAL" clId="{20734E0D-FF75-44B1-9DFF-D19DBB4D069A}" dt="2026-07-28T13:49:10.025" v="30" actId="478"/>
          <ac:picMkLst>
            <pc:docMk/>
            <pc:sldMasterMk cId="0" sldId="2147483648"/>
            <ac:picMk id="2" creationId="{41E31E9A-5EE4-83D1-0B92-D601887F9E6B}"/>
          </ac:picMkLst>
        </pc:picChg>
        <pc:picChg chg="add">
          <ac:chgData name="Rodrigue YENGO" userId="9019d928-c12d-48de-bdb2-52a833805ac2" providerId="ADAL" clId="{20734E0D-FF75-44B1-9DFF-D19DBB4D069A}" dt="2026-07-28T13:49:37.906" v="31" actId="22"/>
          <ac:picMkLst>
            <pc:docMk/>
            <pc:sldMasterMk cId="0" sldId="2147483648"/>
            <ac:picMk id="4" creationId="{CD4108F0-B8E6-221A-B789-E4210A32BA95}"/>
          </ac:picMkLst>
        </pc:picChg>
        <pc:sldLayoutChg chg="addSp mod">
          <pc:chgData name="Rodrigue YENGO" userId="9019d928-c12d-48de-bdb2-52a833805ac2" providerId="ADAL" clId="{20734E0D-FF75-44B1-9DFF-D19DBB4D069A}" dt="2026-07-28T13:57:36.575" v="36" actId="22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3:57:36.575" v="36" actId="22"/>
            <ac:spMkLst>
              <pc:docMk/>
              <pc:sldMasterMk cId="0" sldId="2147483648"/>
              <pc:sldLayoutMk cId="0" sldId="2147483649"/>
              <ac:spMk id="3" creationId="{423FB073-6BC6-3F6E-E2A6-F4C62493679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72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requêtes qui racontent une histoire : hiérarchies, cumuls, données semi-structurées et recherche tolérante aux fautes.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WITH...AS nomme une sous-requête réutilisable ; version récursive pour les hiérarchies. OVER(PARTITION BY...) : classements et cumuls.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Fuzzy matching : rapprocher des noms proches sans correspondance exacte — utile avant la recherche vectorielle du Jour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3FB073-6BC6-3F6E-E2A6-F4C62493679B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3 · 13:00 – 14:45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D4108F0-B8E6-221A-B789-E4210A32BA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05200" y="194732"/>
            <a:ext cx="2222500" cy="148166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53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(1/2)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et fenêtrage, JSON, expressions régulières et fuzzy matching : des requêtes qui racontent une histoire.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2313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outils pour des requêtes expressives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Hiérarchies et sous-requêtes nommées.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Cumuls et classements sans perdre le détail.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des données semi-structurées en T-SQL.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/ fuzzy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et rapprochement de texte natifs.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 de table communes et fonctions fenêtrées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2781300"/>
          </a:xfrm>
          <a:prstGeom prst="roundRect">
            <a:avLst>
              <a:gd name="adj" fmla="val 2740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CategoryTree AS (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ProductCategoryID, Name, 0 AS Niveau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SalesLT.ProductCategory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ParentProductCategoryID IS NULL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CategoryTree;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29640" y="6203900"/>
            <a:ext cx="11910060" cy="67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OVER(PARTITION BY … ORDER BY …) : classement (ROW_NUMBER, RANK) et cumuls (SUM en fenêtre glissante).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JSON et expressions régulières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JSON_VALUE / JSON_QUERY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Extraire une valeur scalaire ou un fragment JSON depuis la colonne Preferences.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REGEXP_LIKE / REPLACE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ou nettoyer des chaînes par motif — références produit, formats de téléphone.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Rapprocher des noms de produits proches sans correspondance exacte — prélude à la recherche vectorielle du Jour 3.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les commandes et les préférences client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requêtes, quatre outils, une même base.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Arborescence des catégories produit via le CTE récursif.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cumulé des ventes par date avec SUM() OVER.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du canal préféré de chaque client avec JSON_VALUE.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des références « Road-xxx » avec REGEXP_LIKE.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calculer le total cumulé des ventes par date tout en affichant le détail de chaque commande. Quelle approche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sur la date de commande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sous-requête corrélée par ligne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SUM(...) OVER (ORDER BY OrderDate)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curseur qui accumule ligne par ligne</a:t>
            </a:r>
            <a:endParaRPr lang="en-US" sz="1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récursif pour toute hiérarchie (catégories, organigramme).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fenêtrées : cumuls et classements sans perdre le détail.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JSON_VALUE (scalaire) vs JSON_QUERY (objet/tableau).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REGEXP_LIKE / fuzzy matching : nettoyage et rapprochement de texte natifs.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552147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(2/2)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erreurs, GitHub Copilot, MCP et sécurité du code assisté.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df9240-fc95-4deb-9c9d-de700c44a7a7">
      <Terms xmlns="http://schemas.microsoft.com/office/infopath/2007/PartnerControls"/>
    </lcf76f155ced4ddcb4097134ff3c332f>
    <TaxCatchAll xmlns="33363a87-7e43-46da-9332-4c6d176b06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141E45-92D7-484B-AA43-24E0B930BC77}"/>
</file>

<file path=customXml/itemProps2.xml><?xml version="1.0" encoding="utf-8"?>
<ds:datastoreItem xmlns:ds="http://schemas.openxmlformats.org/officeDocument/2006/customXml" ds:itemID="{9B432692-6A3E-4F5F-8696-1C166D456D68}">
  <ds:schemaRefs>
    <ds:schemaRef ds:uri="http://schemas.microsoft.com/office/2006/metadata/properties"/>
    <ds:schemaRef ds:uri="http://schemas.microsoft.com/office/infopath/2007/PartnerControls"/>
    <ds:schemaRef ds:uri="d9df9240-fc95-4deb-9c9d-de700c44a7a7"/>
    <ds:schemaRef ds:uri="33363a87-7e43-46da-9332-4c6d176b06e4"/>
  </ds:schemaRefs>
</ds:datastoreItem>
</file>

<file path=customXml/itemProps3.xml><?xml version="1.0" encoding="utf-8"?>
<ds:datastoreItem xmlns:ds="http://schemas.openxmlformats.org/officeDocument/2006/customXml" ds:itemID="{67E70711-8A6F-4F6A-895A-9EDA2D8883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469</Words>
  <Application>Microsoft Office PowerPoint</Application>
  <PresentationFormat>Personnalisé</PresentationFormat>
  <Paragraphs>63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Rodrigue YENGO</cp:lastModifiedBy>
  <cp:revision>1</cp:revision>
  <dcterms:created xsi:type="dcterms:W3CDTF">2026-07-28T13:46:16Z</dcterms:created>
  <dcterms:modified xsi:type="dcterms:W3CDTF">2026-07-28T13:58:57Z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