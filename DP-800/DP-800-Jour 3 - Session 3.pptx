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F303A0-A024-43BD-A4C6-1CDBC59351F1}" v="4" dt="2026-07-29T16:08:11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undo custSel modSld modMainMaster">
      <pc:chgData name="Rodrigue YENGO" userId="9019d928-c12d-48de-bdb2-52a833805ac2" providerId="ADAL" clId="{20734E0D-FF75-44B1-9DFF-D19DBB4D069A}" dt="2026-07-29T17:10:27.476" v="86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6:07:39.841" v="85" actId="1037"/>
        <pc:sldMkLst>
          <pc:docMk/>
          <pc:sldMk cId="0" sldId="256"/>
        </pc:sldMkLst>
        <pc:spChg chg="add del">
          <ac:chgData name="Rodrigue YENGO" userId="9019d928-c12d-48de-bdb2-52a833805ac2" providerId="ADAL" clId="{20734E0D-FF75-44B1-9DFF-D19DBB4D069A}" dt="2026-07-29T15:08:45.295" v="36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09:56.898" v="47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9:39.786" v="45" actId="255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9:47.458" v="46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09:56.898" v="47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31" v="7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09:56.898" v="47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10:49.912" v="52" actId="207"/>
          <ac:spMkLst>
            <pc:docMk/>
            <pc:sldMk cId="0" sldId="256"/>
            <ac:spMk id="13" creationId="{339325ED-D5D3-D3DE-2C88-3D62C0C317A6}"/>
          </ac:spMkLst>
        </pc:spChg>
        <pc:spChg chg="mod">
          <ac:chgData name="Rodrigue YENGO" userId="9019d928-c12d-48de-bdb2-52a833805ac2" providerId="ADAL" clId="{20734E0D-FF75-44B1-9DFF-D19DBB4D069A}" dt="2026-07-29T15:10:49.912" v="52" actId="207"/>
          <ac:spMkLst>
            <pc:docMk/>
            <pc:sldMk cId="0" sldId="256"/>
            <ac:spMk id="14" creationId="{6E0D402C-51BA-8D57-FFC0-2B2FCED09DF6}"/>
          </ac:spMkLst>
        </pc:spChg>
        <pc:grpChg chg="add mod">
          <ac:chgData name="Rodrigue YENGO" userId="9019d928-c12d-48de-bdb2-52a833805ac2" providerId="ADAL" clId="{20734E0D-FF75-44B1-9DFF-D19DBB4D069A}" dt="2026-07-29T16:07:39.841" v="85" actId="1037"/>
          <ac:grpSpMkLst>
            <pc:docMk/>
            <pc:sldMk cId="0" sldId="256"/>
            <ac:grpSpMk id="9" creationId="{ABB4734F-A010-4DD1-E3B6-D8DFED783F74}"/>
          </ac:grpSpMkLst>
        </pc:grpChg>
        <pc:picChg chg="mod">
          <ac:chgData name="Rodrigue YENGO" userId="9019d928-c12d-48de-bdb2-52a833805ac2" providerId="ADAL" clId="{20734E0D-FF75-44B1-9DFF-D19DBB4D069A}" dt="2026-07-29T15:08:41.583" v="2"/>
          <ac:picMkLst>
            <pc:docMk/>
            <pc:sldMk cId="0" sldId="256"/>
            <ac:picMk id="10" creationId="{F4F67170-E02C-E22D-3047-75465BAAF799}"/>
          </ac:picMkLst>
        </pc:picChg>
        <pc:picChg chg="mod">
          <ac:chgData name="Rodrigue YENGO" userId="9019d928-c12d-48de-bdb2-52a833805ac2" providerId="ADAL" clId="{20734E0D-FF75-44B1-9DFF-D19DBB4D069A}" dt="2026-07-29T15:08:41.583" v="2"/>
          <ac:picMkLst>
            <pc:docMk/>
            <pc:sldMk cId="0" sldId="256"/>
            <ac:picMk id="11" creationId="{7CD4E2A9-0450-528B-9626-9530D34C8291}"/>
          </ac:picMkLst>
        </pc:picChg>
        <pc:picChg chg="mod">
          <ac:chgData name="Rodrigue YENGO" userId="9019d928-c12d-48de-bdb2-52a833805ac2" providerId="ADAL" clId="{20734E0D-FF75-44B1-9DFF-D19DBB4D069A}" dt="2026-07-29T15:08:41.583" v="2"/>
          <ac:picMkLst>
            <pc:docMk/>
            <pc:sldMk cId="0" sldId="256"/>
            <ac:picMk id="12" creationId="{234F376B-0FF5-E93E-01DB-16EA74795CBB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1:25.637" v="56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5:11:02.907" v="53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1:22.888" v="55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72" v="11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70" v="10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77" v="12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80" v="13" actId="27636"/>
          <ac:spMkLst>
            <pc:docMk/>
            <pc:sldMk cId="0" sldId="257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1:25.637" v="56" actId="478"/>
          <ac:picMkLst>
            <pc:docMk/>
            <pc:sldMk cId="0" sldId="257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2:10.977" v="59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5:12:04.698" v="57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2:07.689" v="5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13" v="23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10" v="22" actId="276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94" v="14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01" v="17" actId="276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08" v="21" actId="276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05" v="19" actId="276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07" v="20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03" v="18" actId="276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896" v="15" actId="27636"/>
          <ac:spMkLst>
            <pc:docMk/>
            <pc:sldMk cId="0" sldId="258"/>
            <ac:spMk id="1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2:10.977" v="59" actId="478"/>
          <ac:picMkLst>
            <pc:docMk/>
            <pc:sldMk cId="0" sldId="258"/>
            <ac:picMk id="20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2:21.284" v="62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5:12:16.060" v="60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2:18.412" v="61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31" v="26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27" v="25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33" v="27" actId="27636"/>
          <ac:spMkLst>
            <pc:docMk/>
            <pc:sldMk cId="0" sldId="259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2:21.284" v="62" actId="478"/>
          <ac:picMkLst>
            <pc:docMk/>
            <pc:sldMk cId="0" sldId="259"/>
            <ac:picMk id="9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2:27.741" v="64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5:12:24.853" v="63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2:27.741" v="64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46" v="28" actId="27636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Rodrigue YENGO" userId="9019d928-c12d-48de-bdb2-52a833805ac2" providerId="ADAL" clId="{20734E0D-FF75-44B1-9DFF-D19DBB4D069A}" dt="2026-07-29T15:12:38.395" v="67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5:12:31.687" v="65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2:33.990" v="66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65" v="30" actId="27636"/>
          <ac:spMkLst>
            <pc:docMk/>
            <pc:sldMk cId="0" sldId="261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2:38.395" v="67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3:04.429" v="70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5:12:59.011" v="68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5:13:01.415" v="69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1.989" v="33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5:13:04.429" v="70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5:13:08.099" v="71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5:13:08.099" v="71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2.004" v="34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08:42.008" v="35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9T17:10:27.476" v="86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6:07:27.308" v="72" actId="22"/>
          <ac:picMkLst>
            <pc:docMk/>
            <pc:sldMasterMk cId="0" sldId="2147483648"/>
            <ac:picMk id="3" creationId="{C6CA9CF4-B0DD-DD28-E1A3-05CB8F4CA08D}"/>
          </ac:picMkLst>
        </pc:picChg>
        <pc:picChg chg="add">
          <ac:chgData name="Rodrigue YENGO" userId="9019d928-c12d-48de-bdb2-52a833805ac2" providerId="ADAL" clId="{20734E0D-FF75-44B1-9DFF-D19DBB4D069A}" dt="2026-07-29T17:10:27.476" v="86" actId="22"/>
          <ac:picMkLst>
            <pc:docMk/>
            <pc:sldMasterMk cId="0" sldId="2147483648"/>
            <ac:picMk id="4" creationId="{F32FB45C-B54B-D559-3879-05DA9A00A9E9}"/>
          </ac:picMkLst>
        </pc:picChg>
        <pc:sldLayoutChg chg="addSp modSp mod setBg">
          <pc:chgData name="Rodrigue YENGO" userId="9019d928-c12d-48de-bdb2-52a833805ac2" providerId="ADAL" clId="{20734E0D-FF75-44B1-9DFF-D19DBB4D069A}" dt="2026-07-29T15:11:10.404" v="54" actId="22"/>
          <pc:sldLayoutMkLst>
            <pc:docMk/>
            <pc:sldMasterMk cId="0" sldId="2147483648"/>
            <pc:sldLayoutMk cId="0" sldId="2147483649"/>
          </pc:sldLayoutMkLst>
          <pc:spChg chg="add mod">
            <ac:chgData name="Rodrigue YENGO" userId="9019d928-c12d-48de-bdb2-52a833805ac2" providerId="ADAL" clId="{20734E0D-FF75-44B1-9DFF-D19DBB4D069A}" dt="2026-07-29T15:10:19.100" v="50" actId="14100"/>
            <ac:spMkLst>
              <pc:docMk/>
              <pc:sldMasterMk cId="0" sldId="2147483648"/>
              <pc:sldLayoutMk cId="0" sldId="2147483649"/>
              <ac:spMk id="3" creationId="{E3503657-28BF-9D23-3552-34962338A3A8}"/>
            </ac:spMkLst>
          </pc:spChg>
          <pc:spChg chg="add mod">
            <ac:chgData name="Rodrigue YENGO" userId="9019d928-c12d-48de-bdb2-52a833805ac2" providerId="ADAL" clId="{20734E0D-FF75-44B1-9DFF-D19DBB4D069A}" dt="2026-07-29T15:10:19.100" v="50" actId="14100"/>
            <ac:spMkLst>
              <pc:docMk/>
              <pc:sldMasterMk cId="0" sldId="2147483648"/>
              <pc:sldLayoutMk cId="0" sldId="2147483649"/>
              <ac:spMk id="5" creationId="{3B09EC08-6F72-EBE0-AC07-2BCF89AC3C96}"/>
            </ac:spMkLst>
          </pc:spChg>
          <pc:spChg chg="add mod">
            <ac:chgData name="Rodrigue YENGO" userId="9019d928-c12d-48de-bdb2-52a833805ac2" providerId="ADAL" clId="{20734E0D-FF75-44B1-9DFF-D19DBB4D069A}" dt="2026-07-29T15:10:19.100" v="50" actId="14100"/>
            <ac:spMkLst>
              <pc:docMk/>
              <pc:sldMasterMk cId="0" sldId="2147483648"/>
              <pc:sldLayoutMk cId="0" sldId="2147483649"/>
              <ac:spMk id="7" creationId="{490629F7-481A-AF24-992E-DE402458105B}"/>
            </ac:spMkLst>
          </pc:spChg>
          <pc:spChg chg="add">
            <ac:chgData name="Rodrigue YENGO" userId="9019d928-c12d-48de-bdb2-52a833805ac2" providerId="ADAL" clId="{20734E0D-FF75-44B1-9DFF-D19DBB4D069A}" dt="2026-07-29T15:11:10.404" v="54" actId="22"/>
            <ac:spMkLst>
              <pc:docMk/>
              <pc:sldMasterMk cId="0" sldId="2147483648"/>
              <pc:sldLayoutMk cId="0" sldId="2147483649"/>
              <ac:spMk id="9" creationId="{BDE53607-ADB2-7489-5FEB-CCCF46EB9726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2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assistant qui répond en langage naturel, mais uniquement à partir du vrai catalogue AdventureWorks Commerce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sp_invoke_external_rest_endpoint appelle Azure OpenAI avec des identifiants délimités à la base, sans secret exposé.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slide de conviction du module : hallucination vs réponse vérifiable.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3503657-28BF-9D23-3552-34962338A3A8}"/>
              </a:ext>
            </a:extLst>
          </p:cNvPr>
          <p:cNvSpPr/>
          <p:nvPr userDrawn="1"/>
        </p:nvSpPr>
        <p:spPr>
          <a:xfrm>
            <a:off x="1143000" y="685650"/>
            <a:ext cx="4600441" cy="404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3 · MODULE 11 · 13:00 – 14:45</a:t>
            </a:r>
            <a:endParaRPr lang="en-US" sz="14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3B09EC08-6F72-EBE0-AC07-2BCF89AC3C96}"/>
              </a:ext>
            </a:extLst>
          </p:cNvPr>
          <p:cNvSpPr/>
          <p:nvPr userDrawn="1"/>
        </p:nvSpPr>
        <p:spPr>
          <a:xfrm>
            <a:off x="1143000" y="9296399"/>
            <a:ext cx="3245078" cy="404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90629F7-481A-AF24-992E-DE402458105B}"/>
              </a:ext>
            </a:extLst>
          </p:cNvPr>
          <p:cNvSpPr/>
          <p:nvPr userDrawn="1"/>
        </p:nvSpPr>
        <p:spPr>
          <a:xfrm>
            <a:off x="4496395" y="9296399"/>
            <a:ext cx="2313072" cy="404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BDE53607-ADB2-7489-5FEB-CCCF46EB9726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CA9CF4-B0DD-DD28-E1A3-05CB8F4CA0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32FB45C-B54B-D559-3879-05DA9A00A9E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1" y="3688110"/>
            <a:ext cx="10550478" cy="188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: </a:t>
            </a:r>
          </a:p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287214" y="6556995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sp_invoke_external_rest_endpoint, conversion JSON, appels LLM et extraction des réponses.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ABB4734F-A010-4DD1-E3B6-D8DFED783F74}"/>
              </a:ext>
            </a:extLst>
          </p:cNvPr>
          <p:cNvGrpSpPr/>
          <p:nvPr/>
        </p:nvGrpSpPr>
        <p:grpSpPr>
          <a:xfrm>
            <a:off x="10673976" y="561196"/>
            <a:ext cx="6990490" cy="8735204"/>
            <a:chOff x="11002220" y="561196"/>
            <a:chExt cx="6990490" cy="8735204"/>
          </a:xfrm>
        </p:grpSpPr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F4F67170-E02C-E22D-3047-75465BAAF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7CD4E2A9-0450-528B-9626-9530D34C8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34F376B-0FF5-E93E-01DB-16EA74795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339325ED-D5D3-D3DE-2C88-3D62C0C317A6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6E0D402C-51BA-8D57-FFC0-2B2FCED09DF6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RAG plutôt qu'un LLM seul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problème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LLM sans contexte invente des produits ou des prix quand il ne sait pas — l'hallucination.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réglage fin coûte cher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Ré-entraîner un modèle à chaque changement de catalogue n'est ni rapide ni flexible.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 RAG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Récupérer les données réelles au moment de la question, puis les injecter dans le prompt.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Préparer le contexte et appeler le modèle</a:t>
            </a:r>
            <a:endParaRPr lang="en-US" sz="4350" dirty="0"/>
          </a:p>
        </p:txBody>
      </p:sp>
      <p:sp>
        <p:nvSpPr>
          <p:cNvPr id="5" name="Shape 3"/>
          <p:cNvSpPr/>
          <p:nvPr/>
        </p:nvSpPr>
        <p:spPr>
          <a:xfrm>
            <a:off x="1143000" y="3248918"/>
            <a:ext cx="2654945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419225" y="3563243"/>
            <a:ext cx="2312744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Incorporer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19225" y="3935760"/>
            <a:ext cx="217869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la question en vecteur.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064645" y="3248918"/>
            <a:ext cx="2723704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340870" y="3563243"/>
            <a:ext cx="2388379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Rechercher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340870" y="3935760"/>
            <a:ext cx="2247454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VECTOR_DISTANCE sur le catalogue.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055048" y="3248918"/>
            <a:ext cx="2655094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31273" y="3563243"/>
            <a:ext cx="2312908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Composer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331273" y="3935760"/>
            <a:ext cx="2178844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JSON (FOR JSON PATH) + question.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76842" y="3248918"/>
            <a:ext cx="4246364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253067" y="3563243"/>
            <a:ext cx="4063305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Appeler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253067" y="3935760"/>
            <a:ext cx="406330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sp_invoke_external_rest_endpoint.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4489906" y="3248918"/>
            <a:ext cx="2654945" cy="1961108"/>
          </a:xfrm>
          <a:prstGeom prst="roundRect">
            <a:avLst>
              <a:gd name="adj" fmla="val 3886"/>
            </a:avLst>
          </a:prstGeom>
          <a:solidFill>
            <a:srgbClr val="232532"/>
          </a:solidFill>
          <a:ln w="9525">
            <a:solidFill>
              <a:srgbClr val="595D6C"/>
            </a:solidFill>
            <a:prstDash val="solid"/>
          </a:ln>
          <a:effectLst>
            <a:outerShdw blurRad="101600" dist="50800" dir="16200000" algn="bl" rotWithShape="0">
              <a:srgbClr val="3F424D">
                <a:alpha val="10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4766131" y="3563243"/>
            <a:ext cx="2312744" cy="31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3935"/>
              </a:lnSpc>
              <a:buNone/>
            </a:pPr>
            <a:r>
              <a:rPr lang="en-US" sz="1950" kern="0" spc="-29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Extraire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766131" y="3935760"/>
            <a:ext cx="217869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réponse texte du LLM.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et sans ancrage sur les données réelles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seul, sans contexte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recommande le modèle XR-500 à 1290 € » — produit inventé, prix inventé : une hallucination plausible mais fausse.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838200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usp_AskProductAssistant (RAG)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8486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un produit réellement présent dans SalesLT.Product, avec son vrai ListPrice — vérifiable en base à tout moment.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assistant qui ne ment pas sur le catalogue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39814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Démo en direct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3764161"/>
            <a:ext cx="3728085" cy="805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vectorielle → contexte JSON → appel LLM.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5198745" y="3248918"/>
            <a:ext cx="12022455" cy="1854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le modèle externe AzureOpenAIChat.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usp_AskProductAssistant : recherche vectorielle → contexte JSON → appel LLM.</a:t>
            </a:r>
            <a:endParaRPr lang="en-US" sz="1950" dirty="0"/>
          </a:p>
          <a:p>
            <a:pPr marL="0" indent="0" algn="l">
              <a:lnSpc>
                <a:spcPct val="121613"/>
              </a:lnSpc>
              <a:buNone/>
            </a:pPr>
            <a:r>
              <a:rPr lang="en-US" sz="1950" dirty="0">
                <a:solidFill>
                  <a:srgbClr val="E4E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Poser : « Quel vélo de route recommandez-vous sous 1500 € ? » et vérifier la réponse contre le catalogue réel.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7602200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 est l'avantage principal du RAG par rapport au réglage fin (fine-tuning) d'un modèle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2739479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2863304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produit toujours des réponses plus rapides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466207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3590032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ne nécessite aucune ressource Azure OpenAI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192935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31676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ancre les réponses sur des données réelles et à jour, sans ré-entraîner le modèle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491966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04348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élimine tout risque d'erreur du modèle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ancre le LLM sur des données réelles récupérées à l'instant 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JSON PATH structure le contexte envoyé au modèle.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sp_invoke_external_rest_endpoint appelle le LLM sans exposer de secret.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ancrer le prompt système pour éviter l'hallucination.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225486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DERNIER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8544565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d'usage intégré &amp; révision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de bout en bout, révision par zone d'étude et préparation à l'examen.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8A72CA4-9853-44BE-BDEF-970B7EE79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397BC1-CB93-4452-BE8E-B29D6CE5F734}"/>
</file>

<file path=customXml/itemProps3.xml><?xml version="1.0" encoding="utf-8"?>
<ds:datastoreItem xmlns:ds="http://schemas.openxmlformats.org/officeDocument/2006/customXml" ds:itemID="{92BE9585-D849-4BE8-A752-DAA9A8CEBCB4}">
  <ds:schemaRefs>
    <ds:schemaRef ds:uri="http://schemas.microsoft.com/office/2006/metadata/properties"/>
    <ds:schemaRef ds:uri="http://schemas.microsoft.com/office/infopath/2007/PartnerControls"/>
    <ds:schemaRef ds:uri="33363a87-7e43-46da-9332-4c6d176b06e4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d9df9240-fc95-4deb-9c9d-de700c44a7a7"/>
    <ds:schemaRef ds:uri="http://www.w3.org/XML/1998/namespace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480</Words>
  <Application>Microsoft Office PowerPoint</Application>
  <PresentationFormat>Personnalisé</PresentationFormat>
  <Paragraphs>60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2026-07-28T14:39:29Z</dcterms:created>
  <dcterms:modified xsi:type="dcterms:W3CDTF">2026-07-29T17:10:31Z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