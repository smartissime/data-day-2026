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2C474-160A-41B7-8F2C-3101B96A6960}" v="5" dt="2026-07-29T16:10:11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modSld modMainMaster">
      <pc:chgData name="Rodrigue YENGO" userId="9019d928-c12d-48de-bdb2-52a833805ac2" providerId="ADAL" clId="{20734E0D-FF75-44B1-9DFF-D19DBB4D069A}" dt="2026-07-29T17:08:35.510" v="105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5:56:27.389" v="102" actId="1076"/>
        <pc:sldMkLst>
          <pc:docMk/>
          <pc:sldMk cId="0" sldId="256"/>
        </pc:sldMkLst>
        <pc:spChg chg="del">
          <ac:chgData name="Rodrigue YENGO" userId="9019d928-c12d-48de-bdb2-52a833805ac2" providerId="ADAL" clId="{20734E0D-FF75-44B1-9DFF-D19DBB4D069A}" dt="2026-07-29T14:43:28.409" v="0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4:40.040" v="38" actId="21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6:18.308" v="99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6:27.389" v="102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4:40.040" v="38" actId="21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4:00.307" v="36" actId="255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4:40.040" v="38" actId="21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6:22.204" v="101" actId="207"/>
          <ac:spMkLst>
            <pc:docMk/>
            <pc:sldMk cId="0" sldId="256"/>
            <ac:spMk id="9" creationId="{3646F030-8174-F159-2F44-505C50DF7AD1}"/>
          </ac:spMkLst>
        </pc:spChg>
        <pc:spChg chg="mod">
          <ac:chgData name="Rodrigue YENGO" userId="9019d928-c12d-48de-bdb2-52a833805ac2" providerId="ADAL" clId="{20734E0D-FF75-44B1-9DFF-D19DBB4D069A}" dt="2026-07-29T15:56:22.204" v="101" actId="207"/>
          <ac:spMkLst>
            <pc:docMk/>
            <pc:sldMk cId="0" sldId="256"/>
            <ac:spMk id="10" creationId="{306255FB-7451-748F-9A89-8F6A9BE028EB}"/>
          </ac:spMkLst>
        </pc:spChg>
        <pc:grpChg chg="add mod">
          <ac:chgData name="Rodrigue YENGO" userId="9019d928-c12d-48de-bdb2-52a833805ac2" providerId="ADAL" clId="{20734E0D-FF75-44B1-9DFF-D19DBB4D069A}" dt="2026-07-29T15:56:20.015" v="100"/>
          <ac:grpSpMkLst>
            <pc:docMk/>
            <pc:sldMk cId="0" sldId="256"/>
            <ac:grpSpMk id="2" creationId="{F4E256F4-5CD3-ABEC-1520-F1FC96CCDCA9}"/>
          </ac:grpSpMkLst>
        </pc:grpChg>
        <pc:picChg chg="mod">
          <ac:chgData name="Rodrigue YENGO" userId="9019d928-c12d-48de-bdb2-52a833805ac2" providerId="ADAL" clId="{20734E0D-FF75-44B1-9DFF-D19DBB4D069A}" dt="2026-07-29T15:56:20.015" v="100"/>
          <ac:picMkLst>
            <pc:docMk/>
            <pc:sldMk cId="0" sldId="256"/>
            <ac:picMk id="3" creationId="{05220EDB-1246-8069-BCF2-364351C65790}"/>
          </ac:picMkLst>
        </pc:picChg>
        <pc:picChg chg="mod">
          <ac:chgData name="Rodrigue YENGO" userId="9019d928-c12d-48de-bdb2-52a833805ac2" providerId="ADAL" clId="{20734E0D-FF75-44B1-9DFF-D19DBB4D069A}" dt="2026-07-29T15:56:20.015" v="100"/>
          <ac:picMkLst>
            <pc:docMk/>
            <pc:sldMk cId="0" sldId="256"/>
            <ac:picMk id="6" creationId="{E1F05083-6492-192C-D8A8-2BF045F3FF2B}"/>
          </ac:picMkLst>
        </pc:picChg>
        <pc:picChg chg="mod">
          <ac:chgData name="Rodrigue YENGO" userId="9019d928-c12d-48de-bdb2-52a833805ac2" providerId="ADAL" clId="{20734E0D-FF75-44B1-9DFF-D19DBB4D069A}" dt="2026-07-29T15:56:20.015" v="100"/>
          <ac:picMkLst>
            <pc:docMk/>
            <pc:sldMk cId="0" sldId="256"/>
            <ac:picMk id="8" creationId="{1EF667DC-B418-5A3C-3FAF-4B985F4A56D8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47:12.715" v="56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4:47:06.552" v="54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7:09.115" v="55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47" v="8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44" v="7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56" v="11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50" v="9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59" v="12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47:12.715" v="56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47:17.043" v="57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4:45:46.977" v="44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5:50.725" v="4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76" v="19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62" v="13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78" v="20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67" v="15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80" v="21" actId="276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70" v="16" actId="276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71" v="17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73" v="18" actId="27636"/>
          <ac:spMkLst>
            <pc:docMk/>
            <pc:sldMk cId="0" sldId="258"/>
            <ac:spMk id="16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47:17.043" v="57" actId="478"/>
          <ac:picMkLst>
            <pc:docMk/>
            <pc:sldMk cId="0" sldId="258"/>
            <ac:picMk id="17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47:21.338" v="58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4:45:57.186" v="46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5:31.089" v="41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90" v="24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94" v="25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884" v="22" actId="27636"/>
          <ac:spMkLst>
            <pc:docMk/>
            <pc:sldMk cId="0" sldId="259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47:21.338" v="58" actId="478"/>
          <ac:picMkLst>
            <pc:docMk/>
            <pc:sldMk cId="0" sldId="259"/>
            <ac:picMk id="9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46:19.929" v="48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4:46:17.078" v="47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6:19.929" v="4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901" v="26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4:46:37.617" v="51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4:46:24.324" v="49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6:26.801" v="5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909" v="28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913" v="29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46:37.617" v="51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46:48.254" v="53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4:46:44.667" v="52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924" v="31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927" v="32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46:48.254" v="53" actId="478"/>
          <ac:picMkLst>
            <pc:docMk/>
            <pc:sldMk cId="0" sldId="262"/>
            <ac:picMk id="6" creationId="{00000000-0000-0000-0000-000000000000}"/>
          </ac:picMkLst>
        </pc:picChg>
      </pc:sldChg>
      <pc:sldChg chg="modSp mod">
        <pc:chgData name="Rodrigue YENGO" userId="9019d928-c12d-48de-bdb2-52a833805ac2" providerId="ADAL" clId="{20734E0D-FF75-44B1-9DFF-D19DBB4D069A}" dt="2026-07-29T14:43:41.932" v="34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9T14:43:41.932" v="34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3:41.929" v="33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mod addSldLayout modSldLayout">
        <pc:chgData name="Rodrigue YENGO" userId="9019d928-c12d-48de-bdb2-52a833805ac2" providerId="ADAL" clId="{20734E0D-FF75-44B1-9DFF-D19DBB4D069A}" dt="2026-07-29T17:08:35.510" v="105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9T15:50:30.531" v="94" actId="22"/>
          <ac:picMkLst>
            <pc:docMk/>
            <pc:sldMasterMk cId="0" sldId="2147483648"/>
            <ac:picMk id="3" creationId="{4B87DF53-801F-E7E7-600C-29C4EC468684}"/>
          </ac:picMkLst>
        </pc:picChg>
        <pc:picChg chg="add">
          <ac:chgData name="Rodrigue YENGO" userId="9019d928-c12d-48de-bdb2-52a833805ac2" providerId="ADAL" clId="{20734E0D-FF75-44B1-9DFF-D19DBB4D069A}" dt="2026-07-29T17:08:35.510" v="105" actId="22"/>
          <ac:picMkLst>
            <pc:docMk/>
            <pc:sldMasterMk cId="0" sldId="2147483648"/>
            <ac:picMk id="4" creationId="{C4441B50-1F42-5EE2-85F9-E2B9C8FDB1B9}"/>
          </ac:picMkLst>
        </pc:picChg>
        <pc:sldLayoutChg chg="addSp delSp modSp mod setBg">
          <pc:chgData name="Rodrigue YENGO" userId="9019d928-c12d-48de-bdb2-52a833805ac2" providerId="ADAL" clId="{20734E0D-FF75-44B1-9DFF-D19DBB4D069A}" dt="2026-07-29T17:08:32.913" v="104" actId="22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9T14:43:43.029" v="35" actId="22"/>
            <ac:spMkLst>
              <pc:docMk/>
              <pc:sldMasterMk cId="0" sldId="2147483648"/>
              <pc:sldLayoutMk cId="0" sldId="2147483649"/>
              <ac:spMk id="3" creationId="{040A75DB-09CC-D9ED-B0F9-591A4DCB4534}"/>
            </ac:spMkLst>
          </pc:spChg>
          <pc:spChg chg="add mod">
            <ac:chgData name="Rodrigue YENGO" userId="9019d928-c12d-48de-bdb2-52a833805ac2" providerId="ADAL" clId="{20734E0D-FF75-44B1-9DFF-D19DBB4D069A}" dt="2026-07-29T14:44:56.829" v="40" actId="14100"/>
            <ac:spMkLst>
              <pc:docMk/>
              <pc:sldMasterMk cId="0" sldId="2147483648"/>
              <pc:sldLayoutMk cId="0" sldId="2147483649"/>
              <ac:spMk id="5" creationId="{5B8B5AFA-6B75-C5C3-F5F8-18EA9CE38FEE}"/>
            </ac:spMkLst>
          </pc:spChg>
          <pc:spChg chg="add mod">
            <ac:chgData name="Rodrigue YENGO" userId="9019d928-c12d-48de-bdb2-52a833805ac2" providerId="ADAL" clId="{20734E0D-FF75-44B1-9DFF-D19DBB4D069A}" dt="2026-07-29T14:44:56.829" v="40" actId="14100"/>
            <ac:spMkLst>
              <pc:docMk/>
              <pc:sldMasterMk cId="0" sldId="2147483648"/>
              <pc:sldLayoutMk cId="0" sldId="2147483649"/>
              <ac:spMk id="7" creationId="{DC4E2186-0714-56D8-08BD-38082505A4E5}"/>
            </ac:spMkLst>
          </pc:spChg>
          <pc:spChg chg="add mod">
            <ac:chgData name="Rodrigue YENGO" userId="9019d928-c12d-48de-bdb2-52a833805ac2" providerId="ADAL" clId="{20734E0D-FF75-44B1-9DFF-D19DBB4D069A}" dt="2026-07-29T14:44:56.829" v="40" actId="14100"/>
            <ac:spMkLst>
              <pc:docMk/>
              <pc:sldMasterMk cId="0" sldId="2147483648"/>
              <pc:sldLayoutMk cId="0" sldId="2147483649"/>
              <ac:spMk id="9" creationId="{3BC53F9F-B3EB-03ED-25D4-212F43C2A332}"/>
            </ac:spMkLst>
          </pc:spChg>
          <pc:picChg chg="add del">
            <ac:chgData name="Rodrigue YENGO" userId="9019d928-c12d-48de-bdb2-52a833805ac2" providerId="ADAL" clId="{20734E0D-FF75-44B1-9DFF-D19DBB4D069A}" dt="2026-07-29T17:08:32.913" v="104" actId="22"/>
            <ac:picMkLst>
              <pc:docMk/>
              <pc:sldMasterMk cId="0" sldId="2147483648"/>
              <pc:sldLayoutMk cId="0" sldId="2147483649"/>
              <ac:picMk id="4" creationId="{ACD9638C-19DC-AAC8-3A60-1C5D2CB83889}"/>
            </ac:picMkLst>
          </pc:picChg>
        </pc:sldLayoutChg>
        <pc:sldLayoutChg chg="addSp delSp modSp add mod modTransition">
          <pc:chgData name="Rodrigue YENGO" userId="9019d928-c12d-48de-bdb2-52a833805ac2" providerId="ADAL" clId="{20734E0D-FF75-44B1-9DFF-D19DBB4D069A}" dt="2026-07-29T15:50:27.563" v="93" actId="478"/>
          <pc:sldLayoutMkLst>
            <pc:docMk/>
            <pc:sldMasterMk cId="0" sldId="2147483648"/>
            <pc:sldLayoutMk cId="2280806262" sldId="2147483650"/>
          </pc:sldLayoutMkLst>
          <pc:spChg chg="mod">
            <ac:chgData name="Rodrigue YENGO" userId="9019d928-c12d-48de-bdb2-52a833805ac2" providerId="ADAL" clId="{20734E0D-FF75-44B1-9DFF-D19DBB4D069A}" dt="2026-07-29T15:49:37.797" v="60"/>
            <ac:spMkLst>
              <pc:docMk/>
              <pc:sldMasterMk cId="0" sldId="2147483648"/>
              <pc:sldLayoutMk cId="2280806262" sldId="2147483650"/>
              <ac:spMk id="10" creationId="{669A9109-9AB4-EB32-DD2F-1F3FBC75C5C5}"/>
            </ac:spMkLst>
          </pc:spChg>
          <pc:spChg chg="mod">
            <ac:chgData name="Rodrigue YENGO" userId="9019d928-c12d-48de-bdb2-52a833805ac2" providerId="ADAL" clId="{20734E0D-FF75-44B1-9DFF-D19DBB4D069A}" dt="2026-07-29T15:49:37.797" v="60"/>
            <ac:spMkLst>
              <pc:docMk/>
              <pc:sldMasterMk cId="0" sldId="2147483648"/>
              <pc:sldLayoutMk cId="2280806262" sldId="2147483650"/>
              <ac:spMk id="11" creationId="{05073D5B-E0F1-54B7-8172-1E46104F522A}"/>
            </ac:spMkLst>
          </pc:spChg>
          <pc:grpChg chg="add mod">
            <ac:chgData name="Rodrigue YENGO" userId="9019d928-c12d-48de-bdb2-52a833805ac2" providerId="ADAL" clId="{20734E0D-FF75-44B1-9DFF-D19DBB4D069A}" dt="2026-07-29T15:49:45.745" v="91" actId="1037"/>
            <ac:grpSpMkLst>
              <pc:docMk/>
              <pc:sldMasterMk cId="0" sldId="2147483648"/>
              <pc:sldLayoutMk cId="2280806262" sldId="2147483650"/>
              <ac:grpSpMk id="2" creationId="{5CF0ED69-8A82-4B2F-855B-7E2EAF9BAE8F}"/>
            </ac:grpSpMkLst>
          </pc:grpChg>
          <pc:picChg chg="mod">
            <ac:chgData name="Rodrigue YENGO" userId="9019d928-c12d-48de-bdb2-52a833805ac2" providerId="ADAL" clId="{20734E0D-FF75-44B1-9DFF-D19DBB4D069A}" dt="2026-07-29T15:49:37.797" v="60"/>
            <ac:picMkLst>
              <pc:docMk/>
              <pc:sldMasterMk cId="0" sldId="2147483648"/>
              <pc:sldLayoutMk cId="2280806262" sldId="2147483650"/>
              <ac:picMk id="4" creationId="{31D81296-5F7C-1076-2B2F-AA2F33FF3060}"/>
            </ac:picMkLst>
          </pc:picChg>
          <pc:picChg chg="mod">
            <ac:chgData name="Rodrigue YENGO" userId="9019d928-c12d-48de-bdb2-52a833805ac2" providerId="ADAL" clId="{20734E0D-FF75-44B1-9DFF-D19DBB4D069A}" dt="2026-07-29T15:49:37.797" v="60"/>
            <ac:picMkLst>
              <pc:docMk/>
              <pc:sldMasterMk cId="0" sldId="2147483648"/>
              <pc:sldLayoutMk cId="2280806262" sldId="2147483650"/>
              <ac:picMk id="6" creationId="{FF5D5CD4-DE7B-2456-E8D4-7BCE9D2AF946}"/>
            </ac:picMkLst>
          </pc:picChg>
          <pc:picChg chg="mod">
            <ac:chgData name="Rodrigue YENGO" userId="9019d928-c12d-48de-bdb2-52a833805ac2" providerId="ADAL" clId="{20734E0D-FF75-44B1-9DFF-D19DBB4D069A}" dt="2026-07-29T15:49:37.797" v="60"/>
            <ac:picMkLst>
              <pc:docMk/>
              <pc:sldMasterMk cId="0" sldId="2147483648"/>
              <pc:sldLayoutMk cId="2280806262" sldId="2147483650"/>
              <ac:picMk id="8" creationId="{6F0653F2-4772-3897-88B8-8B30BBFD5352}"/>
            </ac:picMkLst>
          </pc:picChg>
          <pc:picChg chg="add del">
            <ac:chgData name="Rodrigue YENGO" userId="9019d928-c12d-48de-bdb2-52a833805ac2" providerId="ADAL" clId="{20734E0D-FF75-44B1-9DFF-D19DBB4D069A}" dt="2026-07-29T15:50:27.563" v="93" actId="478"/>
            <ac:picMkLst>
              <pc:docMk/>
              <pc:sldMasterMk cId="0" sldId="2147483648"/>
              <pc:sldLayoutMk cId="2280806262" sldId="2147483650"/>
              <ac:picMk id="13" creationId="{670E946E-ABA6-9CFE-E735-6816FA580D1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53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mesure avant d'optimiser : trouver la requête lente, comprendre son plan, puis agir avec un index ciblé.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verrouille Product puis attend SalesOrderHeader tenu par B ; B attend Product → cycle fermé, interblocage détecté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0A75DB-09CC-D9ED-B0F9-591A4DCB4534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8B5AFA-6B75-C5C3-F5F8-18EA9CE38FEE}"/>
              </a:ext>
            </a:extLst>
          </p:cNvPr>
          <p:cNvSpPr/>
          <p:nvPr userDrawn="1"/>
        </p:nvSpPr>
        <p:spPr>
          <a:xfrm>
            <a:off x="1143000" y="685650"/>
            <a:ext cx="4437221" cy="36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MODULE 6 · 10:55 – 12:00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C4E2186-0714-56D8-08BD-38082505A4E5}"/>
              </a:ext>
            </a:extLst>
          </p:cNvPr>
          <p:cNvSpPr/>
          <p:nvPr userDrawn="1"/>
        </p:nvSpPr>
        <p:spPr>
          <a:xfrm>
            <a:off x="1143000" y="9296399"/>
            <a:ext cx="3245078" cy="36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BC53F9F-B3EB-03ED-25D4-212F43C2A332}"/>
              </a:ext>
            </a:extLst>
          </p:cNvPr>
          <p:cNvSpPr/>
          <p:nvPr userDrawn="1"/>
        </p:nvSpPr>
        <p:spPr>
          <a:xfrm>
            <a:off x="4496395" y="9296399"/>
            <a:ext cx="2313072" cy="36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0A75DB-09CC-D9ED-B0F9-591A4DCB4534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8B5AFA-6B75-C5C3-F5F8-18EA9CE38FEE}"/>
              </a:ext>
            </a:extLst>
          </p:cNvPr>
          <p:cNvSpPr/>
          <p:nvPr userDrawn="1"/>
        </p:nvSpPr>
        <p:spPr>
          <a:xfrm>
            <a:off x="1143000" y="685650"/>
            <a:ext cx="4437221" cy="36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MODULE 6 · 10:55 – 12:00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C4E2186-0714-56D8-08BD-38082505A4E5}"/>
              </a:ext>
            </a:extLst>
          </p:cNvPr>
          <p:cNvSpPr/>
          <p:nvPr userDrawn="1"/>
        </p:nvSpPr>
        <p:spPr>
          <a:xfrm>
            <a:off x="1143000" y="9296399"/>
            <a:ext cx="3245078" cy="36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BC53F9F-B3EB-03ED-25D4-212F43C2A332}"/>
              </a:ext>
            </a:extLst>
          </p:cNvPr>
          <p:cNvSpPr/>
          <p:nvPr userDrawn="1"/>
        </p:nvSpPr>
        <p:spPr>
          <a:xfrm>
            <a:off x="4496395" y="9296399"/>
            <a:ext cx="2313072" cy="36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CF0ED69-8A82-4B2F-855B-7E2EAF9BAE8F}"/>
              </a:ext>
            </a:extLst>
          </p:cNvPr>
          <p:cNvGrpSpPr/>
          <p:nvPr userDrawn="1"/>
        </p:nvGrpSpPr>
        <p:grpSpPr>
          <a:xfrm>
            <a:off x="10437080" y="561196"/>
            <a:ext cx="6990490" cy="8735204"/>
            <a:chOff x="11002220" y="561196"/>
            <a:chExt cx="6990490" cy="8735204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31D81296-5F7C-1076-2B2F-AA2F33FF3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FF5D5CD4-DE7B-2456-E8D4-7BCE9D2AF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6F0653F2-4772-3897-88B8-8B30BBFD5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669A9109-9AB4-EB32-DD2F-1F3FBC75C5C5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05073D5B-E0F1-54B7-8172-1E46104F522A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806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B87DF53-801F-E7E7-600C-29C4EC46868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4441B50-1F42-5EE2-85F9-E2B9C8FDB1B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1" y="3939480"/>
            <a:ext cx="8257442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des </a:t>
            </a:r>
          </a:p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6318537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d'exécution, DMV, Magasin des requêtes, verrouillages et blocages : mesurer avant d'optimiser.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4E256F4-5CD3-ABEC-1520-F1FC96CCDCA9}"/>
              </a:ext>
            </a:extLst>
          </p:cNvPr>
          <p:cNvGrpSpPr/>
          <p:nvPr/>
        </p:nvGrpSpPr>
        <p:grpSpPr>
          <a:xfrm>
            <a:off x="11002220" y="561196"/>
            <a:ext cx="6990490" cy="8735204"/>
            <a:chOff x="11002220" y="561196"/>
            <a:chExt cx="6990490" cy="8735204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05220EDB-1246-8069-BCF2-364351C65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E1F05083-6492-192C-D8A8-2BF045F3F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1EF667DC-B418-5A3C-3FAF-4B985F4A5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3646F030-8174-F159-2F44-505C50DF7AD1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06255FB-7451-748F-9A89-8F6A9BE028EB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outils de diagnostic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d'exécution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comment le moteur exécute la requête.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DMV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de gestion dynamique pour diagnostiquer.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Store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des plans et statistiques d'attente.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Verrouillages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Blocages et interblocages, détectés automatiquement.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Diagnostiquer une requête lente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3800475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3572828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Identifier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33454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Repérer la requête lente via le Magasin des requêtes.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10175" y="3248918"/>
            <a:ext cx="3800475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0" y="3563243"/>
            <a:ext cx="3572828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Analyser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86400" y="3935760"/>
            <a:ext cx="33454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Étudier le plan d'exécution réel.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77350" y="3248918"/>
            <a:ext cx="3800475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553575" y="3563243"/>
            <a:ext cx="3572828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Découvrir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53575" y="3935760"/>
            <a:ext cx="33454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les index manquants suggérés.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44525" y="3248918"/>
            <a:ext cx="3800475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620750" y="3563243"/>
            <a:ext cx="3572828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Mesurer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620750" y="3935760"/>
            <a:ext cx="33454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l'index et mesurer le gain réel.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Verrouillages, blocages et interblocages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Blocage simple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transaction attend qu'une autre libère son verrou. Se résorbe seul quand la transaction bloquante se termine — pas d'intervention nécessaire.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Interblocage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 circulaire entre deux sessions. Le moteur détecte le cycle et termine automatiquement la transaction la moins coûteuse à annuler.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Provoquer et résoudre un interblocage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 moteur choisir sa victime en direct.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496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Query Store et créer l'index IX_Product_Category_Price.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2 fenêtres, lancer les transactions croisées sur Product et SalesOrderHeader.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le moteur choisir automatiquement la victime de l'interblocage.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équipe a besoin d'une latence d'E/S très basse et d'un réplica en lecture seule gratuit pour ses rapports. Quel niveau de service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Usage général, calcul serverless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Hyperscale sans réplica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Business Critical avec réplica local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Blob distant standard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85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mesurer avant d'indexer : Query Store et plans d'exécution d'abord.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index inutile ralentit les écritures : cibler la vraie requête lente.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interblocage est une dépendance circulaire, résolue automatiquement par le moteur.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niveau de service se choisit selon la latence et les réplicas, pas seulement le budget.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8467457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&amp; projets SQL Database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schéma devient du code : versionné, testé et déployé automatiquement.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20C9FE-57BE-4A69-BF5D-744782BA978B}">
  <ds:schemaRefs>
    <ds:schemaRef ds:uri="33363a87-7e43-46da-9332-4c6d176b06e4"/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d9df9240-fc95-4deb-9c9d-de700c44a7a7"/>
  </ds:schemaRefs>
</ds:datastoreItem>
</file>

<file path=customXml/itemProps2.xml><?xml version="1.0" encoding="utf-8"?>
<ds:datastoreItem xmlns:ds="http://schemas.openxmlformats.org/officeDocument/2006/customXml" ds:itemID="{DA1514C6-C87D-41D4-B5CF-6084DFBC0B3D}"/>
</file>

<file path=customXml/itemProps3.xml><?xml version="1.0" encoding="utf-8"?>
<ds:datastoreItem xmlns:ds="http://schemas.openxmlformats.org/officeDocument/2006/customXml" ds:itemID="{18B573D0-4EB1-4844-A2D1-0025EF794E7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403</Words>
  <Application>Microsoft Office PowerPoint</Application>
  <PresentationFormat>Personnalisé</PresentationFormat>
  <Paragraphs>60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2026-07-28T14:30:09Z</dcterms:created>
  <dcterms:modified xsi:type="dcterms:W3CDTF">2026-07-29T17:08:43Z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