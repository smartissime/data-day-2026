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5F4AD-00C3-45A0-88B8-D156E238EAED}" v="2" dt="2026-07-28T13:35:18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7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14:00:46.479" v="40" actId="478"/>
      <pc:docMkLst>
        <pc:docMk/>
      </pc:docMkLst>
      <pc:sldChg chg="delSp modSp mod">
        <pc:chgData name="Rodrigue YENGO" userId="9019d928-c12d-48de-bdb2-52a833805ac2" providerId="ADAL" clId="{20734E0D-FF75-44B1-9DFF-D19DBB4D069A}" dt="2026-07-28T13:59:40.563" v="32" actId="478"/>
        <pc:sldMkLst>
          <pc:docMk/>
          <pc:sldMk cId="0" sldId="256"/>
        </pc:sldMkLst>
        <pc:spChg chg="del mod">
          <ac:chgData name="Rodrigue YENGO" userId="9019d928-c12d-48de-bdb2-52a833805ac2" providerId="ADAL" clId="{20734E0D-FF75-44B1-9DFF-D19DBB4D069A}" dt="2026-07-28T13:59:40.563" v="32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680" v="6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679" v="5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673" v="3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677" v="4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663" v="1" actId="27636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0:00.165" v="34" actId="478"/>
        <pc:sldMkLst>
          <pc:docMk/>
          <pc:sldMk cId="0" sldId="257"/>
        </pc:sldMkLst>
        <pc:spChg chg="del mod">
          <ac:chgData name="Rodrigue YENGO" userId="9019d928-c12d-48de-bdb2-52a833805ac2" providerId="ADAL" clId="{20734E0D-FF75-44B1-9DFF-D19DBB4D069A}" dt="2026-07-28T14:00:00.165" v="34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06" v="7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21" v="12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19" v="11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13" v="9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16" v="10" actId="27636"/>
          <ac:spMkLst>
            <pc:docMk/>
            <pc:sldMk cId="0" sldId="257"/>
            <ac:spMk id="11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0:07.458" v="35" actId="478"/>
        <pc:sldMkLst>
          <pc:docMk/>
          <pc:sldMk cId="0" sldId="258"/>
        </pc:sldMkLst>
        <pc:spChg chg="del mod">
          <ac:chgData name="Rodrigue YENGO" userId="9019d928-c12d-48de-bdb2-52a833805ac2" providerId="ADAL" clId="{20734E0D-FF75-44B1-9DFF-D19DBB4D069A}" dt="2026-07-28T14:00:07.458" v="35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38" v="13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50" v="17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44" v="15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48" v="16" actId="27636"/>
          <ac:spMkLst>
            <pc:docMk/>
            <pc:sldMk cId="0" sldId="258"/>
            <ac:spMk id="9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0:14.923" v="37" actId="478"/>
        <pc:sldMkLst>
          <pc:docMk/>
          <pc:sldMk cId="0" sldId="259"/>
        </pc:sldMkLst>
        <pc:spChg chg="del mod">
          <ac:chgData name="Rodrigue YENGO" userId="9019d928-c12d-48de-bdb2-52a833805ac2" providerId="ADAL" clId="{20734E0D-FF75-44B1-9DFF-D19DBB4D069A}" dt="2026-07-28T14:00:14.923" v="37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68" v="20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65" v="19" actId="27636"/>
          <ac:spMkLst>
            <pc:docMk/>
            <pc:sldMk cId="0" sldId="259"/>
            <ac:spMk id="6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0:20.050" v="38" actId="478"/>
        <pc:sldMkLst>
          <pc:docMk/>
          <pc:sldMk cId="0" sldId="260"/>
        </pc:sldMkLst>
        <pc:spChg chg="del mod">
          <ac:chgData name="Rodrigue YENGO" userId="9019d928-c12d-48de-bdb2-52a833805ac2" providerId="ADAL" clId="{20734E0D-FF75-44B1-9DFF-D19DBB4D069A}" dt="2026-07-28T14:00:20.050" v="38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86" v="21" actId="2763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0:46.479" v="40" actId="478"/>
        <pc:sldMkLst>
          <pc:docMk/>
          <pc:sldMk cId="0" sldId="261"/>
        </pc:sldMkLst>
        <pc:spChg chg="del mod">
          <ac:chgData name="Rodrigue YENGO" userId="9019d928-c12d-48de-bdb2-52a833805ac2" providerId="ADAL" clId="{20734E0D-FF75-44B1-9DFF-D19DBB4D069A}" dt="2026-07-28T14:00:46.479" v="40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805" v="25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798" v="23" actId="27636"/>
          <ac:spMkLst>
            <pc:docMk/>
            <pc:sldMk cId="0" sldId="261"/>
            <ac:spMk id="5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8T14:00:40.998" v="39" actId="478"/>
        <pc:sldMkLst>
          <pc:docMk/>
          <pc:sldMk cId="0" sldId="262"/>
        </pc:sldMkLst>
        <pc:spChg chg="del mod">
          <ac:chgData name="Rodrigue YENGO" userId="9019d928-c12d-48de-bdb2-52a833805ac2" providerId="ADAL" clId="{20734E0D-FF75-44B1-9DFF-D19DBB4D069A}" dt="2026-07-28T14:00:40.998" v="39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812" v="26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13:35:12.823" v="29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13:35:12.821" v="28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5:12.823" v="29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modSldLayout">
        <pc:chgData name="Rodrigue YENGO" userId="9019d928-c12d-48de-bdb2-52a833805ac2" providerId="ADAL" clId="{20734E0D-FF75-44B1-9DFF-D19DBB4D069A}" dt="2026-07-28T13:59:47.356" v="33" actId="22"/>
        <pc:sldMasterMkLst>
          <pc:docMk/>
          <pc:sldMasterMk cId="0" sldId="2147483648"/>
        </pc:sldMasterMkLst>
        <pc:sldLayoutChg chg="addSp mod">
          <pc:chgData name="Rodrigue YENGO" userId="9019d928-c12d-48de-bdb2-52a833805ac2" providerId="ADAL" clId="{20734E0D-FF75-44B1-9DFF-D19DBB4D069A}" dt="2026-07-28T13:59:47.356" v="33" actId="22"/>
          <pc:sldLayoutMkLst>
            <pc:docMk/>
            <pc:sldMasterMk cId="0" sldId="2147483648"/>
            <pc:sldLayoutMk cId="0" sldId="2147483649"/>
          </pc:sldLayoutMkLst>
          <pc:spChg chg="add">
            <ac:chgData name="Rodrigue YENGO" userId="9019d928-c12d-48de-bdb2-52a833805ac2" providerId="ADAL" clId="{20734E0D-FF75-44B1-9DFF-D19DBB4D069A}" dt="2026-07-28T13:59:47.356" v="33" actId="22"/>
            <ac:spMkLst>
              <pc:docMk/>
              <pc:sldMasterMk cId="0" sldId="2147483648"/>
              <pc:sldLayoutMk cId="0" sldId="2147483649"/>
              <ac:spMk id="3" creationId="{AEE5DB1C-2AAF-E909-4934-0AFEC3EC13EB}"/>
            </ac:spMkLst>
          </pc:spChg>
        </pc:sldLayoutChg>
      </pc:sldMasterChg>
      <pc:sldMasterChg chg="addSp mod">
        <pc:chgData name="Rodrigue YENGO" userId="9019d928-c12d-48de-bdb2-52a833805ac2" providerId="ADAL" clId="{20734E0D-FF75-44B1-9DFF-D19DBB4D069A}" dt="2026-07-28T13:34:53.878" v="0" actId="22"/>
        <pc:sldMasterMkLst>
          <pc:docMk/>
          <pc:sldMasterMk cId="0" sldId="2147483650"/>
        </pc:sldMasterMkLst>
        <pc:picChg chg="add">
          <ac:chgData name="Rodrigue YENGO" userId="9019d928-c12d-48de-bdb2-52a833805ac2" providerId="ADAL" clId="{20734E0D-FF75-44B1-9DFF-D19DBB4D069A}" dt="2026-07-28T13:34:53.878" v="0" actId="22"/>
          <ac:picMkLst>
            <pc:docMk/>
            <pc:sldMasterMk cId="0" sldId="2147483650"/>
            <ac:picMk id="3" creationId="{AF65C76B-2285-B8AB-11CC-CC9B9424C473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696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encapsule la logique métier commande du fil rouge dans des objets réutilisables et sécurisés.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familles d'objets, chacune avec un rôle précis.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Paramètres d'entrée, OUTPUT, arguments nommés ou positionnels. Un déclencheur AFTER INSERT journalise sans impacter la logique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EE5DB1C-2AAF-E909-4934-0AFEC3EC13EB}"/>
              </a:ext>
            </a:extLst>
          </p:cNvPr>
          <p:cNvSpPr/>
          <p:nvPr userDrawn="1"/>
        </p:nvSpPr>
        <p:spPr>
          <a:xfrm>
            <a:off x="1143000" y="685651"/>
            <a:ext cx="44372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MODULE 2 · 10:55 – 12:00</a:t>
            </a:r>
            <a:endParaRPr lang="en-US" sz="16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F65C76B-2285-B8AB-11CC-CC9B9424C4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205200" y="194732"/>
            <a:ext cx="2222500" cy="148166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Programmabilité SQL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Vues, fonctions, procédures stockées et déclencheurs : encapsuler la logique métier commande d'AdventureWorks Commerce Cloud.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23130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familles d'objets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Calque de lecture simplifié et sécurisé.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Scalaires et TVF, avec leur coût respectif.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d'entrée transactionnel sécurisé.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 de bord passif, jamais la logique principale.</a:t>
            </a:r>
            <a:endParaRPr lang="en-US" sz="1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 et fonctions définies par l'utilisateur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stockée sous un nom : simplifie l'accès et sert de calque de sécurité sans exposer les tables sources.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 scalaire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d'exécution par ligne : à éviter dans une clause WHERE sur une table volumineuse.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TVF inline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Meilleures performances : le moteur l'intègre dans le plan comme une sous-requête.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 stockées et déclencheurs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2806154"/>
            <a:ext cx="14859000" cy="4581525"/>
          </a:xfrm>
          <a:prstGeom prst="roundRect">
            <a:avLst>
              <a:gd name="adj" fmla="val 1663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390650" y="2996654"/>
            <a:ext cx="14809470" cy="423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SalesLT.usp_PlaceOrder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@CustomerID INT, @ProductID INT, @Qty SMALLINT,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@NewOrderID INT OUTPUT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BEGIN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TRY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 TRANSACTION;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TRY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CATCH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@@TRANCOUNT &gt; 0 ROLLBACK;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CATCH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57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une commande et l'auditer automatiquement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Démo en direct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commande passe, l'audit suit, l'erreur annule tout.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8745" y="3248918"/>
            <a:ext cx="12022455" cy="1496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vw_CustomerOrderSummary et vérifier le total par client.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Appeler usp_PlaceOrder avec un produit valide → une ligne apparaît dans OrderAudit.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Rejouer avec un ProductID inexistant → ROLLBACK automatique, aucune trace incohérente.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devez simplifier une requête qui joint 4 tables et ne présenter que 3 colonnes aux applications clientes. Quel objet choisir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vue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procédure stockée avec transaction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déclencheur INSTEAD OF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fonction table paramétrée</a:t>
            </a:r>
            <a:endParaRPr lang="en-US" sz="1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= lecture simplifiée et sécurisée, jamais de logique transactionnelle.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TVF inline &gt; fonction scalaire pour la performance sur de gros volumes.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 stockée = point d'entrée unique pour une opération métier complète.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 = effet de bord passif (audit), jamais la logique principale.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5399187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avancé (1/2)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CTE, fenêtrage, JSON, expressions régulières et fuzzy matching.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C455AA-6F1D-4B9F-91AA-3ABFE593D60A}">
  <ds:schemaRefs>
    <ds:schemaRef ds:uri="http://www.w3.org/XML/1998/namespace"/>
    <ds:schemaRef ds:uri="33363a87-7e43-46da-9332-4c6d176b06e4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d9df9240-fc95-4deb-9c9d-de700c44a7a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8B697FD-CAE8-4F85-9F59-E806B7E0D9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936CF8-FDAE-4000-9FE3-29CBC8380BA9}"/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424</Words>
  <Application>Microsoft Office PowerPoint</Application>
  <PresentationFormat>Personnalisé</PresentationFormat>
  <Paragraphs>67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2026-07-28T13:24:37Z</dcterms:created>
  <dcterms:modified xsi:type="dcterms:W3CDTF">2026-07-28T14:00:49Z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