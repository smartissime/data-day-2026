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87B36-EACE-4A51-B793-47CD62E1B373}" v="2" dt="2026-07-28T08:17:34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6:57.008" v="40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17:32.609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7:32.596" v="0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05" v="4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04" v="3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02" v="2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09" v="5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599" v="1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630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7:32.628" v="6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30" v="7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648" v="9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7:32.648" v="9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45" v="8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660" v="13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7:32.656" v="11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60" v="13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54" v="10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58" v="12" actId="2763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669" v="15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7:32.669" v="15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67" v="14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678" v="17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7:32.678" v="17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75" v="16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689" v="19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7:32.689" v="19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86" v="18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716" v="27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7:32.707" v="24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05" v="23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14" v="26" actId="276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10" v="25" actId="276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95" v="20" actId="276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02" v="22" actId="2763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16" v="27" actId="276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698" v="21" actId="27636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732" v="31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7:32.723" v="28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26" v="29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32" v="31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28" v="30" actId="27636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744" v="33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7:32.740" v="32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44" v="33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759" v="35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7:32.759" v="35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56" v="34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771" v="37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7:32.771" v="37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69" v="36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7:32.777" v="39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7:32.775" v="38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7:32.777" v="39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addSp mod">
        <pc:chgData name="Rodrigue YENGO" userId="9019d928-c12d-48de-bdb2-52a833805ac2" providerId="ADAL" clId="{20734E0D-FF75-44B1-9DFF-D19DBB4D069A}" dt="2026-07-28T08:26:57.008" v="40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8T08:26:57.008" v="40" actId="22"/>
          <ac:picMkLst>
            <pc:docMk/>
            <pc:sldMasterMk cId="0" sldId="2147483648"/>
            <ac:picMk id="3" creationId="{E8326D6E-3960-6878-899D-F712DC4CE747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82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session enchaîne directement sur celle du matin, contenu dense donc rythme soutenu.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Poursuivre après la pause déjeuner avec l'architecture en médaillon.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8326D6E-3960-6878-899D-F712DC4CE7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2 · 10:55 – 12:00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Transformation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Orchestrer et transformer des données par lots avec les pipelines Fabric et Apache Spark.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pipelines Fabric pour orchestrer des transformations batch.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des données avec Apache Spark et des DataFrames.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tables Delta managées et externes.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les écritures Delta pour la performance.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2324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dans Microsoft Fabric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Activités : unités d'exécution comme copier des données ou exécuter un notebook.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de contrôle : conditions, boucles et dépendances entre activités.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: rendent un pipeline réutilisable pour plusieurs sources ou charges.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2324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 Copier des données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copie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source, destination et mapping des colonnes en quelques clics.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prédéfinis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 d'un modèle Fabric pour les scénarios courants d'ingestion et de copie.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2324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et superviser un pipeline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 pipeline avant toute exécution pour détecter les erreurs de configuration.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manuellement ou planifier une exécution récurrente.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l'historique des exécutions pour vérifier succès, durée et échecs.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812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avec Apache Spark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pour un travail interactif et collaboratif d'exploration et de transformation.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 de travail Spark pour des scripts non interactifs planifiés.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PySpark, Spark SQL et plusieurs langages dans un même environnement.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812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des données avec un DataFrame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et trier les données, puis chaîner les méthodes de transformation.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Grouper et agréger pour produire des indicateurs synthétiques.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Enregistrer le DataFrame transformé pour une analyse ou un chargement ultérieur.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84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Delta managées et externes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1405979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125357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548979" y="3649414"/>
            <a:ext cx="1345302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48979" y="3330327"/>
            <a:ext cx="1362801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COMPORTEMENT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1405979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125357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Managée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548979" y="4195911"/>
            <a:ext cx="1345302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48979" y="3830389"/>
            <a:ext cx="1362801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créés dans le dossier de metastore par défaut ; la suppression de la table supprime les fichiers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1405979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1253579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548979" y="4742408"/>
            <a:ext cx="1345302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548979" y="4376886"/>
            <a:ext cx="1362801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des fichiers existants à un emplacement spécifié ; la suppression ne supprime pas les fichiers</a:t>
            </a:r>
            <a:endParaRPr lang="en-US" sz="2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84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les écritures Delta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OptimizeWrite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Réduit le nombre de petits fichiers produits lors des écritures Spark.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V-Order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 et compresse les fichiers Parquet pour accélérer les lectures ultérieures, y compris depuis Power BI.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20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 pipeline de transformation batch.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pipeline avec une activité Copier des données.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 notebook Spark qui filtre et agrège les données copiées.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Enregistrer le résultat comme table Delta managée.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 une exécution récurrente du pipeline.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passe-t-il quand on supprime une table Delta managée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Seuls les métadonnées sont supprimées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fichiers de données sont supprimés avec la table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fichiers sont archivés automatiquement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outil Fabric utiliser pour un script Spark non interactif planifié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notebook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définition de travail Spark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flux de données Gen2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pipelines orchestrent les activités de transformation batch.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et les DataFrames transforment les données à grande échelle.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distingue tables managées et externes.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OptimizeWrite et V-Order accélèrent les lectures ultérieures.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8403119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Transformation — Suite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un lakehouse avec l'architecture en médaillon Bronze, Silver, Gold.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2A0545C-62CE-41F0-9CE9-772027A8AA04}"/>
</file>

<file path=customXml/itemProps2.xml><?xml version="1.0" encoding="utf-8"?>
<ds:datastoreItem xmlns:ds="http://schemas.openxmlformats.org/officeDocument/2006/customXml" ds:itemID="{969477E2-AED3-4101-A4BF-A9030CFB77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F2486C-1A65-4F24-A356-DED5D77E9CB3}">
  <ds:schemaRefs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33363a87-7e43-46da-9332-4c6d176b06e4"/>
    <ds:schemaRef ds:uri="http://schemas.microsoft.com/office/2006/documentManagement/types"/>
    <ds:schemaRef ds:uri="http://schemas.openxmlformats.org/package/2006/metadata/core-properties"/>
    <ds:schemaRef ds:uri="d9df9240-fc95-4deb-9c9d-de700c44a7a7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Personnalisé</PresentationFormat>
  <Paragraphs>95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Transformation</dc:title>
  <dc:subject>PptxGenJS Presentation</dc:subject>
  <dc:creator/>
  <cp:lastModifiedBy>Rodrigue YENGO</cp:lastModifiedBy>
  <cp:revision>1</cp:revision>
  <dcterms:created xsi:type="dcterms:W3CDTF">2026-07-28T08:10:36Z</dcterms:created>
  <dcterms:modified xsi:type="dcterms:W3CDTF">2026-07-28T08:27:06Z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