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11DD0-ECFD-49AE-8378-48C581152E52}" v="2" dt="2026-07-28T08:14:31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82203" autoAdjust="0"/>
  </p:normalViewPr>
  <p:slideViewPr>
    <p:cSldViewPr snapToGrid="0" snapToObjects="1">
      <p:cViewPr varScale="1">
        <p:scale>
          <a:sx n="75" d="100"/>
          <a:sy n="75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8T08:24:45.599" v="76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14:41.649" v="44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4:41.649" v="44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37" v="39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39" v="40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41" v="41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43" v="4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46" v="43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688" v="46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4:41.688" v="46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84" v="45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698" v="48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4:41.698" v="48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695" v="47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14" v="52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4:41.714" v="52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10" v="5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08" v="49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11" v="51" actId="2763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26" v="54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4:41.726" v="54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23" v="53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40" v="60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4:41.733" v="55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37" v="57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38" v="58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40" v="60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34" v="56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39" v="59" actId="27636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51" v="62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4:41.751" v="62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48" v="61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60" v="64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4:41.760" v="64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58" v="63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71" v="67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4:41.771" v="67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69" v="66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67" v="65" actId="2763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83" v="69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4:41.781" v="68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83" v="69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797" v="71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4:41.797" v="71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794" v="70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807" v="73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4:41.807" v="73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804" v="72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4:41.816" v="75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4:41.816" v="75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4:41.814" v="74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4:45.599" v="76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4:45.599" v="76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4:45.599" v="76" actId="22"/>
            <ac:picMkLst>
              <pc:docMk/>
              <pc:sldMasterMk cId="0" sldId="2147483648"/>
              <pc:sldLayoutMk cId="0" sldId="2147483649"/>
              <ac:picMk id="3" creationId="{9A0774DE-882E-E951-D477-9B24D363D06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9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Reprendre le fil après la pause : on passe de la mise en place du workspace à sa gestion dans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l'analogie avec le développement logiciel classique.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discipline d'équipe, pas seulement l'outillage.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où se trouve ce paramètre dans les paramètres d'espace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geste du quotidien : commit, push,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concret : une nouvelle fonctionnalité de pipeline développée en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Différencier clairement Git (versionnage) et pipeline de déploiement (promotion entre environnements).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l'automatisation avancée pour les équipes plus matures.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court, focaliser sur la manipulation du pipeline de déploiement.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l'après-midi consacré à la sécurité et à la gouvernance.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0774DE-882E-E951-D477-9B24D363D0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2 · 10:55 – 12:00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Versionner, déployer et automatiser le cycle de vie des espaces de travail Fabric avec Git et les pipelines de déploiement.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CI/CD et son implémentation dans Microsoft Fabric.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œuvre le contrôle de version et l'intégration Git.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pipelines de déploiement pour automatiser la promotion des espaces de travail.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API REST Fabric pour scripter le cycle de vie.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7283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 CI/CD dans Fabric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continue : valider les changements d'un espace de travail au fil de l'eau.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continue : promouvoir les éléments d'un environnement à l'autre de façon fiable.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implémente ce cycle avec l'intégration Git et les pipelines de déploiement natifs.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7283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Travailler à plusieurs sur un même espace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 le travail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développeur travaille sur sa propre branche ou son propre espace de travail de développement.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Synchroniser souvent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Committer et synchroniser fréquemment pour limiter les conflits de fusion sur les éléments Fabric.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61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un espace de travail à Git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Azure DevOps Git ou GitHub comme dépôt.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S'authentifier puis connecter le dépôt et la branche cible.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connecté, le contenu de l'espace de travail se synchronise avec les fichiers du dépôt.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61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et synchroniser les modifications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78676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804672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travail → Git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75346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modifications faites dans le portail sont committées vers le dépôt connecté.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7350" y="3248918"/>
            <a:ext cx="78676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53575" y="3563243"/>
            <a:ext cx="804672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→ Espace de travail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53575" y="3935760"/>
            <a:ext cx="75346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modifications faites dans le dépôt sont récupérées et appliquées à l'espace de travail.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61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d'embranchement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branche vers un nouvel espace de travail dédié.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Effectuer et committer les modifications sur cette branche.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requête de tirage (pull request) pour faire relire et fusionner les changements.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7741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des pipelines de déploiement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et nommer les étapes du pipeline (Développement, Test, Production).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Affecter un espace de travail à chaque étape.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d'une étape à l'autre en un clic, avec règles de remplacement de paramètres.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2443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de déploiement, Git et API REST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modifications synchronisées dans un pipeline de déploiement restent locales tant qu'elles ne sont pas synchronisées vers Git.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API REST Fabric permettent de scripter la création d'espaces de travail, le déploiement et la gestion des accès.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20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place un pipeline de déploiement à trois étapes.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trois espaces de travail : Dev, Test, Prod.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pipeline de déploiement et leur affecter chaque étape.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un élément de Dev vers Test et vérifier la comparaison des étapes.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l'espace de travail Dev à un dépôt Git.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synchronise l'intégration Git dans un espace de travail Fabric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Uniquement les identités des utilisateurs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contenu de l'espace de travail avec les fichiers d'un dépôt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capacités et leur facturation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quoi sert un pipeline de déploiement Fabric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exécuter des notebooks Spark en parallèle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promouvoir des éléments entre étapes (dev, test, prod)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surveiller les coûts de capacité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85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dans Fabric repose sur l'intégration Git et les pipelines de déploiement.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contrôle de version isole le travail de chaque développeur et facilite la relecture.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pipelines de déploiement promeuvent les éléments entre environnements de façon fiable.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API REST ouvrent la voie à l'automatisation complète du cycle de vie.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9796626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Gouvernance — Partie 1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de sécurité Fabric, les rôles d'espace de travail et les autorisations granulaires.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2AD457-7B46-44D1-B0A8-BC9D25190DC0}">
  <ds:schemaRefs>
    <ds:schemaRef ds:uri="33363a87-7e43-46da-9332-4c6d176b06e4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d9df9240-fc95-4deb-9c9d-de700c44a7a7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23A7580-E196-4CF8-B429-228E00AEE937}"/>
</file>

<file path=customXml/itemProps3.xml><?xml version="1.0" encoding="utf-8"?>
<ds:datastoreItem xmlns:ds="http://schemas.openxmlformats.org/officeDocument/2006/customXml" ds:itemID="{3D9DD1AC-9048-44B9-91C7-E97F2A9750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Personnalisé</PresentationFormat>
  <Paragraphs>99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Lifecycle Management</dc:title>
  <dc:subject>PptxGenJS Presentation</dc:subject>
  <dc:creator/>
  <cp:lastModifiedBy>Rodrigue YENGO</cp:lastModifiedBy>
  <cp:revision>1</cp:revision>
  <dcterms:created xsi:type="dcterms:W3CDTF">2026-07-28T07:56:53Z</dcterms:created>
  <dcterms:modified xsi:type="dcterms:W3CDTF">2026-07-28T08:24:51Z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