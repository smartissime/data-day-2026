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ED144-7956-448E-B29E-262B10F95C3D}" v="2" dt="2026-07-28T08:19:07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7:58.728" v="37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9:03.773" v="4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9:03.770" v="3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766" v="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758" v="0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773" v="4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763" v="1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852" v="6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9:03.849" v="5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852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885" v="8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9:03.885" v="8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880" v="7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926" v="16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9:03.911" v="10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04" v="9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26" v="16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25" v="15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18" v="13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22" v="14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13" v="11" actId="276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14" v="12" actId="27636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950" v="20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9:03.943" v="18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36" v="17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50" v="20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47" v="19" actId="27636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969" v="22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9:03.969" v="22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62" v="21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3.990" v="24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9:03.985" v="23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3.990" v="24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4.011" v="26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9:04.005" v="25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4.011" v="26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4.031" v="28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9:04.026" v="27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4.031" v="28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4.055" v="30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9:04.055" v="30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4.048" v="29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4.073" v="32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9:04.067" v="31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4.073" v="32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4.098" v="34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9:04.095" v="33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4.098" v="34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9:06.084" v="36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9:06.084" v="36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9:06.078" v="35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7:58.728" v="37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7:58.728" v="37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7:58.728" v="37" actId="22"/>
            <ac:picMkLst>
              <pc:docMk/>
              <pc:sldMasterMk cId="0" sldId="2147483648"/>
              <pc:sldLayoutMk cId="0" sldId="2147483649"/>
              <ac:picMk id="3" creationId="{21A38EC3-D4A2-B8CF-AD7A-C6D8301E33BC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05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session de la journée 2 ; changer de rythme en abordant le temps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la journée 2 ; annoncer le jour 3 consacré à la supervision et à l'optimisation.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1A38EC3-D4A2-B8CF-AD7A-C6D8301E33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4 · 14:55 – 17:00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Transformation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Ingérer, transformer et interroger des flux de données en temps réel avec Eventstream, Eventhouse et KQL.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les concepts de l'analytique en temps réel.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sources et destinations avec Eventstream.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 et interroger des données en temps réel dans un Eventhouse.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des requêtes KQL efficaces.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3799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l'analytique en temps réel ?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et traitement d'un flux de données perpétuel, plutôt que par lots.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courant : analyse continue pour rapporter des indicateurs à jour en permanence.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 des actions ou des alertes dès qu'une condition est détectée dans le flux.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7919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de Real-Time Intelligence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et transformation de données en temps réel.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65850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4207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42075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évolutif et interrogation de données en temps réel.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88701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264926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64926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d'événements et déclenchement d'actions automatiques.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605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et destinations Eventstream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Event Hubs, Azure IoT Hub, capture des changements de données (CDC), événements Fabric et échantillons.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Eventhouse, lakehouse, entrepôt de données ou Activator selon le besoin.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605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dans un Eventstream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Filtre, agrégat, regroupement par, union et jointure entre plusieurs flux.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Fenêtres temporelles (fenêtre bascule, glissante) pour agréger des événements dans le temps.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visuel, sans code, dans l'éditeur Eventstream.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7024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 et interroger dans un Eventhouse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Eventhouse contient une ou plusieurs bases de données KQL.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 des données statiques ou en flux continu dans des tables.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avec le langage Kusto (KQL), optimisé pour les séries temporelles.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26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KQL efficacement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pour filtrer les colonnes retournées par la requête.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pour filtrer les lignes selon une condition, par exemple une fenêtre de temps.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pour totaliser et agréger les données par groupe.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26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matérialisées et fonctions stockées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vue matérialisée précalcule un résumé mis à jour en continu à partir du flux.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stockée encapsule une requête KQL réutilisable dans plusieurs contextes.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améliorent la performance et la lisibilité des requêtes récurrentes.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 et transformer un flux de capteurs simulé.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Eventstream avec une source d'exemple de données.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filtre et une fenêtre temporelle de type bascule.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le résultat vers un Eventhouse.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une requête KQL avec where, project et summarize.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composant Fabric ingère et transforme un flux de données en temps réel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Eventhouse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opérateur KQL agrège et totalise des données par groupe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L'analytique en temps réel traite un flux perpétuel plutôt que des lots.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 ingère et transforme, Eventhouse stocke et interroge.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 permet de filtrer, projeter et agréger efficacement.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matérialisées et fonctions stockées optimisent les requêtes récurrentes.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31028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— JOUR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5406063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les activités Fabric et déclencher des alertes avec Activator.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877870-5679-42B5-882A-08D4CE7B5C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480056-5257-436A-9535-95AFB4BC2C4C}">
  <ds:schemaRefs>
    <ds:schemaRef ds:uri="33363a87-7e43-46da-9332-4c6d176b06e4"/>
    <ds:schemaRef ds:uri="http://schemas.microsoft.com/office/2006/metadata/properties"/>
    <ds:schemaRef ds:uri="http://purl.org/dc/elements/1.1/"/>
    <ds:schemaRef ds:uri="d9df9240-fc95-4deb-9c9d-de700c44a7a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D16FA8A-849C-4786-9747-35250E51E7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PresentationFormat>Personnalisé</PresentationFormat>
  <Paragraphs>94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Transformation</dc:title>
  <dc:subject>PptxGenJS Presentation</dc:subject>
  <dc:creator/>
  <cp:lastModifiedBy>Rodrigue YENGO</cp:lastModifiedBy>
  <cp:revision>1</cp:revision>
  <dcterms:created xsi:type="dcterms:W3CDTF">2026-07-28T07:59:49Z</dcterms:created>
  <dcterms:modified xsi:type="dcterms:W3CDTF">2026-07-28T08:27:59Z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