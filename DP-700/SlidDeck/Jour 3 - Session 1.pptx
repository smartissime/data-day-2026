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B9FF13-2336-46B0-BF1D-362EAD6D2A82}" v="2" dt="2026-07-28T08:20:04.6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4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 YENGO" userId="9019d928-c12d-48de-bdb2-52a833805ac2" providerId="ADAL" clId="{20734E0D-FF75-44B1-9DFF-D19DBB4D069A}"/>
    <pc:docChg chg="custSel modSld modMainMaster">
      <pc:chgData name="Rodrigue YENGO" userId="9019d928-c12d-48de-bdb2-52a833805ac2" providerId="ADAL" clId="{20734E0D-FF75-44B1-9DFF-D19DBB4D069A}" dt="2026-07-28T08:28:14.484" v="41" actId="22"/>
      <pc:docMkLst>
        <pc:docMk/>
      </pc:docMkLst>
      <pc:sldChg chg="modSp mod">
        <pc:chgData name="Rodrigue YENGO" userId="9019d928-c12d-48de-bdb2-52a833805ac2" providerId="ADAL" clId="{20734E0D-FF75-44B1-9DFF-D19DBB4D069A}" dt="2026-07-28T08:20:01.041" v="5" actId="27636"/>
        <pc:sldMkLst>
          <pc:docMk/>
          <pc:sldMk cId="0" sldId="256"/>
        </pc:sldMkLst>
        <pc:spChg chg="mod">
          <ac:chgData name="Rodrigue YENGO" userId="9019d928-c12d-48de-bdb2-52a833805ac2" providerId="ADAL" clId="{20734E0D-FF75-44B1-9DFF-D19DBB4D069A}" dt="2026-07-28T08:20:01.023" v="0" actId="27636"/>
          <ac:spMkLst>
            <pc:docMk/>
            <pc:sldMk cId="0" sldId="25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01.041" v="5" actId="27636"/>
          <ac:spMkLst>
            <pc:docMk/>
            <pc:sldMk cId="0" sldId="256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01.033" v="3" actId="27636"/>
          <ac:spMkLst>
            <pc:docMk/>
            <pc:sldMk cId="0" sldId="256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01.031" v="2" actId="27636"/>
          <ac:spMkLst>
            <pc:docMk/>
            <pc:sldMk cId="0" sldId="256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01.026" v="1" actId="27636"/>
          <ac:spMkLst>
            <pc:docMk/>
            <pc:sldMk cId="0" sldId="256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01.038" v="4" actId="27636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0:01.074" v="7" actId="27636"/>
        <pc:sldMkLst>
          <pc:docMk/>
          <pc:sldMk cId="0" sldId="257"/>
        </pc:sldMkLst>
        <pc:spChg chg="mod">
          <ac:chgData name="Rodrigue YENGO" userId="9019d928-c12d-48de-bdb2-52a833805ac2" providerId="ADAL" clId="{20734E0D-FF75-44B1-9DFF-D19DBB4D069A}" dt="2026-07-28T08:20:01.074" v="7" actId="27636"/>
          <ac:spMkLst>
            <pc:docMk/>
            <pc:sldMk cId="0" sldId="25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01.067" v="6" actId="27636"/>
          <ac:spMkLst>
            <pc:docMk/>
            <pc:sldMk cId="0" sldId="257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0:01.097" v="9" actId="27636"/>
        <pc:sldMkLst>
          <pc:docMk/>
          <pc:sldMk cId="0" sldId="258"/>
        </pc:sldMkLst>
        <pc:spChg chg="mod">
          <ac:chgData name="Rodrigue YENGO" userId="9019d928-c12d-48de-bdb2-52a833805ac2" providerId="ADAL" clId="{20734E0D-FF75-44B1-9DFF-D19DBB4D069A}" dt="2026-07-28T08:20:01.097" v="9" actId="27636"/>
          <ac:spMkLst>
            <pc:docMk/>
            <pc:sldMk cId="0" sldId="258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01.092" v="8" actId="27636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0:01.116" v="14" actId="27636"/>
        <pc:sldMkLst>
          <pc:docMk/>
          <pc:sldMk cId="0" sldId="259"/>
        </pc:sldMkLst>
        <pc:spChg chg="mod">
          <ac:chgData name="Rodrigue YENGO" userId="9019d928-c12d-48de-bdb2-52a833805ac2" providerId="ADAL" clId="{20734E0D-FF75-44B1-9DFF-D19DBB4D069A}" dt="2026-07-28T08:20:01.114" v="13" actId="27636"/>
          <ac:spMkLst>
            <pc:docMk/>
            <pc:sldMk cId="0" sldId="259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01.109" v="11" actId="27636"/>
          <ac:spMkLst>
            <pc:docMk/>
            <pc:sldMk cId="0" sldId="259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01.116" v="14" actId="27636"/>
          <ac:spMkLst>
            <pc:docMk/>
            <pc:sldMk cId="0" sldId="259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01.106" v="10" actId="27636"/>
          <ac:spMkLst>
            <pc:docMk/>
            <pc:sldMk cId="0" sldId="259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01.110" v="12" actId="27636"/>
          <ac:spMkLst>
            <pc:docMk/>
            <pc:sldMk cId="0" sldId="259"/>
            <ac:spMk id="10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0:01.131" v="16" actId="27636"/>
        <pc:sldMkLst>
          <pc:docMk/>
          <pc:sldMk cId="0" sldId="260"/>
        </pc:sldMkLst>
        <pc:spChg chg="mod">
          <ac:chgData name="Rodrigue YENGO" userId="9019d928-c12d-48de-bdb2-52a833805ac2" providerId="ADAL" clId="{20734E0D-FF75-44B1-9DFF-D19DBB4D069A}" dt="2026-07-28T08:20:01.131" v="16" actId="27636"/>
          <ac:spMkLst>
            <pc:docMk/>
            <pc:sldMk cId="0" sldId="260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01.125" v="15" actId="27636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0:01.145" v="18" actId="27636"/>
        <pc:sldMkLst>
          <pc:docMk/>
          <pc:sldMk cId="0" sldId="261"/>
        </pc:sldMkLst>
        <pc:spChg chg="mod">
          <ac:chgData name="Rodrigue YENGO" userId="9019d928-c12d-48de-bdb2-52a833805ac2" providerId="ADAL" clId="{20734E0D-FF75-44B1-9DFF-D19DBB4D069A}" dt="2026-07-28T08:20:01.142" v="17" actId="27636"/>
          <ac:spMkLst>
            <pc:docMk/>
            <pc:sldMk cId="0" sldId="261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01.145" v="18" actId="27636"/>
          <ac:spMkLst>
            <pc:docMk/>
            <pc:sldMk cId="0" sldId="261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0:01.186" v="28" actId="27636"/>
        <pc:sldMkLst>
          <pc:docMk/>
          <pc:sldMk cId="0" sldId="262"/>
        </pc:sldMkLst>
        <pc:spChg chg="mod">
          <ac:chgData name="Rodrigue YENGO" userId="9019d928-c12d-48de-bdb2-52a833805ac2" providerId="ADAL" clId="{20734E0D-FF75-44B1-9DFF-D19DBB4D069A}" dt="2026-07-28T08:20:01.176" v="24" actId="27636"/>
          <ac:spMkLst>
            <pc:docMk/>
            <pc:sldMk cId="0" sldId="262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01.181" v="26" actId="27636"/>
          <ac:spMkLst>
            <pc:docMk/>
            <pc:sldMk cId="0" sldId="262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01.158" v="20" actId="27636"/>
          <ac:spMkLst>
            <pc:docMk/>
            <pc:sldMk cId="0" sldId="262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01.172" v="23" actId="27636"/>
          <ac:spMkLst>
            <pc:docMk/>
            <pc:sldMk cId="0" sldId="262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01.179" v="25" actId="2763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01.164" v="21" actId="2763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01.186" v="28" actId="2763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01.167" v="22" actId="27636"/>
          <ac:spMkLst>
            <pc:docMk/>
            <pc:sldMk cId="0" sldId="262"/>
            <ac:spMk id="1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01.154" v="19" actId="27636"/>
          <ac:spMkLst>
            <pc:docMk/>
            <pc:sldMk cId="0" sldId="262"/>
            <ac:spMk id="2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01.183" v="27" actId="27636"/>
          <ac:spMkLst>
            <pc:docMk/>
            <pc:sldMk cId="0" sldId="262"/>
            <ac:spMk id="2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0:01.197" v="30" actId="27636"/>
        <pc:sldMkLst>
          <pc:docMk/>
          <pc:sldMk cId="0" sldId="263"/>
        </pc:sldMkLst>
        <pc:spChg chg="mod">
          <ac:chgData name="Rodrigue YENGO" userId="9019d928-c12d-48de-bdb2-52a833805ac2" providerId="ADAL" clId="{20734E0D-FF75-44B1-9DFF-D19DBB4D069A}" dt="2026-07-28T08:20:01.197" v="30" actId="27636"/>
          <ac:spMkLst>
            <pc:docMk/>
            <pc:sldMk cId="0" sldId="263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01.193" v="29" actId="27636"/>
          <ac:spMkLst>
            <pc:docMk/>
            <pc:sldMk cId="0" sldId="263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0:01.213" v="32" actId="27636"/>
        <pc:sldMkLst>
          <pc:docMk/>
          <pc:sldMk cId="0" sldId="264"/>
        </pc:sldMkLst>
        <pc:spChg chg="mod">
          <ac:chgData name="Rodrigue YENGO" userId="9019d928-c12d-48de-bdb2-52a833805ac2" providerId="ADAL" clId="{20734E0D-FF75-44B1-9DFF-D19DBB4D069A}" dt="2026-07-28T08:20:01.208" v="31" actId="27636"/>
          <ac:spMkLst>
            <pc:docMk/>
            <pc:sldMk cId="0" sldId="264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01.213" v="32" actId="27636"/>
          <ac:spMkLst>
            <pc:docMk/>
            <pc:sldMk cId="0" sldId="264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0:01.223" v="34" actId="27636"/>
        <pc:sldMkLst>
          <pc:docMk/>
          <pc:sldMk cId="0" sldId="265"/>
        </pc:sldMkLst>
        <pc:spChg chg="mod">
          <ac:chgData name="Rodrigue YENGO" userId="9019d928-c12d-48de-bdb2-52a833805ac2" providerId="ADAL" clId="{20734E0D-FF75-44B1-9DFF-D19DBB4D069A}" dt="2026-07-28T08:20:01.221" v="33" actId="27636"/>
          <ac:spMkLst>
            <pc:docMk/>
            <pc:sldMk cId="0" sldId="265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01.223" v="34" actId="27636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0:01.230" v="36" actId="27636"/>
        <pc:sldMkLst>
          <pc:docMk/>
          <pc:sldMk cId="0" sldId="266"/>
        </pc:sldMkLst>
        <pc:spChg chg="mod">
          <ac:chgData name="Rodrigue YENGO" userId="9019d928-c12d-48de-bdb2-52a833805ac2" providerId="ADAL" clId="{20734E0D-FF75-44B1-9DFF-D19DBB4D069A}" dt="2026-07-28T08:20:01.230" v="36" actId="27636"/>
          <ac:spMkLst>
            <pc:docMk/>
            <pc:sldMk cId="0" sldId="26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01.228" v="35" actId="27636"/>
          <ac:spMkLst>
            <pc:docMk/>
            <pc:sldMk cId="0" sldId="266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0:01.241" v="38" actId="27636"/>
        <pc:sldMkLst>
          <pc:docMk/>
          <pc:sldMk cId="0" sldId="267"/>
        </pc:sldMkLst>
        <pc:spChg chg="mod">
          <ac:chgData name="Rodrigue YENGO" userId="9019d928-c12d-48de-bdb2-52a833805ac2" providerId="ADAL" clId="{20734E0D-FF75-44B1-9DFF-D19DBB4D069A}" dt="2026-07-28T08:20:01.239" v="37" actId="27636"/>
          <ac:spMkLst>
            <pc:docMk/>
            <pc:sldMk cId="0" sldId="26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01.241" v="38" actId="27636"/>
          <ac:spMkLst>
            <pc:docMk/>
            <pc:sldMk cId="0" sldId="267"/>
            <ac:spMk id="4" creationId="{00000000-0000-0000-0000-000000000000}"/>
          </ac:spMkLst>
        </pc:spChg>
      </pc:sldChg>
      <pc:sldChg chg="modSp mod">
        <pc:chgData name="Rodrigue YENGO" userId="9019d928-c12d-48de-bdb2-52a833805ac2" providerId="ADAL" clId="{20734E0D-FF75-44B1-9DFF-D19DBB4D069A}" dt="2026-07-28T08:20:01.251" v="40" actId="27636"/>
        <pc:sldMkLst>
          <pc:docMk/>
          <pc:sldMk cId="0" sldId="268"/>
        </pc:sldMkLst>
        <pc:spChg chg="mod">
          <ac:chgData name="Rodrigue YENGO" userId="9019d928-c12d-48de-bdb2-52a833805ac2" providerId="ADAL" clId="{20734E0D-FF75-44B1-9DFF-D19DBB4D069A}" dt="2026-07-28T08:20:01.251" v="40" actId="27636"/>
          <ac:spMkLst>
            <pc:docMk/>
            <pc:sldMk cId="0" sldId="268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8T08:20:01.249" v="39" actId="27636"/>
          <ac:spMkLst>
            <pc:docMk/>
            <pc:sldMk cId="0" sldId="268"/>
            <ac:spMk id="5" creationId="{00000000-0000-0000-0000-000000000000}"/>
          </ac:spMkLst>
        </pc:spChg>
      </pc:sldChg>
      <pc:sldMasterChg chg="modSldLayout">
        <pc:chgData name="Rodrigue YENGO" userId="9019d928-c12d-48de-bdb2-52a833805ac2" providerId="ADAL" clId="{20734E0D-FF75-44B1-9DFF-D19DBB4D069A}" dt="2026-07-28T08:28:14.484" v="41" actId="22"/>
        <pc:sldMasterMkLst>
          <pc:docMk/>
          <pc:sldMasterMk cId="0" sldId="2147483648"/>
        </pc:sldMasterMkLst>
        <pc:sldLayoutChg chg="addSp mod">
          <pc:chgData name="Rodrigue YENGO" userId="9019d928-c12d-48de-bdb2-52a833805ac2" providerId="ADAL" clId="{20734E0D-FF75-44B1-9DFF-D19DBB4D069A}" dt="2026-07-28T08:28:14.484" v="41" actId="22"/>
          <pc:sldLayoutMkLst>
            <pc:docMk/>
            <pc:sldMasterMk cId="0" sldId="2147483648"/>
            <pc:sldLayoutMk cId="0" sldId="2147483649"/>
          </pc:sldLayoutMkLst>
          <pc:picChg chg="add">
            <ac:chgData name="Rodrigue YENGO" userId="9019d928-c12d-48de-bdb2-52a833805ac2" providerId="ADAL" clId="{20734E0D-FF75-44B1-9DFF-D19DBB4D069A}" dt="2026-07-28T08:28:14.484" v="41" actId="22"/>
            <ac:picMkLst>
              <pc:docMk/>
              <pc:sldMasterMk cId="0" sldId="2147483648"/>
              <pc:sldLayoutMk cId="0" sldId="2147483649"/>
              <ac:picMk id="3" creationId="{6E992953-075E-647C-B78E-D14BCA78BC53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9060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Ouvrir le jour 3 : on passe de la construction à l'exploitation des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Passer de la surveillance à la résolution concrète des erreurs.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E992953-075E-647C-B78E-D14BCA78BC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516350" y="50800"/>
            <a:ext cx="1752600" cy="11684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44537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3 · SESSION 1 · 09:00 – 10:45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85850" y="4149030"/>
            <a:ext cx="17665065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4174"/>
              </a:lnSpc>
              <a:buNone/>
            </a:pPr>
            <a:r>
              <a:rPr lang="en-US" sz="7500" kern="0" spc="-1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&amp; Alerts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143000" y="5375821"/>
            <a:ext cx="891245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Surveiller les activités, la capacité et les entrepôts de données Fabric, et déclencher des alertes.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143000" y="9296400"/>
            <a:ext cx="324507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 France Study Group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264521" y="9296400"/>
            <a:ext cx="1366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496395" y="9296400"/>
            <a:ext cx="58921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Days — Microsoft Fabric Data Engineer (DP-700)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24836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3 · SESSION 1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d'apprentissage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438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Utiliser le hub de surveillance Fabric.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Surveiller la consommation de capacité et les activités d'un entrepôt de données.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Utiliser les vues de gestion dynamique (DMV) pour l'activité en cours.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Déclencher des alertes proactives avec Activator.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3196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Surveiller les activités Fabric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69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exécution d'élément (pipeline, notebook, dataflow) génère une activité traçable.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supervision couvre l'état, la durée et les erreurs éventuelles de chaque exécution.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surveillance régulière permet d'anticiper les dérives de coût et de performance.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290898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DE SURVEILLANCE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Utiliser le hub de surveillance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143000" y="3248918"/>
            <a:ext cx="7867650" cy="1641128"/>
          </a:xfrm>
          <a:prstGeom prst="roundRect">
            <a:avLst>
              <a:gd name="adj" fmla="val 4643"/>
            </a:avLst>
          </a:prstGeom>
          <a:solidFill>
            <a:srgbClr val="232532"/>
          </a:solidFill>
          <a:ln w="9525">
            <a:solidFill>
              <a:srgbClr val="595D6C"/>
            </a:solidFill>
            <a:prstDash val="solid"/>
          </a:ln>
          <a:effectLst>
            <a:outerShdw blurRad="101600" dist="50800" dir="16200000" algn="bl" rotWithShape="0">
              <a:srgbClr val="3F424D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419225" y="3563243"/>
            <a:ext cx="8046720" cy="315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35"/>
              </a:lnSpc>
              <a:buNone/>
            </a:pPr>
            <a:r>
              <a:rPr lang="en-US" sz="1950" kern="0" spc="-29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Détails d'exécution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419225" y="3935760"/>
            <a:ext cx="804672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État de l'activité, heures de début et de fin, durée totale.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277350" y="3248918"/>
            <a:ext cx="7867650" cy="1641128"/>
          </a:xfrm>
          <a:prstGeom prst="roundRect">
            <a:avLst>
              <a:gd name="adj" fmla="val 4643"/>
            </a:avLst>
          </a:prstGeom>
          <a:solidFill>
            <a:srgbClr val="232532"/>
          </a:solidFill>
          <a:ln w="9525">
            <a:solidFill>
              <a:srgbClr val="595D6C"/>
            </a:solidFill>
            <a:prstDash val="solid"/>
          </a:ln>
          <a:effectLst>
            <a:outerShdw blurRad="101600" dist="50800" dir="16200000" algn="bl" rotWithShape="0">
              <a:srgbClr val="3F424D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553575" y="3563243"/>
            <a:ext cx="8046720" cy="315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35"/>
              </a:lnSpc>
              <a:buNone/>
            </a:pPr>
            <a:r>
              <a:rPr lang="en-US" sz="1950" kern="0" spc="-29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Statistiques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553575" y="3935760"/>
            <a:ext cx="753465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consolidée des exécutions par élément, par espace de travail ou par période.</a:t>
            </a:r>
            <a:endParaRPr lang="en-US" sz="18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252409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BONNES PRATIQUES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Bonnes pratiques de surveillance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1852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Définir des seuils normaux de durée et de volume pour chaque charge récurrente.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Centraliser la revue des échecs plutôt que de les traiter au cas par cas.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Documenter les incidents récurrents pour accélérer leur résolution future.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19672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CAPACITÉ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Metrics de capacité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1433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Surveille et aide à gérer les coûts de charge de travail par capacité.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Nécessite l'installation par un administrateur du portail admin.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Permet de filtrer par type d'activité pour identifier les plus consommatrices.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301981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ENTREPÔT DE DONNÉES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Catégories d'opérations d'entrepôt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143000" y="3158877"/>
            <a:ext cx="14859000" cy="500063"/>
          </a:xfrm>
          <a:prstGeom prst="rect">
            <a:avLst/>
          </a:prstGeom>
          <a:gradFill rotWithShape="1">
            <a:gsLst>
              <a:gs pos="0">
                <a:srgbClr val="E6E6EC">
                  <a:alpha val="0"/>
                </a:srgbClr>
              </a:gs>
              <a:gs pos="50000">
                <a:srgbClr val="E6E6EC">
                  <a:alpha val="16000"/>
                </a:srgbClr>
              </a:gs>
              <a:gs pos="100000">
                <a:srgbClr val="E6E6EC">
                  <a:alpha val="16000"/>
                </a:srgbClr>
              </a:gs>
              <a:gs pos="100000">
                <a:srgbClr val="E6E6EC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43000" y="3649414"/>
            <a:ext cx="6061770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143000" y="3330327"/>
            <a:ext cx="6015023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132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CATÉGORIE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204770" y="3649414"/>
            <a:ext cx="8797230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204770" y="3330327"/>
            <a:ext cx="8832547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132" dirty="0">
                <a:solidFill>
                  <a:srgbClr val="EAEAE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143000" y="3658939"/>
            <a:ext cx="14859000" cy="54649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143000" y="4195911"/>
            <a:ext cx="6061770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143000" y="3830389"/>
            <a:ext cx="6015023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Requête d'entrepôt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7204770" y="4195911"/>
            <a:ext cx="8797230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204770" y="3830389"/>
            <a:ext cx="8832547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Requêtes T-SQL exécutées sur les tables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143000" y="4205436"/>
            <a:ext cx="14859000" cy="54649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1143000" y="4742408"/>
            <a:ext cx="6061770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143000" y="4376886"/>
            <a:ext cx="6015023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de terminaison d'analytique SQL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7204770" y="4742408"/>
            <a:ext cx="8797230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204770" y="4376886"/>
            <a:ext cx="8832547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Requêtes sur les tables du lakehouse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143000" y="4751933"/>
            <a:ext cx="14859000" cy="54649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1143000" y="5288905"/>
            <a:ext cx="6061770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1143000" y="4923383"/>
            <a:ext cx="6015023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 OneLake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7204770" y="5288905"/>
            <a:ext cx="8797230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7204770" y="4923383"/>
            <a:ext cx="8832547" cy="23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47500" lnSpcReduction="20000"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210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Consommation liée au stockage et à l'accès aux fichiers</a:t>
            </a:r>
            <a:endParaRPr lang="en-US" sz="21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59903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DMV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Vues de gestion dynamique (DMV)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1433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sys.dm_exec_connections : connexions actives entre l'entrepôt et le moteur.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sys.dm_exec_sessions : sessions ouvertes entre l'élément et le moteur.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Interrogeables directement en T-SQL pour un diagnostic en temps réel.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40398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ACTIVATOR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Déclencher des alertes avec Activator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1852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Fonctionne selon quatre concepts : événements, objets, propriétés, règles.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règle définit une condition à surveiller et une action à déclencher.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possibles : e-mail pour les cas non critiques, notification Teams pour une réponse rapide.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765" y="9867900"/>
            <a:ext cx="5977235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98792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 pratique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39814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20 minutes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3764161"/>
            <a:ext cx="39814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En binôme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43000" y="4279404"/>
            <a:ext cx="3728085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Mettre en place une supervision de bout en bout.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98745" y="3248918"/>
            <a:ext cx="12022455" cy="2045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Consulter le hub de surveillance sur un pipeline déjà exécuté.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Interroger une DMV pour lister les sessions actives.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une règle Activator alertant en cas de durée d'exécution anormale.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Tester la règle et vérifier la réception de l'alerte.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63073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des connaissances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2095649"/>
            <a:ext cx="176022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 outil permet de suivre la consommation d'unités de capacité dans le temps 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2739479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43025" y="2863304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hub de surveillance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43000" y="3466207"/>
            <a:ext cx="16002000" cy="631478"/>
          </a:xfrm>
          <a:prstGeom prst="roundRect">
            <a:avLst>
              <a:gd name="adj" fmla="val 12067"/>
            </a:avLst>
          </a:prstGeom>
          <a:solidFill>
            <a:srgbClr val="2C2642">
              <a:alpha val="55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343025" y="3590032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L'application Metrics de capacité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43000" y="4192935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343025" y="4316760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Activator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43000" y="5494883"/>
            <a:ext cx="176022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quels concepts repose Activator pour déclencher une alerte ?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143000" y="6138714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343025" y="6262539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Rôles et autorisations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143000" y="6865441"/>
            <a:ext cx="16002000" cy="631478"/>
          </a:xfrm>
          <a:prstGeom prst="roundRect">
            <a:avLst>
              <a:gd name="adj" fmla="val 12067"/>
            </a:avLst>
          </a:prstGeom>
          <a:solidFill>
            <a:srgbClr val="2C2642">
              <a:alpha val="55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343025" y="6989266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Événements, objets, propriétés et règles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143000" y="7592169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343025" y="7715994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Clés de substitution et dimensions</a:t>
            </a:r>
            <a:endParaRPr lang="en-US" sz="195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3550" y="9867900"/>
            <a:ext cx="61214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685651"/>
            <a:ext cx="193571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RÉCAPITULATIF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nous avons vu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019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hub de surveillance centralise l'état et l'historique des activités.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L'application Metrics de capacité suit la consommation et les coûts.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DMV donnent une vue en temps réel de l'activité d'un entrepôt.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Activator automatise la détection et la réponse aux anomalies.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3550" y="9867900"/>
            <a:ext cx="61214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62A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53A80">
                  <a:alpha val="70000"/>
                </a:srgbClr>
              </a:gs>
              <a:gs pos="64000">
                <a:srgbClr val="353A80">
                  <a:alpha val="0"/>
                </a:srgbClr>
              </a:gs>
            </a:gsLst>
            <a:path path="circle">
              <a:fillToRect l="22000" t="42000" r="78000" b="58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143000" y="4056162"/>
            <a:ext cx="263869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SESSION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4723805"/>
            <a:ext cx="11808470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Identification &amp; Resolution — Partie 1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5468689"/>
            <a:ext cx="891245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Diagnostiquer et corriger les échecs de pipelines, dataflows et notebooks.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5964E25350F4FB3FE643AE11B2B20" ma:contentTypeVersion="10" ma:contentTypeDescription="Create a new document." ma:contentTypeScope="" ma:versionID="1e1d1b9c64e4e863bf8aa3867e361155">
  <xsd:schema xmlns:xsd="http://www.w3.org/2001/XMLSchema" xmlns:xs="http://www.w3.org/2001/XMLSchema" xmlns:p="http://schemas.microsoft.com/office/2006/metadata/properties" xmlns:ns2="d9df9240-fc95-4deb-9c9d-de700c44a7a7" xmlns:ns3="33363a87-7e43-46da-9332-4c6d176b06e4" targetNamespace="http://schemas.microsoft.com/office/2006/metadata/properties" ma:root="true" ma:fieldsID="6f44e94be1ec4ee84c894018ce3c7098" ns2:_="" ns3:_="">
    <xsd:import namespace="d9df9240-fc95-4deb-9c9d-de700c44a7a7"/>
    <xsd:import namespace="33363a87-7e43-46da-9332-4c6d176b06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f9240-fc95-4deb-9c9d-de700c44a7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ef1542d-73bf-4483-a10a-dd7f0542ff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363a87-7e43-46da-9332-4c6d176b06e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3c4884d-0209-46c7-838c-3dc439699bfd}" ma:internalName="TaxCatchAll" ma:showField="CatchAllData" ma:web="33363a87-7e43-46da-9332-4c6d176b06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3363a87-7e43-46da-9332-4c6d176b06e4" xsi:nil="true"/>
    <lcf76f155ced4ddcb4097134ff3c332f xmlns="d9df9240-fc95-4deb-9c9d-de700c44a7a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39CD439-DDA1-4D7C-AD8E-08A6DD55A357}"/>
</file>

<file path=customXml/itemProps2.xml><?xml version="1.0" encoding="utf-8"?>
<ds:datastoreItem xmlns:ds="http://schemas.openxmlformats.org/officeDocument/2006/customXml" ds:itemID="{F8CCCF6E-03E5-4249-8D1A-BDF713EE82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791F59B-F314-4DCE-B75C-8E18ED96DF73}">
  <ds:schemaRefs>
    <ds:schemaRef ds:uri="33363a87-7e43-46da-9332-4c6d176b06e4"/>
    <ds:schemaRef ds:uri="d9df9240-fc95-4deb-9c9d-de700c44a7a7"/>
    <ds:schemaRef ds:uri="http://schemas.microsoft.com/office/2006/metadata/properties"/>
    <ds:schemaRef ds:uri="http://www.w3.org/XML/1998/namespace"/>
    <ds:schemaRef ds:uri="http://purl.org/dc/terms/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defa4170-0d19-0005-0004-bc88714345d2}" enabled="1" method="Standard" siteId="{ffe9cb1d-3ae5-460e-857d-cc6afe98ae6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630</Words>
  <Application>Microsoft Office PowerPoint</Application>
  <PresentationFormat>Personnalisé</PresentationFormat>
  <Paragraphs>96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Monitoring &amp; Alerts</dc:title>
  <dc:subject>PptxGenJS Presentation</dc:subject>
  <dc:creator/>
  <cp:lastModifiedBy>Rodrigue YENGO</cp:lastModifiedBy>
  <cp:revision>1</cp:revision>
  <dcterms:created xsi:type="dcterms:W3CDTF">2026-07-28T08:04:24Z</dcterms:created>
  <dcterms:modified xsi:type="dcterms:W3CDTF">2026-07-28T08:28:16Z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0x0101000085964E25350F4FB3FE643AE11B2B20</vt:lpwstr>
  </property>
  <property fmtid="{D5CDD505-2E9C-101B-9397-08002B2CF9AE}" pid="3" name="MediaServiceImageTags">
    <vt:lpwstr/>
  </property>
</Properties>
</file>