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F9275E-26DC-4F2B-A87A-03AFA209EE59}" v="2" dt="2026-07-28T08:15:56.6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 YENGO" userId="9019d928-c12d-48de-bdb2-52a833805ac2" providerId="ADAL" clId="{20734E0D-FF75-44B1-9DFF-D19DBB4D069A}"/>
    <pc:docChg chg="custSel modSld modMainMaster">
      <pc:chgData name="Rodrigue YENGO" userId="9019d928-c12d-48de-bdb2-52a833805ac2" providerId="ADAL" clId="{20734E0D-FF75-44B1-9DFF-D19DBB4D069A}" dt="2026-07-28T08:25:30.051" v="42" actId="22"/>
      <pc:docMkLst>
        <pc:docMk/>
      </pc:docMkLst>
      <pc:sldChg chg="modSp mod">
        <pc:chgData name="Rodrigue YENGO" userId="9019d928-c12d-48de-bdb2-52a833805ac2" providerId="ADAL" clId="{20734E0D-FF75-44B1-9DFF-D19DBB4D069A}" dt="2026-07-28T08:15:52.178" v="5" actId="27636"/>
        <pc:sldMkLst>
          <pc:docMk/>
          <pc:sldMk cId="0" sldId="256"/>
        </pc:sldMkLst>
        <pc:spChg chg="mod">
          <ac:chgData name="Rodrigue YENGO" userId="9019d928-c12d-48de-bdb2-52a833805ac2" providerId="ADAL" clId="{20734E0D-FF75-44B1-9DFF-D19DBB4D069A}" dt="2026-07-28T08:15:52.176" v="3" actId="27636"/>
          <ac:spMkLst>
            <pc:docMk/>
            <pc:sldMk cId="0" sldId="25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52.178" v="5" actId="27636"/>
          <ac:spMkLst>
            <pc:docMk/>
            <pc:sldMk cId="0" sldId="256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52.177" v="4" actId="27636"/>
          <ac:spMkLst>
            <pc:docMk/>
            <pc:sldMk cId="0" sldId="256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52.165" v="0" actId="27636"/>
          <ac:spMkLst>
            <pc:docMk/>
            <pc:sldMk cId="0" sldId="256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52.168" v="1" actId="27636"/>
          <ac:spMkLst>
            <pc:docMk/>
            <pc:sldMk cId="0" sldId="256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52.171" v="2" actId="27636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5:52.207" v="7" actId="27636"/>
        <pc:sldMkLst>
          <pc:docMk/>
          <pc:sldMk cId="0" sldId="257"/>
        </pc:sldMkLst>
        <pc:spChg chg="mod">
          <ac:chgData name="Rodrigue YENGO" userId="9019d928-c12d-48de-bdb2-52a833805ac2" providerId="ADAL" clId="{20734E0D-FF75-44B1-9DFF-D19DBB4D069A}" dt="2026-07-28T08:15:52.207" v="7" actId="27636"/>
          <ac:spMkLst>
            <pc:docMk/>
            <pc:sldMk cId="0" sldId="25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52.203" v="6" actId="27636"/>
          <ac:spMkLst>
            <pc:docMk/>
            <pc:sldMk cId="0" sldId="257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5:52.214" v="9" actId="27636"/>
        <pc:sldMkLst>
          <pc:docMk/>
          <pc:sldMk cId="0" sldId="258"/>
        </pc:sldMkLst>
        <pc:spChg chg="mod">
          <ac:chgData name="Rodrigue YENGO" userId="9019d928-c12d-48de-bdb2-52a833805ac2" providerId="ADAL" clId="{20734E0D-FF75-44B1-9DFF-D19DBB4D069A}" dt="2026-07-28T08:15:52.211" v="8" actId="27636"/>
          <ac:spMkLst>
            <pc:docMk/>
            <pc:sldMk cId="0" sldId="258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52.214" v="9" actId="27636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5:52.257" v="21" actId="27636"/>
        <pc:sldMkLst>
          <pc:docMk/>
          <pc:sldMk cId="0" sldId="259"/>
        </pc:sldMkLst>
        <pc:spChg chg="mod">
          <ac:chgData name="Rodrigue YENGO" userId="9019d928-c12d-48de-bdb2-52a833805ac2" providerId="ADAL" clId="{20734E0D-FF75-44B1-9DFF-D19DBB4D069A}" dt="2026-07-28T08:15:52.246" v="18" actId="27636"/>
          <ac:spMkLst>
            <pc:docMk/>
            <pc:sldMk cId="0" sldId="259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52.230" v="12" actId="27636"/>
          <ac:spMkLst>
            <pc:docMk/>
            <pc:sldMk cId="0" sldId="259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52.244" v="17" actId="27636"/>
          <ac:spMkLst>
            <pc:docMk/>
            <pc:sldMk cId="0" sldId="259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52.229" v="11" actId="27636"/>
          <ac:spMkLst>
            <pc:docMk/>
            <pc:sldMk cId="0" sldId="259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52.257" v="21" actId="2763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52.248" v="19" actId="2763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52.238" v="14" actId="2763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52.240" v="15" actId="27636"/>
          <ac:spMkLst>
            <pc:docMk/>
            <pc:sldMk cId="0" sldId="259"/>
            <ac:spMk id="1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52.242" v="16" actId="27636"/>
          <ac:spMkLst>
            <pc:docMk/>
            <pc:sldMk cId="0" sldId="259"/>
            <ac:spMk id="2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52.226" v="10" actId="27636"/>
          <ac:spMkLst>
            <pc:docMk/>
            <pc:sldMk cId="0" sldId="259"/>
            <ac:spMk id="2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52.250" v="20" actId="27636"/>
          <ac:spMkLst>
            <pc:docMk/>
            <pc:sldMk cId="0" sldId="259"/>
            <ac:spMk id="2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52.233" v="13" actId="27636"/>
          <ac:spMkLst>
            <pc:docMk/>
            <pc:sldMk cId="0" sldId="259"/>
            <ac:spMk id="29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5:52.273" v="23" actId="27636"/>
        <pc:sldMkLst>
          <pc:docMk/>
          <pc:sldMk cId="0" sldId="260"/>
        </pc:sldMkLst>
        <pc:spChg chg="mod">
          <ac:chgData name="Rodrigue YENGO" userId="9019d928-c12d-48de-bdb2-52a833805ac2" providerId="ADAL" clId="{20734E0D-FF75-44B1-9DFF-D19DBB4D069A}" dt="2026-07-28T08:15:52.269" v="22" actId="27636"/>
          <ac:spMkLst>
            <pc:docMk/>
            <pc:sldMk cId="0" sldId="260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52.273" v="23" actId="27636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5:52.287" v="25" actId="27636"/>
        <pc:sldMkLst>
          <pc:docMk/>
          <pc:sldMk cId="0" sldId="261"/>
        </pc:sldMkLst>
        <pc:spChg chg="mod">
          <ac:chgData name="Rodrigue YENGO" userId="9019d928-c12d-48de-bdb2-52a833805ac2" providerId="ADAL" clId="{20734E0D-FF75-44B1-9DFF-D19DBB4D069A}" dt="2026-07-28T08:15:52.285" v="24" actId="27636"/>
          <ac:spMkLst>
            <pc:docMk/>
            <pc:sldMk cId="0" sldId="261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52.287" v="25" actId="27636"/>
          <ac:spMkLst>
            <pc:docMk/>
            <pc:sldMk cId="0" sldId="261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5:52.301" v="29" actId="27636"/>
        <pc:sldMkLst>
          <pc:docMk/>
          <pc:sldMk cId="0" sldId="262"/>
        </pc:sldMkLst>
        <pc:spChg chg="mod">
          <ac:chgData name="Rodrigue YENGO" userId="9019d928-c12d-48de-bdb2-52a833805ac2" providerId="ADAL" clId="{20734E0D-FF75-44B1-9DFF-D19DBB4D069A}" dt="2026-07-28T08:15:52.295" v="26" actId="27636"/>
          <ac:spMkLst>
            <pc:docMk/>
            <pc:sldMk cId="0" sldId="262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52.301" v="29" actId="27636"/>
          <ac:spMkLst>
            <pc:docMk/>
            <pc:sldMk cId="0" sldId="262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52.299" v="28" actId="27636"/>
          <ac:spMkLst>
            <pc:docMk/>
            <pc:sldMk cId="0" sldId="262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52.298" v="27" actId="27636"/>
          <ac:spMkLst>
            <pc:docMk/>
            <pc:sldMk cId="0" sldId="262"/>
            <ac:spMk id="7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5:52.307" v="31" actId="27636"/>
        <pc:sldMkLst>
          <pc:docMk/>
          <pc:sldMk cId="0" sldId="263"/>
        </pc:sldMkLst>
        <pc:spChg chg="mod">
          <ac:chgData name="Rodrigue YENGO" userId="9019d928-c12d-48de-bdb2-52a833805ac2" providerId="ADAL" clId="{20734E0D-FF75-44B1-9DFF-D19DBB4D069A}" dt="2026-07-28T08:15:52.305" v="30" actId="27636"/>
          <ac:spMkLst>
            <pc:docMk/>
            <pc:sldMk cId="0" sldId="263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52.307" v="31" actId="27636"/>
          <ac:spMkLst>
            <pc:docMk/>
            <pc:sldMk cId="0" sldId="263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5:52.314" v="33" actId="27636"/>
        <pc:sldMkLst>
          <pc:docMk/>
          <pc:sldMk cId="0" sldId="264"/>
        </pc:sldMkLst>
        <pc:spChg chg="mod">
          <ac:chgData name="Rodrigue YENGO" userId="9019d928-c12d-48de-bdb2-52a833805ac2" providerId="ADAL" clId="{20734E0D-FF75-44B1-9DFF-D19DBB4D069A}" dt="2026-07-28T08:15:52.314" v="33" actId="27636"/>
          <ac:spMkLst>
            <pc:docMk/>
            <pc:sldMk cId="0" sldId="264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52.311" v="32" actId="27636"/>
          <ac:spMkLst>
            <pc:docMk/>
            <pc:sldMk cId="0" sldId="264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5:52.322" v="35" actId="27636"/>
        <pc:sldMkLst>
          <pc:docMk/>
          <pc:sldMk cId="0" sldId="265"/>
        </pc:sldMkLst>
        <pc:spChg chg="mod">
          <ac:chgData name="Rodrigue YENGO" userId="9019d928-c12d-48de-bdb2-52a833805ac2" providerId="ADAL" clId="{20734E0D-FF75-44B1-9DFF-D19DBB4D069A}" dt="2026-07-28T08:15:52.322" v="35" actId="27636"/>
          <ac:spMkLst>
            <pc:docMk/>
            <pc:sldMk cId="0" sldId="265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52.319" v="34" actId="27636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5:52.334" v="37" actId="27636"/>
        <pc:sldMkLst>
          <pc:docMk/>
          <pc:sldMk cId="0" sldId="266"/>
        </pc:sldMkLst>
        <pc:spChg chg="mod">
          <ac:chgData name="Rodrigue YENGO" userId="9019d928-c12d-48de-bdb2-52a833805ac2" providerId="ADAL" clId="{20734E0D-FF75-44B1-9DFF-D19DBB4D069A}" dt="2026-07-28T08:15:52.334" v="37" actId="27636"/>
          <ac:spMkLst>
            <pc:docMk/>
            <pc:sldMk cId="0" sldId="26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52.331" v="36" actId="27636"/>
          <ac:spMkLst>
            <pc:docMk/>
            <pc:sldMk cId="0" sldId="266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5:52.341" v="39" actId="27636"/>
        <pc:sldMkLst>
          <pc:docMk/>
          <pc:sldMk cId="0" sldId="267"/>
        </pc:sldMkLst>
        <pc:spChg chg="mod">
          <ac:chgData name="Rodrigue YENGO" userId="9019d928-c12d-48de-bdb2-52a833805ac2" providerId="ADAL" clId="{20734E0D-FF75-44B1-9DFF-D19DBB4D069A}" dt="2026-07-28T08:15:52.341" v="39" actId="27636"/>
          <ac:spMkLst>
            <pc:docMk/>
            <pc:sldMk cId="0" sldId="26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52.339" v="38" actId="27636"/>
          <ac:spMkLst>
            <pc:docMk/>
            <pc:sldMk cId="0" sldId="267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5:52.349" v="41" actId="27636"/>
        <pc:sldMkLst>
          <pc:docMk/>
          <pc:sldMk cId="0" sldId="268"/>
        </pc:sldMkLst>
        <pc:spChg chg="mod">
          <ac:chgData name="Rodrigue YENGO" userId="9019d928-c12d-48de-bdb2-52a833805ac2" providerId="ADAL" clId="{20734E0D-FF75-44B1-9DFF-D19DBB4D069A}" dt="2026-07-28T08:15:52.347" v="40" actId="27636"/>
          <ac:spMkLst>
            <pc:docMk/>
            <pc:sldMk cId="0" sldId="268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5:52.349" v="41" actId="27636"/>
          <ac:spMkLst>
            <pc:docMk/>
            <pc:sldMk cId="0" sldId="268"/>
            <ac:spMk id="5" creationId="{00000000-0000-0000-0000-000000000000}"/>
          </ac:spMkLst>
        </pc:spChg>
      </pc:sldChg>
      <pc:sldMasterChg chg="modSldLayout">
        <pc:chgData name="Rodrigue YENGO" userId="9019d928-c12d-48de-bdb2-52a833805ac2" providerId="ADAL" clId="{20734E0D-FF75-44B1-9DFF-D19DBB4D069A}" dt="2026-07-28T08:25:30.051" v="42" actId="22"/>
        <pc:sldMasterMkLst>
          <pc:docMk/>
          <pc:sldMasterMk cId="0" sldId="2147483648"/>
        </pc:sldMasterMkLst>
        <pc:sldLayoutChg chg="addSp mod">
          <pc:chgData name="Rodrigue YENGO" userId="9019d928-c12d-48de-bdb2-52a833805ac2" providerId="ADAL" clId="{20734E0D-FF75-44B1-9DFF-D19DBB4D069A}" dt="2026-07-28T08:25:30.051" v="42" actId="22"/>
          <pc:sldLayoutMkLst>
            <pc:docMk/>
            <pc:sldMasterMk cId="0" sldId="2147483648"/>
            <pc:sldLayoutMk cId="0" sldId="2147483649"/>
          </pc:sldLayoutMkLst>
          <pc:picChg chg="add">
            <ac:chgData name="Rodrigue YENGO" userId="9019d928-c12d-48de-bdb2-52a833805ac2" providerId="ADAL" clId="{20734E0D-FF75-44B1-9DFF-D19DBB4D069A}" dt="2026-07-28T08:25:30.051" v="42" actId="22"/>
            <ac:picMkLst>
              <pc:docMk/>
              <pc:sldMasterMk cId="0" sldId="2147483648"/>
              <pc:sldLayoutMk cId="0" sldId="2147483649"/>
              <ac:picMk id="3" creationId="{A5075824-F749-72D8-666A-957FC687B5C1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3054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Dernière session de la journée 1, on termine sur la gouvernance à l'échelle du locataire.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 de la journée 1 ; annoncer que le jour 2 attaque l'ingestion et la transformation des données.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5075824-F749-72D8-666A-957FC687B5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516350" y="50800"/>
            <a:ext cx="1752600" cy="11684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44537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1 · SESSION 4 · 14:55 – 17:00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85850" y="4149030"/>
            <a:ext cx="17665065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4174"/>
              </a:lnSpc>
              <a:buNone/>
            </a:pPr>
            <a:r>
              <a:rPr lang="en-US" sz="7500" kern="0" spc="-1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Gouvernance — Partie 2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143000" y="5375821"/>
            <a:ext cx="891245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Masquage dynamique des données, administration du locataire et gouvernance des données Fabric.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143000" y="9296400"/>
            <a:ext cx="324507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 France Study Group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264521" y="9296400"/>
            <a:ext cx="1366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496395" y="9296400"/>
            <a:ext cx="58921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Days — Microsoft Fabric Data Engineer (DP-700)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24836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1 · SESSION 4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d'apprentissage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019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Implémenter le masquage dynamique des données (DDM).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Utiliser le portail d'administration Fabric et gérer les licences.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Comprendre la gouvernance des données : approbation, traçabilité, catalogue.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Relier ces pratiques aux rôles et responsabilités d'une équipe data.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60573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DDM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Masquage dynamique des données (DDM)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271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Masque les données sensibles pour les utilisateurs non autorisés, sans les modifier physiquement.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administrateurs définissent la quantité de données révélée selon le type de masque.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S'applique au moment de la requête, de façon transparente pour l'application.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60573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DDM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de règles de masquage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143000" y="3158877"/>
            <a:ext cx="14859000" cy="500063"/>
          </a:xfrm>
          <a:prstGeom prst="rect">
            <a:avLst/>
          </a:prstGeom>
          <a:gradFill rotWithShape="1">
            <a:gsLst>
              <a:gs pos="0">
                <a:srgbClr val="E6E6EC">
                  <a:alpha val="0"/>
                </a:srgbClr>
              </a:gs>
              <a:gs pos="50000">
                <a:srgbClr val="E6E6EC">
                  <a:alpha val="16000"/>
                </a:srgbClr>
              </a:gs>
              <a:gs pos="100000">
                <a:srgbClr val="E6E6EC">
                  <a:alpha val="16000"/>
                </a:srgbClr>
              </a:gs>
              <a:gs pos="100000">
                <a:srgbClr val="E6E6EC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43000" y="3649414"/>
            <a:ext cx="2886373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143000" y="3330327"/>
            <a:ext cx="2744364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132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029373" y="3649414"/>
            <a:ext cx="11972627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029373" y="3330327"/>
            <a:ext cx="1210320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132" dirty="0">
                <a:solidFill>
                  <a:srgbClr val="EAEAE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D'USAGE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143000" y="3658939"/>
            <a:ext cx="14859000" cy="54649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143000" y="4195911"/>
            <a:ext cx="2886373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143000" y="3830389"/>
            <a:ext cx="2744364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défaut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4029373" y="4195911"/>
            <a:ext cx="11972627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029373" y="3830389"/>
            <a:ext cx="12103206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Masquage complet selon le type de données de la colonne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143000" y="4205436"/>
            <a:ext cx="14859000" cy="54649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1143000" y="4742408"/>
            <a:ext cx="2886373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143000" y="4376886"/>
            <a:ext cx="2744364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4029373" y="4742408"/>
            <a:ext cx="11972627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029373" y="4376886"/>
            <a:ext cx="12103206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révèle que le premier caractère et le domaine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143000" y="4751933"/>
            <a:ext cx="14859000" cy="54649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1143000" y="5288905"/>
            <a:ext cx="2886373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1143000" y="4923383"/>
            <a:ext cx="2744364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Aléatoire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4029373" y="5288905"/>
            <a:ext cx="11972627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029373" y="4923383"/>
            <a:ext cx="12103206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Remplace une valeur numérique par un nombre aléatoire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143000" y="5298430"/>
            <a:ext cx="14859000" cy="54649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1143000" y="5835402"/>
            <a:ext cx="2886373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1143000" y="5469880"/>
            <a:ext cx="2744364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Personnalisé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4029373" y="5835402"/>
            <a:ext cx="11972627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4029373" y="5469880"/>
            <a:ext cx="12103206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Masque partiel selon un motif défini (ex. numéro de carte)</a:t>
            </a:r>
            <a:endParaRPr lang="en-US" sz="210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60573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DDM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Configurer le masquage avec T-SQL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1852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ou ALTER TABLE avec la clause ADD MASK sur la colonne concernée.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UNMASK aux utilisateurs autorisés à voir la donnée en clair.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utilisateurs non autorisés reçoivent la valeur masquée dans les résultats de requête.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203017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AUTORISATIONS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Autorisations granulaires sur l'entrepôt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1852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d'accès affiné sur tables, vues et procédures stockées.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Utilise les commandes de langage de contrôle de données SQL : GRANT, DENY, REVOKE.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combine avec DDM, RLS et CLS pour une défense en profondeur.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216867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Portail d'administration Fabric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838200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Paramètres centralisés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584079"/>
            <a:ext cx="7848600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Gérer, examiner et appliquer des paramètres pour tout le locataire ou par capacité.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525000" y="3248918"/>
            <a:ext cx="838200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Espace de surveillance admin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0" y="3584079"/>
            <a:ext cx="7848600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Surveiller capacités, espaces de travail, éléments, activités et utilisateurs.</a:t>
            </a:r>
            <a:endParaRPr lang="en-US" sz="19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216867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Attribuer et gérer les licences utilisateur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69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gestion des licences Fabric se fait depuis le Centre d'administration Microsoft 365.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niveau de licence contrôle l'accès et les fonctionnalités disponibles pour chaque utilisateur.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combiner avec l'affectation de capacité pour un contrôle complet des coûts et des accès.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93113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GOUVERNANCE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Gouverner les données dans Fabric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69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Approuver le contenu Fabric pour signaler les éléments de confiance à l'organisation.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Suivre la traçabilité des données (lineage) entre les éléments et les charges de travail.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Analyser les métadonnées via le catalogue : nom, propriétaire, étiquette de sensibilité, statut d'approbation.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98792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 pratique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39814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25 minutes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3764161"/>
            <a:ext cx="39814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En groupe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43000" y="4279404"/>
            <a:ext cx="3728085" cy="1189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Concevoir une politique de gouvernance pour un jeu de données client.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98745" y="3248918"/>
            <a:ext cx="12022455" cy="2045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les colonnes sensibles à masquer (email, téléphone, numéro de compte).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Définir une règle DDM adaptée pour chacune.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Attribuer une étiquette de sensibilité et un statut d'approbation à l'élément dans le catalogue.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Documenter les rôles responsables de l'approbation.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63073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des connaissances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2095649"/>
            <a:ext cx="176022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 est le principal bénéfice du masquage dynamique des données 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2739479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43025" y="2863304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chiffre les données au repos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43000" y="3466207"/>
            <a:ext cx="16002000" cy="631478"/>
          </a:xfrm>
          <a:prstGeom prst="roundRect">
            <a:avLst>
              <a:gd name="adj" fmla="val 12067"/>
            </a:avLst>
          </a:prstGeom>
          <a:solidFill>
            <a:srgbClr val="2C2642">
              <a:alpha val="55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343025" y="3590032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limite l'exposition des données sensibles en temps réel, sans les modifier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43000" y="4192935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343025" y="4316760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archive automatiquement les anciennes versions des tables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43000" y="5494883"/>
            <a:ext cx="176022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Où gère-t-on les licences utilisateur Fabric ?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143000" y="6138714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343025" y="6262539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les paramètres de l'espace de travail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143000" y="6865441"/>
            <a:ext cx="16002000" cy="631478"/>
          </a:xfrm>
          <a:prstGeom prst="roundRect">
            <a:avLst>
              <a:gd name="adj" fmla="val 12067"/>
            </a:avLst>
          </a:prstGeom>
          <a:solidFill>
            <a:srgbClr val="2C2642">
              <a:alpha val="55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343025" y="6989266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le Centre d'administration Microsoft 365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143000" y="7592169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343025" y="7715994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l'application Metrics de capacité</a:t>
            </a:r>
            <a:endParaRPr lang="en-US" sz="195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3550" y="9867900"/>
            <a:ext cx="61214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93571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RÉCAPITULATIF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nous avons vu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3277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DDM protège les données sensibles au moment de la requête.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portail d'administration centralise paramètres, licences et surveillance du locataire.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gouvernance s'appuie sur l'approbation, la traçabilité et le catalogue de métadonnées.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et gouvernance forment ensemble le socle de confiance de la plateforme.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3550" y="9867900"/>
            <a:ext cx="61214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62A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53A80">
                  <a:alpha val="70000"/>
                </a:srgbClr>
              </a:gs>
              <a:gs pos="64000">
                <a:srgbClr val="353A80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4056162"/>
            <a:ext cx="2308488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DEMAIN — JOUR 2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4723805"/>
            <a:ext cx="4779377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 Patterns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5468689"/>
            <a:ext cx="891245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Ingérer et charger des données dans un lakehouse et un entrepôt de données Fabric.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5964E25350F4FB3FE643AE11B2B20" ma:contentTypeVersion="10" ma:contentTypeDescription="Create a new document." ma:contentTypeScope="" ma:versionID="1e1d1b9c64e4e863bf8aa3867e361155">
  <xsd:schema xmlns:xsd="http://www.w3.org/2001/XMLSchema" xmlns:xs="http://www.w3.org/2001/XMLSchema" xmlns:p="http://schemas.microsoft.com/office/2006/metadata/properties" xmlns:ns2="d9df9240-fc95-4deb-9c9d-de700c44a7a7" xmlns:ns3="33363a87-7e43-46da-9332-4c6d176b06e4" targetNamespace="http://schemas.microsoft.com/office/2006/metadata/properties" ma:root="true" ma:fieldsID="6f44e94be1ec4ee84c894018ce3c7098" ns2:_="" ns3:_="">
    <xsd:import namespace="d9df9240-fc95-4deb-9c9d-de700c44a7a7"/>
    <xsd:import namespace="33363a87-7e43-46da-9332-4c6d176b06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f9240-fc95-4deb-9c9d-de700c44a7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ef1542d-73bf-4483-a10a-dd7f0542ff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363a87-7e43-46da-9332-4c6d176b06e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3c4884d-0209-46c7-838c-3dc439699bfd}" ma:internalName="TaxCatchAll" ma:showField="CatchAllData" ma:web="33363a87-7e43-46da-9332-4c6d176b06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3363a87-7e43-46da-9332-4c6d176b06e4" xsi:nil="true"/>
    <lcf76f155ced4ddcb4097134ff3c332f xmlns="d9df9240-fc95-4deb-9c9d-de700c44a7a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FBCCA3E-88B8-49A5-ADD7-73BED9D20306}"/>
</file>

<file path=customXml/itemProps2.xml><?xml version="1.0" encoding="utf-8"?>
<ds:datastoreItem xmlns:ds="http://schemas.openxmlformats.org/officeDocument/2006/customXml" ds:itemID="{C94047A6-2EB3-4176-B45D-8A9D934C58F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AA7318-25CD-4D58-B64F-B056E6AEDF68}">
  <ds:schemaRefs>
    <ds:schemaRef ds:uri="d9df9240-fc95-4deb-9c9d-de700c44a7a7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elements/1.1/"/>
    <ds:schemaRef ds:uri="33363a87-7e43-46da-9332-4c6d176b06e4"/>
    <ds:schemaRef ds:uri="http://purl.org/dc/terms/"/>
    <ds:schemaRef ds:uri="http://www.w3.org/XML/1998/namespace"/>
    <ds:schemaRef ds:uri="http://schemas.microsoft.com/office/infopath/2007/PartnerControls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defa4170-0d19-0005-0004-bc88714345d2}" enabled="1" method="Standard" siteId="{ffe9cb1d-3ae5-460e-857d-cc6afe98ae6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694</Words>
  <Application>Microsoft Office PowerPoint</Application>
  <PresentationFormat>Personnalisé</PresentationFormat>
  <Paragraphs>98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&amp; Gouvernance — Partie 2</dc:title>
  <dc:subject>PptxGenJS Presentation</dc:subject>
  <dc:creator/>
  <cp:lastModifiedBy>Rodrigue YENGO</cp:lastModifiedBy>
  <cp:revision>1</cp:revision>
  <dcterms:created xsi:type="dcterms:W3CDTF">2026-07-28T08:11:57Z</dcterms:created>
  <dcterms:modified xsi:type="dcterms:W3CDTF">2026-07-28T08:25:33Z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0x0101000085964E25350F4FB3FE643AE11B2B20</vt:lpwstr>
  </property>
  <property fmtid="{D5CDD505-2E9C-101B-9397-08002B2CF9AE}" pid="3" name="MediaServiceImageTags">
    <vt:lpwstr/>
  </property>
</Properties>
</file>