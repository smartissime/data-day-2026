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3A9776-4EB8-4998-B4ED-80CDAC395ED4}" v="2" dt="2026-07-28T08:18:23.0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custSel modSld modMainMaster">
      <pc:chgData name="Rodrigue YENGO" userId="9019d928-c12d-48de-bdb2-52a833805ac2" providerId="ADAL" clId="{20734E0D-FF75-44B1-9DFF-D19DBB4D069A}" dt="2026-07-28T08:27:36.691" v="41" actId="22"/>
      <pc:docMkLst>
        <pc:docMk/>
      </pc:docMkLst>
      <pc:sldChg chg="modSp mod">
        <pc:chgData name="Rodrigue YENGO" userId="9019d928-c12d-48de-bdb2-52a833805ac2" providerId="ADAL" clId="{20734E0D-FF75-44B1-9DFF-D19DBB4D069A}" dt="2026-07-28T08:18:20.792" v="5" actId="27636"/>
        <pc:sldMkLst>
          <pc:docMk/>
          <pc:sldMk cId="0" sldId="256"/>
        </pc:sldMkLst>
        <pc:spChg chg="mod">
          <ac:chgData name="Rodrigue YENGO" userId="9019d928-c12d-48de-bdb2-52a833805ac2" providerId="ADAL" clId="{20734E0D-FF75-44B1-9DFF-D19DBB4D069A}" dt="2026-07-28T08:18:20.776" v="0" actId="2763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788" v="4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779" v="1" actId="27636"/>
          <ac:spMkLst>
            <pc:docMk/>
            <pc:sldMk cId="0" sldId="256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786" v="3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783" v="2" actId="276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792" v="5" actId="27636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8:20.823" v="7" actId="27636"/>
        <pc:sldMkLst>
          <pc:docMk/>
          <pc:sldMk cId="0" sldId="257"/>
        </pc:sldMkLst>
        <pc:spChg chg="mod">
          <ac:chgData name="Rodrigue YENGO" userId="9019d928-c12d-48de-bdb2-52a833805ac2" providerId="ADAL" clId="{20734E0D-FF75-44B1-9DFF-D19DBB4D069A}" dt="2026-07-28T08:18:20.823" v="7" actId="27636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820" v="6" actId="27636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8:20.835" v="9" actId="27636"/>
        <pc:sldMkLst>
          <pc:docMk/>
          <pc:sldMk cId="0" sldId="258"/>
        </pc:sldMkLst>
        <pc:spChg chg="mod">
          <ac:chgData name="Rodrigue YENGO" userId="9019d928-c12d-48de-bdb2-52a833805ac2" providerId="ADAL" clId="{20734E0D-FF75-44B1-9DFF-D19DBB4D069A}" dt="2026-07-28T08:18:20.835" v="9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832" v="8" actId="27636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8:20.875" v="14" actId="27636"/>
        <pc:sldMkLst>
          <pc:docMk/>
          <pc:sldMk cId="0" sldId="259"/>
        </pc:sldMkLst>
        <pc:spChg chg="mod">
          <ac:chgData name="Rodrigue YENGO" userId="9019d928-c12d-48de-bdb2-52a833805ac2" providerId="ADAL" clId="{20734E0D-FF75-44B1-9DFF-D19DBB4D069A}" dt="2026-07-28T08:18:20.862" v="10" actId="276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869" v="12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872" v="13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875" v="14" actId="276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865" v="11" actId="27636"/>
          <ac:spMkLst>
            <pc:docMk/>
            <pc:sldMk cId="0" sldId="259"/>
            <ac:spMk id="9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8:20.922" v="24" actId="27636"/>
        <pc:sldMkLst>
          <pc:docMk/>
          <pc:sldMk cId="0" sldId="260"/>
        </pc:sldMkLst>
        <pc:spChg chg="mod">
          <ac:chgData name="Rodrigue YENGO" userId="9019d928-c12d-48de-bdb2-52a833805ac2" providerId="ADAL" clId="{20734E0D-FF75-44B1-9DFF-D19DBB4D069A}" dt="2026-07-28T08:18:20.915" v="22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898" v="19" actId="27636"/>
          <ac:spMkLst>
            <pc:docMk/>
            <pc:sldMk cId="0" sldId="260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885" v="15" actId="27636"/>
          <ac:spMkLst>
            <pc:docMk/>
            <pc:sldMk cId="0" sldId="260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909" v="21" actId="27636"/>
          <ac:spMkLst>
            <pc:docMk/>
            <pc:sldMk cId="0" sldId="260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918" v="23" actId="2763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887" v="16" actId="2763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902" v="20" actId="2763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889" v="17" actId="2763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922" v="24" actId="2763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895" v="18" actId="27636"/>
          <ac:spMkLst>
            <pc:docMk/>
            <pc:sldMk cId="0" sldId="260"/>
            <ac:spMk id="2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8:20.933" v="26" actId="27636"/>
        <pc:sldMkLst>
          <pc:docMk/>
          <pc:sldMk cId="0" sldId="261"/>
        </pc:sldMkLst>
        <pc:spChg chg="mod">
          <ac:chgData name="Rodrigue YENGO" userId="9019d928-c12d-48de-bdb2-52a833805ac2" providerId="ADAL" clId="{20734E0D-FF75-44B1-9DFF-D19DBB4D069A}" dt="2026-07-28T08:18:20.930" v="25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933" v="26" actId="27636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8:20.940" v="28" actId="27636"/>
        <pc:sldMkLst>
          <pc:docMk/>
          <pc:sldMk cId="0" sldId="262"/>
        </pc:sldMkLst>
        <pc:spChg chg="mod">
          <ac:chgData name="Rodrigue YENGO" userId="9019d928-c12d-48de-bdb2-52a833805ac2" providerId="ADAL" clId="{20734E0D-FF75-44B1-9DFF-D19DBB4D069A}" dt="2026-07-28T08:18:20.938" v="27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940" v="28" actId="27636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8:20.948" v="30" actId="27636"/>
        <pc:sldMkLst>
          <pc:docMk/>
          <pc:sldMk cId="0" sldId="263"/>
        </pc:sldMkLst>
        <pc:spChg chg="mod">
          <ac:chgData name="Rodrigue YENGO" userId="9019d928-c12d-48de-bdb2-52a833805ac2" providerId="ADAL" clId="{20734E0D-FF75-44B1-9DFF-D19DBB4D069A}" dt="2026-07-28T08:18:20.948" v="30" actId="27636"/>
          <ac:spMkLst>
            <pc:docMk/>
            <pc:sldMk cId="0" sldId="263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945" v="29" actId="27636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8:20.957" v="32" actId="27636"/>
        <pc:sldMkLst>
          <pc:docMk/>
          <pc:sldMk cId="0" sldId="264"/>
        </pc:sldMkLst>
        <pc:spChg chg="mod">
          <ac:chgData name="Rodrigue YENGO" userId="9019d928-c12d-48de-bdb2-52a833805ac2" providerId="ADAL" clId="{20734E0D-FF75-44B1-9DFF-D19DBB4D069A}" dt="2026-07-28T08:18:20.954" v="31" actId="27636"/>
          <ac:spMkLst>
            <pc:docMk/>
            <pc:sldMk cId="0" sldId="264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957" v="32" actId="27636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8:20.965" v="34" actId="27636"/>
        <pc:sldMkLst>
          <pc:docMk/>
          <pc:sldMk cId="0" sldId="265"/>
        </pc:sldMkLst>
        <pc:spChg chg="mod">
          <ac:chgData name="Rodrigue YENGO" userId="9019d928-c12d-48de-bdb2-52a833805ac2" providerId="ADAL" clId="{20734E0D-FF75-44B1-9DFF-D19DBB4D069A}" dt="2026-07-28T08:18:20.965" v="34" actId="27636"/>
          <ac:spMkLst>
            <pc:docMk/>
            <pc:sldMk cId="0" sldId="265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962" v="33" actId="27636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8:20.981" v="36" actId="27636"/>
        <pc:sldMkLst>
          <pc:docMk/>
          <pc:sldMk cId="0" sldId="266"/>
        </pc:sldMkLst>
        <pc:spChg chg="mod">
          <ac:chgData name="Rodrigue YENGO" userId="9019d928-c12d-48de-bdb2-52a833805ac2" providerId="ADAL" clId="{20734E0D-FF75-44B1-9DFF-D19DBB4D069A}" dt="2026-07-28T08:18:20.978" v="35" actId="27636"/>
          <ac:spMkLst>
            <pc:docMk/>
            <pc:sldMk cId="0" sldId="26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981" v="36" actId="27636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8:20.992" v="38" actId="27636"/>
        <pc:sldMkLst>
          <pc:docMk/>
          <pc:sldMk cId="0" sldId="267"/>
        </pc:sldMkLst>
        <pc:spChg chg="mod">
          <ac:chgData name="Rodrigue YENGO" userId="9019d928-c12d-48de-bdb2-52a833805ac2" providerId="ADAL" clId="{20734E0D-FF75-44B1-9DFF-D19DBB4D069A}" dt="2026-07-28T08:18:20.988" v="37" actId="27636"/>
          <ac:spMkLst>
            <pc:docMk/>
            <pc:sldMk cId="0" sldId="26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992" v="38" actId="27636"/>
          <ac:spMkLst>
            <pc:docMk/>
            <pc:sldMk cId="0" sldId="267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8:21.001" v="40" actId="27636"/>
        <pc:sldMkLst>
          <pc:docMk/>
          <pc:sldMk cId="0" sldId="268"/>
        </pc:sldMkLst>
        <pc:spChg chg="mod">
          <ac:chgData name="Rodrigue YENGO" userId="9019d928-c12d-48de-bdb2-52a833805ac2" providerId="ADAL" clId="{20734E0D-FF75-44B1-9DFF-D19DBB4D069A}" dt="2026-07-28T08:18:21.001" v="40" actId="27636"/>
          <ac:spMkLst>
            <pc:docMk/>
            <pc:sldMk cId="0" sldId="26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8:20.999" v="39" actId="27636"/>
          <ac:spMkLst>
            <pc:docMk/>
            <pc:sldMk cId="0" sldId="268"/>
            <ac:spMk id="5" creationId="{00000000-0000-0000-0000-000000000000}"/>
          </ac:spMkLst>
        </pc:spChg>
      </pc:sldChg>
      <pc:sldMasterChg chg="modSldLayout">
        <pc:chgData name="Rodrigue YENGO" userId="9019d928-c12d-48de-bdb2-52a833805ac2" providerId="ADAL" clId="{20734E0D-FF75-44B1-9DFF-D19DBB4D069A}" dt="2026-07-28T08:27:36.691" v="41" actId="22"/>
        <pc:sldMasterMkLst>
          <pc:docMk/>
          <pc:sldMasterMk cId="0" sldId="2147483648"/>
        </pc:sldMasterMkLst>
        <pc:sldLayoutChg chg="addSp mod">
          <pc:chgData name="Rodrigue YENGO" userId="9019d928-c12d-48de-bdb2-52a833805ac2" providerId="ADAL" clId="{20734E0D-FF75-44B1-9DFF-D19DBB4D069A}" dt="2026-07-28T08:27:36.691" v="41" actId="22"/>
          <pc:sldLayoutMkLst>
            <pc:docMk/>
            <pc:sldMasterMk cId="0" sldId="2147483648"/>
            <pc:sldLayoutMk cId="0" sldId="2147483649"/>
          </pc:sldLayoutMkLst>
          <pc:picChg chg="add">
            <ac:chgData name="Rodrigue YENGO" userId="9019d928-c12d-48de-bdb2-52a833805ac2" providerId="ADAL" clId="{20734E0D-FF75-44B1-9DFF-D19DBB4D069A}" dt="2026-07-28T08:27:36.691" v="41" actId="22"/>
            <ac:picMkLst>
              <pc:docMk/>
              <pc:sldMasterMk cId="0" sldId="2147483648"/>
              <pc:sldLayoutMk cId="0" sldId="2147483649"/>
              <ac:picMk id="3" creationId="{5C125B43-16A9-9683-8018-DFB6A5B2EDC9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141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Reprise après le déjeuner : architecture en médaillon et chargement T-SQL.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Basculer sur le temps réel pour la fin de journée.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C125B43-16A9-9683-8018-DFB6A5B2ED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516350" y="50800"/>
            <a:ext cx="1752600" cy="1168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44537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2 · SESSION 3 · 13:00 – 14:45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85850" y="4149030"/>
            <a:ext cx="176650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Transformation — Suite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375821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Organiser un lakehouse avec l'architecture en médaillon et charger des données avec T-SQL.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3000" y="9296400"/>
            <a:ext cx="32450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496395" y="9296400"/>
            <a:ext cx="58921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Microsoft Fabric Data Engineer (DP-700)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4836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2 · SESSION 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d'apprentissage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019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Appliquer les principes de l'architecture en médaillon.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Décider où placer les transformations entre les couches.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Charger des tables avec T-SQL et combiner plusieurs sources.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Copilot pour accélérer certaines transformations.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4547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MÉDAILLON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d'ensemble de l'architecture en médaillon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433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principe d'organisation des données en couches de qualité croissante.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couche a une responsabilité claire : ingérer, nettoyer, modéliser.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Facilite la gouvernance et la réutilisation des données à chaque étape.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4547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MÉDAILLON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Décider où transformer les données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4970678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quantité de données transitera à chaque exécution ?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730901" y="3248918"/>
            <a:ext cx="5308655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Complexité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30901" y="3584079"/>
            <a:ext cx="4970831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complexité pour les transformations à appliquer ?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31895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Fréquence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18950" y="3584079"/>
            <a:ext cx="4970678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quelle fréquence les données doivent-elles être transférées ?</a:t>
            </a:r>
            <a:endParaRPr lang="en-US" sz="1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4547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MÉDAILLON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Implémenter Bronze, Silver, Gold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3158877"/>
            <a:ext cx="14859000" cy="500063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43000" y="3649414"/>
            <a:ext cx="2134046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143000" y="3330327"/>
            <a:ext cx="19816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277046" y="3649414"/>
            <a:ext cx="12724954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277046" y="3330327"/>
            <a:ext cx="12878102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AEAE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43000" y="3658939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143000" y="4195911"/>
            <a:ext cx="2134046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143000" y="3830389"/>
            <a:ext cx="1981646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3277046" y="4195911"/>
            <a:ext cx="12724954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277046" y="3830389"/>
            <a:ext cx="12878102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Ingérer les données brutes telles quelles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43000" y="4205436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143000" y="4742408"/>
            <a:ext cx="2134046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143000" y="4376886"/>
            <a:ext cx="1981646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3277046" y="4742408"/>
            <a:ext cx="12724954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277046" y="4376886"/>
            <a:ext cx="12878102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Nettoyer et valider les données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43000" y="4751933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143000" y="5288905"/>
            <a:ext cx="2134046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143000" y="4923383"/>
            <a:ext cx="1981646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(Gold)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3277046" y="5288905"/>
            <a:ext cx="12724954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277046" y="4923383"/>
            <a:ext cx="12878102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Transformations et modélisation supplémentaires pour l'analyse</a:t>
            </a:r>
            <a:endParaRPr lang="en-US" sz="21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4547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MÉDAILLON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Sécuriser les couches de médaillon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433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Restreindre l'accès à la couche Bronze aux seuls ingénieurs données.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la couche Gold aux analystes et consommateurs de rapports.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Appliquer RLS, CLS et DDM selon la sensibilité de chaque couche.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82346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T-SQL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et charger des tables avec T-SQL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271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TABLE pour définir le schéma d'une table dans l'entrepôt ou le lakehouse.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L'instruction COPY charge des fichiers depuis un stockage externe (PARQUET, CSV).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Gérer les erreurs et les fichiers multiples lors du chargement.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82346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T-SQL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Combiner des données de plusieurs sources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Nécessite un nommage en trois parties pour référencer une autre base de données.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TABLE AS SELECT (CTAS) pour matérialiser un résultat combiné.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INSERT…SELECT pour ajouter des données combinées à une table existante.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06947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avec Copilot et générer des rapports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271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peut proposer des transformations en langage naturel dans les Dataflows.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: transformer une colonne texte (Homme/Femme) en valeur numérique.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modèle sémantique par défaut permet de créer des rapports Power BI directement sur le lakehouse.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9879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 pratique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25 minutes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764161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En binôme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4279404"/>
            <a:ext cx="372808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Organiser un lakehouse selon une architecture en médaillon.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98745" y="3248918"/>
            <a:ext cx="12022455" cy="2045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les trois couches Bronze, Silver, Gold dans un lakehouse.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Ingérer un fichier brut en Bronze puis le nettoyer en Silver.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Modéliser une table analytique en Gold avec CTAS.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 rapport simple sur la couche Gold.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630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couche de l'architecture en médaillon contient les données nettoyées et validées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273947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286330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466207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3590032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192935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31676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(Gold)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43000" y="5494883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instruction T-SQL permet de matérialiser le résultat d'une requête combinant plusieurs sources ?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43000" y="6138714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343025" y="6262539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MASK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43000" y="6865441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343025" y="6989266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TABLE AS SELECT (CTAS)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143000" y="759216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343025" y="771599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UNMASK</a:t>
            </a:r>
            <a:endParaRPr lang="en-US" sz="19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93571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RÉCAPITULATIF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nous avons vu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85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L'architecture en médaillon organise la donnée en couches de qualité croissante.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choix du lieu de transformation dépend du volume, de la complexité et de la fréquence.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T-SQL permet de créer des tables et de combiner plusieurs sources.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accélère certaines transformations dans les Dataflows.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4056162"/>
            <a:ext cx="263869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SESSION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723805"/>
            <a:ext cx="7306092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Transformation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468689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Eventstream, Eventhouse et KQL pour transformer les données en temps réel.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eate a new document." ma:contentTypeScope="" ma:versionID="1e1d1b9c64e4e863bf8aa3867e361155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6f44e94be1ec4ee84c894018ce3c7098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63CBCD-D348-40C2-A03D-442FBE47F014}">
  <ds:schemaRefs>
    <ds:schemaRef ds:uri="http://purl.org/dc/dcmitype/"/>
    <ds:schemaRef ds:uri="d9df9240-fc95-4deb-9c9d-de700c44a7a7"/>
    <ds:schemaRef ds:uri="http://schemas.microsoft.com/office/2006/metadata/properties"/>
    <ds:schemaRef ds:uri="33363a87-7e43-46da-9332-4c6d176b06e4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F200BA4-7794-48B9-AAF8-DA626C5C5FB4}"/>
</file>

<file path=customXml/itemProps3.xml><?xml version="1.0" encoding="utf-8"?>
<ds:datastoreItem xmlns:ds="http://schemas.openxmlformats.org/officeDocument/2006/customXml" ds:itemID="{0D1148A9-BE5D-4E5C-8E92-D645A636004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</Words>
  <Application>Microsoft Office PowerPoint</Application>
  <PresentationFormat>Personnalisé</PresentationFormat>
  <Paragraphs>98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Batch Transformation — Suite</dc:title>
  <dc:subject>PptxGenJS Presentation</dc:subject>
  <dc:creator/>
  <cp:lastModifiedBy>Rodrigue YENGO</cp:lastModifiedBy>
  <cp:revision>1</cp:revision>
  <dcterms:created xsi:type="dcterms:W3CDTF">2026-07-28T07:59:02Z</dcterms:created>
  <dcterms:modified xsi:type="dcterms:W3CDTF">2026-07-28T08:27:42Z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