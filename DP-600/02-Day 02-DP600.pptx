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07D215-099C-4D03-9EDE-17D8C7DADF56}" v="2" dt="2026-07-24T20:35:28.0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57082" autoAdjust="0"/>
  </p:normalViewPr>
  <p:slideViewPr>
    <p:cSldViewPr snapToGrid="0" snapToObjects="1">
      <p:cViewPr varScale="1">
        <p:scale>
          <a:sx n="48" d="100"/>
          <a:sy n="48" d="100"/>
        </p:scale>
        <p:origin x="203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9019d928-c12d-48de-bdb2-52a833805ac2" providerId="ADAL" clId="{20734E0D-FF75-44B1-9DFF-D19DBB4D069A}"/>
    <pc:docChg chg="custSel modSld">
      <pc:chgData name="Rodrigue YENGO" userId="9019d928-c12d-48de-bdb2-52a833805ac2" providerId="ADAL" clId="{20734E0D-FF75-44B1-9DFF-D19DBB4D069A}" dt="2026-07-24T20:11:39.723" v="257" actId="27636"/>
      <pc:docMkLst>
        <pc:docMk/>
      </pc:docMkLst>
      <pc:sldChg chg="modSp mod">
        <pc:chgData name="Rodrigue YENGO" userId="9019d928-c12d-48de-bdb2-52a833805ac2" providerId="ADAL" clId="{20734E0D-FF75-44B1-9DFF-D19DBB4D069A}" dt="2026-07-24T20:11:39.545" v="140" actId="27636"/>
        <pc:sldMkLst>
          <pc:docMk/>
          <pc:sldMk cId="0" sldId="256"/>
        </pc:sldMkLst>
        <pc:spChg chg="mod">
          <ac:chgData name="Rodrigue YENGO" userId="9019d928-c12d-48de-bdb2-52a833805ac2" providerId="ADAL" clId="{20734E0D-FF75-44B1-9DFF-D19DBB4D069A}" dt="2026-07-24T20:11:39.542" v="136" actId="27636"/>
          <ac:spMkLst>
            <pc:docMk/>
            <pc:sldMk cId="0" sldId="256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45" v="140" actId="276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45" v="139" actId="27636"/>
          <ac:spMkLst>
            <pc:docMk/>
            <pc:sldMk cId="0" sldId="256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41" v="135" actId="2763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43" v="137" actId="2763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44" v="138" actId="27636"/>
          <ac:spMkLst>
            <pc:docMk/>
            <pc:sldMk cId="0" sldId="256"/>
            <ac:spMk id="12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11:39.562" v="155" actId="27636"/>
        <pc:sldMkLst>
          <pc:docMk/>
          <pc:sldMk cId="0" sldId="257"/>
        </pc:sldMkLst>
        <pc:spChg chg="mod">
          <ac:chgData name="Rodrigue YENGO" userId="9019d928-c12d-48de-bdb2-52a833805ac2" providerId="ADAL" clId="{20734E0D-FF75-44B1-9DFF-D19DBB4D069A}" dt="2026-07-24T20:11:39.557" v="148" actId="27636"/>
          <ac:spMkLst>
            <pc:docMk/>
            <pc:sldMk cId="0" sldId="257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53" v="144" actId="27636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51" v="142" actId="27636"/>
          <ac:spMkLst>
            <pc:docMk/>
            <pc:sldMk cId="0" sldId="257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60" v="152" actId="27636"/>
          <ac:spMkLst>
            <pc:docMk/>
            <pc:sldMk cId="0" sldId="257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54" v="145" actId="276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55" v="146" actId="27636"/>
          <ac:spMkLst>
            <pc:docMk/>
            <pc:sldMk cId="0" sldId="257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60" v="153" actId="2763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50" v="141" actId="2763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56" v="147" actId="2763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58" v="150" actId="2763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61" v="154" actId="2763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59" v="151" actId="2763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62" v="155" actId="2763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52" v="143" actId="2763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57" v="149" actId="27636"/>
          <ac:spMkLst>
            <pc:docMk/>
            <pc:sldMk cId="0" sldId="257"/>
            <ac:spMk id="19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11:39.595" v="164" actId="27636"/>
        <pc:sldMkLst>
          <pc:docMk/>
          <pc:sldMk cId="0" sldId="258"/>
        </pc:sldMkLst>
        <pc:spChg chg="mod">
          <ac:chgData name="Rodrigue YENGO" userId="9019d928-c12d-48de-bdb2-52a833805ac2" providerId="ADAL" clId="{20734E0D-FF75-44B1-9DFF-D19DBB4D069A}" dt="2026-07-24T20:11:39.591" v="159" actId="27636"/>
          <ac:spMkLst>
            <pc:docMk/>
            <pc:sldMk cId="0" sldId="258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92" v="161" actId="27636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92" v="160" actId="276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88" v="156" actId="27636"/>
          <ac:spMkLst>
            <pc:docMk/>
            <pc:sldMk cId="0" sldId="258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93" v="162" actId="27636"/>
          <ac:spMkLst>
            <pc:docMk/>
            <pc:sldMk cId="0" sldId="258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90" v="158" actId="27636"/>
          <ac:spMkLst>
            <pc:docMk/>
            <pc:sldMk cId="0" sldId="258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89" v="157" actId="27636"/>
          <ac:spMkLst>
            <pc:docMk/>
            <pc:sldMk cId="0" sldId="258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94" v="163" actId="27636"/>
          <ac:spMkLst>
            <pc:docMk/>
            <pc:sldMk cId="0" sldId="258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95" v="164" actId="27636"/>
          <ac:spMkLst>
            <pc:docMk/>
            <pc:sldMk cId="0" sldId="258"/>
            <ac:spMk id="10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11:39.618" v="181" actId="27636"/>
        <pc:sldMkLst>
          <pc:docMk/>
          <pc:sldMk cId="0" sldId="259"/>
        </pc:sldMkLst>
        <pc:spChg chg="mod">
          <ac:chgData name="Rodrigue YENGO" userId="9019d928-c12d-48de-bdb2-52a833805ac2" providerId="ADAL" clId="{20734E0D-FF75-44B1-9DFF-D19DBB4D069A}" dt="2026-07-24T20:11:39.606" v="168" actId="27636"/>
          <ac:spMkLst>
            <pc:docMk/>
            <pc:sldMk cId="0" sldId="259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12" v="174" actId="27636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11" v="173" actId="276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07" v="169" actId="27636"/>
          <ac:spMkLst>
            <pc:docMk/>
            <pc:sldMk cId="0" sldId="259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18" v="181" actId="27636"/>
          <ac:spMkLst>
            <pc:docMk/>
            <pc:sldMk cId="0" sldId="259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15" v="178" actId="27636"/>
          <ac:spMkLst>
            <pc:docMk/>
            <pc:sldMk cId="0" sldId="259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15" v="179" actId="2763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04" v="166" actId="2763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17" v="180" actId="2763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03" v="165" actId="2763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05" v="167" actId="2763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09" v="171" actId="2763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14" v="177" actId="2763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13" v="176" actId="2763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08" v="170" actId="2763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10" v="172" actId="2763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12" v="175" actId="27636"/>
          <ac:spMkLst>
            <pc:docMk/>
            <pc:sldMk cId="0" sldId="259"/>
            <ac:spMk id="23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11:39.630" v="190" actId="27636"/>
        <pc:sldMkLst>
          <pc:docMk/>
          <pc:sldMk cId="0" sldId="260"/>
        </pc:sldMkLst>
        <pc:spChg chg="mod">
          <ac:chgData name="Rodrigue YENGO" userId="9019d928-c12d-48de-bdb2-52a833805ac2" providerId="ADAL" clId="{20734E0D-FF75-44B1-9DFF-D19DBB4D069A}" dt="2026-07-24T20:11:39.626" v="184" actId="27636"/>
          <ac:spMkLst>
            <pc:docMk/>
            <pc:sldMk cId="0" sldId="260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24" v="182" actId="27636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30" v="190" actId="27636"/>
          <ac:spMkLst>
            <pc:docMk/>
            <pc:sldMk cId="0" sldId="260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30" v="189" actId="27636"/>
          <ac:spMkLst>
            <pc:docMk/>
            <pc:sldMk cId="0" sldId="260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25" v="183" actId="27636"/>
          <ac:spMkLst>
            <pc:docMk/>
            <pc:sldMk cId="0" sldId="260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28" v="187" actId="27636"/>
          <ac:spMkLst>
            <pc:docMk/>
            <pc:sldMk cId="0" sldId="260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29" v="188" actId="2763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26" v="185" actId="2763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27" v="186" actId="27636"/>
          <ac:spMkLst>
            <pc:docMk/>
            <pc:sldMk cId="0" sldId="260"/>
            <ac:spMk id="1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11:39.643" v="199" actId="27636"/>
        <pc:sldMkLst>
          <pc:docMk/>
          <pc:sldMk cId="0" sldId="261"/>
        </pc:sldMkLst>
        <pc:spChg chg="mod">
          <ac:chgData name="Rodrigue YENGO" userId="9019d928-c12d-48de-bdb2-52a833805ac2" providerId="ADAL" clId="{20734E0D-FF75-44B1-9DFF-D19DBB4D069A}" dt="2026-07-24T20:11:39.640" v="196" actId="27636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39" v="195" actId="276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43" v="199" actId="27636"/>
          <ac:spMkLst>
            <pc:docMk/>
            <pc:sldMk cId="0" sldId="261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38" v="193" actId="27636"/>
          <ac:spMkLst>
            <pc:docMk/>
            <pc:sldMk cId="0" sldId="261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42" v="198" actId="27636"/>
          <ac:spMkLst>
            <pc:docMk/>
            <pc:sldMk cId="0" sldId="261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36" v="191" actId="27636"/>
          <ac:spMkLst>
            <pc:docMk/>
            <pc:sldMk cId="0" sldId="261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38" v="194" actId="2763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41" v="197" actId="2763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37" v="192" actId="27636"/>
          <ac:spMkLst>
            <pc:docMk/>
            <pc:sldMk cId="0" sldId="261"/>
            <ac:spMk id="13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11:39.652" v="206" actId="27636"/>
        <pc:sldMkLst>
          <pc:docMk/>
          <pc:sldMk cId="0" sldId="262"/>
        </pc:sldMkLst>
        <pc:spChg chg="mod">
          <ac:chgData name="Rodrigue YENGO" userId="9019d928-c12d-48de-bdb2-52a833805ac2" providerId="ADAL" clId="{20734E0D-FF75-44B1-9DFF-D19DBB4D069A}" dt="2026-07-24T20:08:38.186" v="1" actId="27636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51" v="205" actId="27636"/>
          <ac:spMkLst>
            <pc:docMk/>
            <pc:sldMk cId="0" sldId="262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49" v="202" actId="27636"/>
          <ac:spMkLst>
            <pc:docMk/>
            <pc:sldMk cId="0" sldId="262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50" v="203" actId="27636"/>
          <ac:spMkLst>
            <pc:docMk/>
            <pc:sldMk cId="0" sldId="262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47" v="200" actId="27636"/>
          <ac:spMkLst>
            <pc:docMk/>
            <pc:sldMk cId="0" sldId="262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48" v="201" actId="27636"/>
          <ac:spMkLst>
            <pc:docMk/>
            <pc:sldMk cId="0" sldId="262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50" v="204" actId="27636"/>
          <ac:spMkLst>
            <pc:docMk/>
            <pc:sldMk cId="0" sldId="262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52" v="206" actId="27636"/>
          <ac:spMkLst>
            <pc:docMk/>
            <pc:sldMk cId="0" sldId="262"/>
            <ac:spMk id="10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11:39.666" v="214" actId="27636"/>
        <pc:sldMkLst>
          <pc:docMk/>
          <pc:sldMk cId="0" sldId="263"/>
        </pc:sldMkLst>
        <pc:spChg chg="mod">
          <ac:chgData name="Rodrigue YENGO" userId="9019d928-c12d-48de-bdb2-52a833805ac2" providerId="ADAL" clId="{20734E0D-FF75-44B1-9DFF-D19DBB4D069A}" dt="2026-07-24T20:11:39.664" v="211" actId="27636"/>
          <ac:spMkLst>
            <pc:docMk/>
            <pc:sldMk cId="0" sldId="263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66" v="213" actId="27636"/>
          <ac:spMkLst>
            <pc:docMk/>
            <pc:sldMk cId="0" sldId="263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64" v="210" actId="27636"/>
          <ac:spMkLst>
            <pc:docMk/>
            <pc:sldMk cId="0" sldId="263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65" v="212" actId="27636"/>
          <ac:spMkLst>
            <pc:docMk/>
            <pc:sldMk cId="0" sldId="263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63" v="209" actId="27636"/>
          <ac:spMkLst>
            <pc:docMk/>
            <pc:sldMk cId="0" sldId="263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61" v="207" actId="2763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66" v="214" actId="2763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62" v="208" actId="27636"/>
          <ac:spMkLst>
            <pc:docMk/>
            <pc:sldMk cId="0" sldId="263"/>
            <ac:spMk id="12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11:39.676" v="221" actId="27636"/>
        <pc:sldMkLst>
          <pc:docMk/>
          <pc:sldMk cId="0" sldId="264"/>
        </pc:sldMkLst>
        <pc:spChg chg="mod">
          <ac:chgData name="Rodrigue YENGO" userId="9019d928-c12d-48de-bdb2-52a833805ac2" providerId="ADAL" clId="{20734E0D-FF75-44B1-9DFF-D19DBB4D069A}" dt="2026-07-24T20:11:39.676" v="221" actId="27636"/>
          <ac:spMkLst>
            <pc:docMk/>
            <pc:sldMk cId="0" sldId="264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72" v="215" actId="27636"/>
          <ac:spMkLst>
            <pc:docMk/>
            <pc:sldMk cId="0" sldId="264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76" v="220" actId="27636"/>
          <ac:spMkLst>
            <pc:docMk/>
            <pc:sldMk cId="0" sldId="264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73" v="217" actId="27636"/>
          <ac:spMkLst>
            <pc:docMk/>
            <pc:sldMk cId="0" sldId="264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73" v="216" actId="27636"/>
          <ac:spMkLst>
            <pc:docMk/>
            <pc:sldMk cId="0" sldId="264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74" v="218" actId="27636"/>
          <ac:spMkLst>
            <pc:docMk/>
            <pc:sldMk cId="0" sldId="264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75" v="219" actId="27636"/>
          <ac:spMkLst>
            <pc:docMk/>
            <pc:sldMk cId="0" sldId="264"/>
            <ac:spMk id="8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11:39.687" v="230" actId="27636"/>
        <pc:sldMkLst>
          <pc:docMk/>
          <pc:sldMk cId="0" sldId="265"/>
        </pc:sldMkLst>
        <pc:spChg chg="mod">
          <ac:chgData name="Rodrigue YENGO" userId="9019d928-c12d-48de-bdb2-52a833805ac2" providerId="ADAL" clId="{20734E0D-FF75-44B1-9DFF-D19DBB4D069A}" dt="2026-07-24T20:11:39.684" v="227" actId="27636"/>
          <ac:spMkLst>
            <pc:docMk/>
            <pc:sldMk cId="0" sldId="265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80" v="222" actId="27636"/>
          <ac:spMkLst>
            <pc:docMk/>
            <pc:sldMk cId="0" sldId="265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81" v="223" actId="27636"/>
          <ac:spMkLst>
            <pc:docMk/>
            <pc:sldMk cId="0" sldId="265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87" v="230" actId="27636"/>
          <ac:spMkLst>
            <pc:docMk/>
            <pc:sldMk cId="0" sldId="265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85" v="228" actId="27636"/>
          <ac:spMkLst>
            <pc:docMk/>
            <pc:sldMk cId="0" sldId="265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83" v="225" actId="27636"/>
          <ac:spMkLst>
            <pc:docMk/>
            <pc:sldMk cId="0" sldId="265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86" v="229" actId="27636"/>
          <ac:spMkLst>
            <pc:docMk/>
            <pc:sldMk cId="0" sldId="265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82" v="224" actId="27636"/>
          <ac:spMkLst>
            <pc:docMk/>
            <pc:sldMk cId="0" sldId="265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84" v="226" actId="27636"/>
          <ac:spMkLst>
            <pc:docMk/>
            <pc:sldMk cId="0" sldId="265"/>
            <ac:spMk id="10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11:39.698" v="237" actId="27636"/>
        <pc:sldMkLst>
          <pc:docMk/>
          <pc:sldMk cId="0" sldId="266"/>
        </pc:sldMkLst>
        <pc:spChg chg="mod">
          <ac:chgData name="Rodrigue YENGO" userId="9019d928-c12d-48de-bdb2-52a833805ac2" providerId="ADAL" clId="{20734E0D-FF75-44B1-9DFF-D19DBB4D069A}" dt="2026-07-24T20:11:39.696" v="235" actId="27636"/>
          <ac:spMkLst>
            <pc:docMk/>
            <pc:sldMk cId="0" sldId="266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93" v="232" actId="27636"/>
          <ac:spMkLst>
            <pc:docMk/>
            <pc:sldMk cId="0" sldId="26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97" v="236" actId="27636"/>
          <ac:spMkLst>
            <pc:docMk/>
            <pc:sldMk cId="0" sldId="266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98" v="237" actId="27636"/>
          <ac:spMkLst>
            <pc:docMk/>
            <pc:sldMk cId="0" sldId="266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93" v="231" actId="27636"/>
          <ac:spMkLst>
            <pc:docMk/>
            <pc:sldMk cId="0" sldId="266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96" v="234" actId="27636"/>
          <ac:spMkLst>
            <pc:docMk/>
            <pc:sldMk cId="0" sldId="266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695" v="233" actId="27636"/>
          <ac:spMkLst>
            <pc:docMk/>
            <pc:sldMk cId="0" sldId="266"/>
            <ac:spMk id="10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11:39.711" v="249" actId="27636"/>
        <pc:sldMkLst>
          <pc:docMk/>
          <pc:sldMk cId="0" sldId="267"/>
        </pc:sldMkLst>
        <pc:spChg chg="mod">
          <ac:chgData name="Rodrigue YENGO" userId="9019d928-c12d-48de-bdb2-52a833805ac2" providerId="ADAL" clId="{20734E0D-FF75-44B1-9DFF-D19DBB4D069A}" dt="2026-07-24T20:11:39.708" v="245" actId="27636"/>
          <ac:spMkLst>
            <pc:docMk/>
            <pc:sldMk cId="0" sldId="267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704" v="239" actId="27636"/>
          <ac:spMkLst>
            <pc:docMk/>
            <pc:sldMk cId="0" sldId="26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706" v="241" actId="27636"/>
          <ac:spMkLst>
            <pc:docMk/>
            <pc:sldMk cId="0" sldId="267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707" v="243" actId="27636"/>
          <ac:spMkLst>
            <pc:docMk/>
            <pc:sldMk cId="0" sldId="267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705" v="240" actId="27636"/>
          <ac:spMkLst>
            <pc:docMk/>
            <pc:sldMk cId="0" sldId="267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709" v="246" actId="27636"/>
          <ac:spMkLst>
            <pc:docMk/>
            <pc:sldMk cId="0" sldId="267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706" v="242" actId="2763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711" v="249" actId="2763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703" v="238" actId="2763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709" v="247" actId="27636"/>
          <ac:spMkLst>
            <pc:docMk/>
            <pc:sldMk cId="0" sldId="267"/>
            <ac:spMk id="1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710" v="248" actId="27636"/>
          <ac:spMkLst>
            <pc:docMk/>
            <pc:sldMk cId="0" sldId="267"/>
            <ac:spMk id="1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707" v="244" actId="27636"/>
          <ac:spMkLst>
            <pc:docMk/>
            <pc:sldMk cId="0" sldId="267"/>
            <ac:spMk id="18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11:39.723" v="257" actId="27636"/>
        <pc:sldMkLst>
          <pc:docMk/>
          <pc:sldMk cId="0" sldId="268"/>
        </pc:sldMkLst>
        <pc:spChg chg="mod">
          <ac:chgData name="Rodrigue YENGO" userId="9019d928-c12d-48de-bdb2-52a833805ac2" providerId="ADAL" clId="{20734E0D-FF75-44B1-9DFF-D19DBB4D069A}" dt="2026-07-24T20:11:39.717" v="251" actId="27636"/>
          <ac:spMkLst>
            <pc:docMk/>
            <pc:sldMk cId="0" sldId="26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720" v="254" actId="27636"/>
          <ac:spMkLst>
            <pc:docMk/>
            <pc:sldMk cId="0" sldId="26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722" v="256" actId="27636"/>
          <ac:spMkLst>
            <pc:docMk/>
            <pc:sldMk cId="0" sldId="268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723" v="257" actId="27636"/>
          <ac:spMkLst>
            <pc:docMk/>
            <pc:sldMk cId="0" sldId="268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716" v="250" actId="27636"/>
          <ac:spMkLst>
            <pc:docMk/>
            <pc:sldMk cId="0" sldId="268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718" v="252" actId="2763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721" v="255" actId="2763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719" v="253" actId="27636"/>
          <ac:spMkLst>
            <pc:docMk/>
            <pc:sldMk cId="0" sldId="268"/>
            <ac:spMk id="13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11:39.276" v="11" actId="27636"/>
        <pc:sldMkLst>
          <pc:docMk/>
          <pc:sldMk cId="0" sldId="269"/>
        </pc:sldMkLst>
        <pc:spChg chg="mod">
          <ac:chgData name="Rodrigue YENGO" userId="9019d928-c12d-48de-bdb2-52a833805ac2" providerId="ADAL" clId="{20734E0D-FF75-44B1-9DFF-D19DBB4D069A}" dt="2026-07-24T20:11:39.276" v="11" actId="27636"/>
          <ac:spMkLst>
            <pc:docMk/>
            <pc:sldMk cId="0" sldId="26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261" v="2" actId="27636"/>
          <ac:spMkLst>
            <pc:docMk/>
            <pc:sldMk cId="0" sldId="269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275" v="10" actId="27636"/>
          <ac:spMkLst>
            <pc:docMk/>
            <pc:sldMk cId="0" sldId="269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272" v="7" actId="27636"/>
          <ac:spMkLst>
            <pc:docMk/>
            <pc:sldMk cId="0" sldId="269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273" v="8" actId="27636"/>
          <ac:spMkLst>
            <pc:docMk/>
            <pc:sldMk cId="0" sldId="269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274" v="9" actId="27636"/>
          <ac:spMkLst>
            <pc:docMk/>
            <pc:sldMk cId="0" sldId="269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265" v="3" actId="27636"/>
          <ac:spMkLst>
            <pc:docMk/>
            <pc:sldMk cId="0" sldId="269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270" v="5" actId="2763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271" v="6" actId="2763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266" v="4" actId="27636"/>
          <ac:spMkLst>
            <pc:docMk/>
            <pc:sldMk cId="0" sldId="269"/>
            <ac:spMk id="12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11:39.299" v="19" actId="27636"/>
        <pc:sldMkLst>
          <pc:docMk/>
          <pc:sldMk cId="0" sldId="270"/>
        </pc:sldMkLst>
        <pc:spChg chg="mod">
          <ac:chgData name="Rodrigue YENGO" userId="9019d928-c12d-48de-bdb2-52a833805ac2" providerId="ADAL" clId="{20734E0D-FF75-44B1-9DFF-D19DBB4D069A}" dt="2026-07-24T20:11:39.297" v="16" actId="27636"/>
          <ac:spMkLst>
            <pc:docMk/>
            <pc:sldMk cId="0" sldId="270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295" v="14" actId="27636"/>
          <ac:spMkLst>
            <pc:docMk/>
            <pc:sldMk cId="0" sldId="270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299" v="18" actId="27636"/>
          <ac:spMkLst>
            <pc:docMk/>
            <pc:sldMk cId="0" sldId="270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299" v="19" actId="27636"/>
          <ac:spMkLst>
            <pc:docMk/>
            <pc:sldMk cId="0" sldId="270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294" v="13" actId="27636"/>
          <ac:spMkLst>
            <pc:docMk/>
            <pc:sldMk cId="0" sldId="270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296" v="15" actId="27636"/>
          <ac:spMkLst>
            <pc:docMk/>
            <pc:sldMk cId="0" sldId="270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298" v="17" actId="27636"/>
          <ac:spMkLst>
            <pc:docMk/>
            <pc:sldMk cId="0" sldId="270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293" v="12" actId="27636"/>
          <ac:spMkLst>
            <pc:docMk/>
            <pc:sldMk cId="0" sldId="270"/>
            <ac:spMk id="12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11:39.314" v="26" actId="27636"/>
        <pc:sldMkLst>
          <pc:docMk/>
          <pc:sldMk cId="0" sldId="271"/>
        </pc:sldMkLst>
        <pc:spChg chg="mod">
          <ac:chgData name="Rodrigue YENGO" userId="9019d928-c12d-48de-bdb2-52a833805ac2" providerId="ADAL" clId="{20734E0D-FF75-44B1-9DFF-D19DBB4D069A}" dt="2026-07-24T20:11:39.309" v="20" actId="27636"/>
          <ac:spMkLst>
            <pc:docMk/>
            <pc:sldMk cId="0" sldId="271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13" v="25" actId="27636"/>
          <ac:spMkLst>
            <pc:docMk/>
            <pc:sldMk cId="0" sldId="27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11" v="22" actId="27636"/>
          <ac:spMkLst>
            <pc:docMk/>
            <pc:sldMk cId="0" sldId="271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10" v="21" actId="27636"/>
          <ac:spMkLst>
            <pc:docMk/>
            <pc:sldMk cId="0" sldId="271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14" v="26" actId="27636"/>
          <ac:spMkLst>
            <pc:docMk/>
            <pc:sldMk cId="0" sldId="271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12" v="23" actId="27636"/>
          <ac:spMkLst>
            <pc:docMk/>
            <pc:sldMk cId="0" sldId="271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13" v="24" actId="27636"/>
          <ac:spMkLst>
            <pc:docMk/>
            <pc:sldMk cId="0" sldId="271"/>
            <ac:spMk id="8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11:39.341" v="35" actId="27636"/>
        <pc:sldMkLst>
          <pc:docMk/>
          <pc:sldMk cId="0" sldId="272"/>
        </pc:sldMkLst>
        <pc:spChg chg="mod">
          <ac:chgData name="Rodrigue YENGO" userId="9019d928-c12d-48de-bdb2-52a833805ac2" providerId="ADAL" clId="{20734E0D-FF75-44B1-9DFF-D19DBB4D069A}" dt="2026-07-24T20:11:39.341" v="35" actId="27636"/>
          <ac:spMkLst>
            <pc:docMk/>
            <pc:sldMk cId="0" sldId="272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38" v="31" actId="27636"/>
          <ac:spMkLst>
            <pc:docMk/>
            <pc:sldMk cId="0" sldId="27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36" v="29" actId="27636"/>
          <ac:spMkLst>
            <pc:docMk/>
            <pc:sldMk cId="0" sldId="272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37" v="30" actId="27636"/>
          <ac:spMkLst>
            <pc:docMk/>
            <pc:sldMk cId="0" sldId="272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39" v="33" actId="27636"/>
          <ac:spMkLst>
            <pc:docMk/>
            <pc:sldMk cId="0" sldId="272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38" v="32" actId="27636"/>
          <ac:spMkLst>
            <pc:docMk/>
            <pc:sldMk cId="0" sldId="272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35" v="28" actId="27636"/>
          <ac:spMkLst>
            <pc:docMk/>
            <pc:sldMk cId="0" sldId="272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32" v="27" actId="27636"/>
          <ac:spMkLst>
            <pc:docMk/>
            <pc:sldMk cId="0" sldId="272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40" v="34" actId="27636"/>
          <ac:spMkLst>
            <pc:docMk/>
            <pc:sldMk cId="0" sldId="272"/>
            <ac:spMk id="10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11:39.349" v="37" actId="27636"/>
        <pc:sldMkLst>
          <pc:docMk/>
          <pc:sldMk cId="0" sldId="273"/>
        </pc:sldMkLst>
        <pc:spChg chg="mod">
          <ac:chgData name="Rodrigue YENGO" userId="9019d928-c12d-48de-bdb2-52a833805ac2" providerId="ADAL" clId="{20734E0D-FF75-44B1-9DFF-D19DBB4D069A}" dt="2026-07-24T20:11:39.348" v="36" actId="27636"/>
          <ac:spMkLst>
            <pc:docMk/>
            <pc:sldMk cId="0" sldId="273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49" v="37" actId="27636"/>
          <ac:spMkLst>
            <pc:docMk/>
            <pc:sldMk cId="0" sldId="273"/>
            <ac:spMk id="3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11:39.367" v="44" actId="27636"/>
        <pc:sldMkLst>
          <pc:docMk/>
          <pc:sldMk cId="0" sldId="274"/>
        </pc:sldMkLst>
        <pc:spChg chg="mod">
          <ac:chgData name="Rodrigue YENGO" userId="9019d928-c12d-48de-bdb2-52a833805ac2" providerId="ADAL" clId="{20734E0D-FF75-44B1-9DFF-D19DBB4D069A}" dt="2026-07-24T20:11:39.364" v="41" actId="27636"/>
          <ac:spMkLst>
            <pc:docMk/>
            <pc:sldMk cId="0" sldId="274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67" v="44" actId="27636"/>
          <ac:spMkLst>
            <pc:docMk/>
            <pc:sldMk cId="0" sldId="274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65" v="42" actId="27636"/>
          <ac:spMkLst>
            <pc:docMk/>
            <pc:sldMk cId="0" sldId="274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63" v="40" actId="27636"/>
          <ac:spMkLst>
            <pc:docMk/>
            <pc:sldMk cId="0" sldId="274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61" v="38" actId="27636"/>
          <ac:spMkLst>
            <pc:docMk/>
            <pc:sldMk cId="0" sldId="274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62" v="39" actId="27636"/>
          <ac:spMkLst>
            <pc:docMk/>
            <pc:sldMk cId="0" sldId="274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66" v="43" actId="27636"/>
          <ac:spMkLst>
            <pc:docMk/>
            <pc:sldMk cId="0" sldId="274"/>
            <ac:spMk id="12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11:39.388" v="53" actId="27636"/>
        <pc:sldMkLst>
          <pc:docMk/>
          <pc:sldMk cId="0" sldId="275"/>
        </pc:sldMkLst>
        <pc:spChg chg="mod">
          <ac:chgData name="Rodrigue YENGO" userId="9019d928-c12d-48de-bdb2-52a833805ac2" providerId="ADAL" clId="{20734E0D-FF75-44B1-9DFF-D19DBB4D069A}" dt="2026-07-24T20:11:39.387" v="52" actId="27636"/>
          <ac:spMkLst>
            <pc:docMk/>
            <pc:sldMk cId="0" sldId="275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80" v="49" actId="27636"/>
          <ac:spMkLst>
            <pc:docMk/>
            <pc:sldMk cId="0" sldId="275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74" v="45" actId="27636"/>
          <ac:spMkLst>
            <pc:docMk/>
            <pc:sldMk cId="0" sldId="275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77" v="46" actId="27636"/>
          <ac:spMkLst>
            <pc:docMk/>
            <pc:sldMk cId="0" sldId="275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88" v="53" actId="27636"/>
          <ac:spMkLst>
            <pc:docMk/>
            <pc:sldMk cId="0" sldId="275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79" v="48" actId="27636"/>
          <ac:spMkLst>
            <pc:docMk/>
            <pc:sldMk cId="0" sldId="275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81" v="50" actId="27636"/>
          <ac:spMkLst>
            <pc:docMk/>
            <pc:sldMk cId="0" sldId="275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83" v="51" actId="27636"/>
          <ac:spMkLst>
            <pc:docMk/>
            <pc:sldMk cId="0" sldId="275"/>
            <ac:spMk id="1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78" v="47" actId="27636"/>
          <ac:spMkLst>
            <pc:docMk/>
            <pc:sldMk cId="0" sldId="275"/>
            <ac:spMk id="13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11:39.404" v="63" actId="27636"/>
        <pc:sldMkLst>
          <pc:docMk/>
          <pc:sldMk cId="0" sldId="276"/>
        </pc:sldMkLst>
        <pc:spChg chg="mod">
          <ac:chgData name="Rodrigue YENGO" userId="9019d928-c12d-48de-bdb2-52a833805ac2" providerId="ADAL" clId="{20734E0D-FF75-44B1-9DFF-D19DBB4D069A}" dt="2026-07-24T20:11:39.394" v="55" actId="27636"/>
          <ac:spMkLst>
            <pc:docMk/>
            <pc:sldMk cId="0" sldId="27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93" v="54" actId="27636"/>
          <ac:spMkLst>
            <pc:docMk/>
            <pc:sldMk cId="0" sldId="276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01" v="61" actId="27636"/>
          <ac:spMkLst>
            <pc:docMk/>
            <pc:sldMk cId="0" sldId="276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98" v="59" actId="27636"/>
          <ac:spMkLst>
            <pc:docMk/>
            <pc:sldMk cId="0" sldId="276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04" v="63" actId="27636"/>
          <ac:spMkLst>
            <pc:docMk/>
            <pc:sldMk cId="0" sldId="276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95" v="57" actId="27636"/>
          <ac:spMkLst>
            <pc:docMk/>
            <pc:sldMk cId="0" sldId="276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97" v="58" actId="27636"/>
          <ac:spMkLst>
            <pc:docMk/>
            <pc:sldMk cId="0" sldId="276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03" v="62" actId="27636"/>
          <ac:spMkLst>
            <pc:docMk/>
            <pc:sldMk cId="0" sldId="276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395" v="56" actId="27636"/>
          <ac:spMkLst>
            <pc:docMk/>
            <pc:sldMk cId="0" sldId="276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00" v="60" actId="27636"/>
          <ac:spMkLst>
            <pc:docMk/>
            <pc:sldMk cId="0" sldId="276"/>
            <ac:spMk id="12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11:39.425" v="71" actId="27636"/>
        <pc:sldMkLst>
          <pc:docMk/>
          <pc:sldMk cId="0" sldId="277"/>
        </pc:sldMkLst>
        <pc:spChg chg="mod">
          <ac:chgData name="Rodrigue YENGO" userId="9019d928-c12d-48de-bdb2-52a833805ac2" providerId="ADAL" clId="{20734E0D-FF75-44B1-9DFF-D19DBB4D069A}" dt="2026-07-24T20:11:39.413" v="64" actId="27636"/>
          <ac:spMkLst>
            <pc:docMk/>
            <pc:sldMk cId="0" sldId="277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19" v="66" actId="27636"/>
          <ac:spMkLst>
            <pc:docMk/>
            <pc:sldMk cId="0" sldId="277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15" v="65" actId="27636"/>
          <ac:spMkLst>
            <pc:docMk/>
            <pc:sldMk cId="0" sldId="277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21" v="67" actId="27636"/>
          <ac:spMkLst>
            <pc:docMk/>
            <pc:sldMk cId="0" sldId="277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22" v="68" actId="27636"/>
          <ac:spMkLst>
            <pc:docMk/>
            <pc:sldMk cId="0" sldId="277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25" v="71" actId="27636"/>
          <ac:spMkLst>
            <pc:docMk/>
            <pc:sldMk cId="0" sldId="277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24" v="70" actId="27636"/>
          <ac:spMkLst>
            <pc:docMk/>
            <pc:sldMk cId="0" sldId="277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23" v="69" actId="27636"/>
          <ac:spMkLst>
            <pc:docMk/>
            <pc:sldMk cId="0" sldId="277"/>
            <ac:spMk id="12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11:39.438" v="78" actId="27636"/>
        <pc:sldMkLst>
          <pc:docMk/>
          <pc:sldMk cId="0" sldId="278"/>
        </pc:sldMkLst>
        <pc:spChg chg="mod">
          <ac:chgData name="Rodrigue YENGO" userId="9019d928-c12d-48de-bdb2-52a833805ac2" providerId="ADAL" clId="{20734E0D-FF75-44B1-9DFF-D19DBB4D069A}" dt="2026-07-24T20:11:39.438" v="78" actId="27636"/>
          <ac:spMkLst>
            <pc:docMk/>
            <pc:sldMk cId="0" sldId="278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34" v="74" actId="27636"/>
          <ac:spMkLst>
            <pc:docMk/>
            <pc:sldMk cId="0" sldId="27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32" v="72" actId="27636"/>
          <ac:spMkLst>
            <pc:docMk/>
            <pc:sldMk cId="0" sldId="27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37" v="76" actId="27636"/>
          <ac:spMkLst>
            <pc:docMk/>
            <pc:sldMk cId="0" sldId="278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33" v="73" actId="27636"/>
          <ac:spMkLst>
            <pc:docMk/>
            <pc:sldMk cId="0" sldId="278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37" v="77" actId="27636"/>
          <ac:spMkLst>
            <pc:docMk/>
            <pc:sldMk cId="0" sldId="278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36" v="75" actId="27636"/>
          <ac:spMkLst>
            <pc:docMk/>
            <pc:sldMk cId="0" sldId="278"/>
            <ac:spMk id="8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11:39.451" v="87" actId="27636"/>
        <pc:sldMkLst>
          <pc:docMk/>
          <pc:sldMk cId="0" sldId="279"/>
        </pc:sldMkLst>
        <pc:spChg chg="mod">
          <ac:chgData name="Rodrigue YENGO" userId="9019d928-c12d-48de-bdb2-52a833805ac2" providerId="ADAL" clId="{20734E0D-FF75-44B1-9DFF-D19DBB4D069A}" dt="2026-07-24T20:11:39.447" v="83" actId="27636"/>
          <ac:spMkLst>
            <pc:docMk/>
            <pc:sldMk cId="0" sldId="279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43" v="79" actId="27636"/>
          <ac:spMkLst>
            <pc:docMk/>
            <pc:sldMk cId="0" sldId="27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44" v="80" actId="27636"/>
          <ac:spMkLst>
            <pc:docMk/>
            <pc:sldMk cId="0" sldId="279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45" v="81" actId="27636"/>
          <ac:spMkLst>
            <pc:docMk/>
            <pc:sldMk cId="0" sldId="279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50" v="86" actId="27636"/>
          <ac:spMkLst>
            <pc:docMk/>
            <pc:sldMk cId="0" sldId="279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46" v="82" actId="27636"/>
          <ac:spMkLst>
            <pc:docMk/>
            <pc:sldMk cId="0" sldId="279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51" v="87" actId="27636"/>
          <ac:spMkLst>
            <pc:docMk/>
            <pc:sldMk cId="0" sldId="279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49" v="85" actId="27636"/>
          <ac:spMkLst>
            <pc:docMk/>
            <pc:sldMk cId="0" sldId="279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47" v="84" actId="27636"/>
          <ac:spMkLst>
            <pc:docMk/>
            <pc:sldMk cId="0" sldId="279"/>
            <ac:spMk id="10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11:39.465" v="95" actId="27636"/>
        <pc:sldMkLst>
          <pc:docMk/>
          <pc:sldMk cId="0" sldId="280"/>
        </pc:sldMkLst>
        <pc:spChg chg="mod">
          <ac:chgData name="Rodrigue YENGO" userId="9019d928-c12d-48de-bdb2-52a833805ac2" providerId="ADAL" clId="{20734E0D-FF75-44B1-9DFF-D19DBB4D069A}" dt="2026-07-24T20:11:39.459" v="88" actId="27636"/>
          <ac:spMkLst>
            <pc:docMk/>
            <pc:sldMk cId="0" sldId="280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60" v="89" actId="27636"/>
          <ac:spMkLst>
            <pc:docMk/>
            <pc:sldMk cId="0" sldId="28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62" v="92" actId="27636"/>
          <ac:spMkLst>
            <pc:docMk/>
            <pc:sldMk cId="0" sldId="280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64" v="94" actId="27636"/>
          <ac:spMkLst>
            <pc:docMk/>
            <pc:sldMk cId="0" sldId="280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63" v="93" actId="27636"/>
          <ac:spMkLst>
            <pc:docMk/>
            <pc:sldMk cId="0" sldId="280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61" v="90" actId="27636"/>
          <ac:spMkLst>
            <pc:docMk/>
            <pc:sldMk cId="0" sldId="280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61" v="91" actId="27636"/>
          <ac:spMkLst>
            <pc:docMk/>
            <pc:sldMk cId="0" sldId="280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65" v="95" actId="27636"/>
          <ac:spMkLst>
            <pc:docMk/>
            <pc:sldMk cId="0" sldId="280"/>
            <ac:spMk id="12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11:39.477" v="103" actId="27636"/>
        <pc:sldMkLst>
          <pc:docMk/>
          <pc:sldMk cId="0" sldId="281"/>
        </pc:sldMkLst>
        <pc:spChg chg="mod">
          <ac:chgData name="Rodrigue YENGO" userId="9019d928-c12d-48de-bdb2-52a833805ac2" providerId="ADAL" clId="{20734E0D-FF75-44B1-9DFF-D19DBB4D069A}" dt="2026-07-24T20:11:39.470" v="96" actId="27636"/>
          <ac:spMkLst>
            <pc:docMk/>
            <pc:sldMk cId="0" sldId="281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73" v="99" actId="27636"/>
          <ac:spMkLst>
            <pc:docMk/>
            <pc:sldMk cId="0" sldId="28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72" v="98" actId="27636"/>
          <ac:spMkLst>
            <pc:docMk/>
            <pc:sldMk cId="0" sldId="281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71" v="97" actId="27636"/>
          <ac:spMkLst>
            <pc:docMk/>
            <pc:sldMk cId="0" sldId="281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75" v="101" actId="27636"/>
          <ac:spMkLst>
            <pc:docMk/>
            <pc:sldMk cId="0" sldId="281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77" v="103" actId="27636"/>
          <ac:spMkLst>
            <pc:docMk/>
            <pc:sldMk cId="0" sldId="281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74" v="100" actId="27636"/>
          <ac:spMkLst>
            <pc:docMk/>
            <pc:sldMk cId="0" sldId="281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76" v="102" actId="27636"/>
          <ac:spMkLst>
            <pc:docMk/>
            <pc:sldMk cId="0" sldId="281"/>
            <ac:spMk id="12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11:39.496" v="111" actId="27636"/>
        <pc:sldMkLst>
          <pc:docMk/>
          <pc:sldMk cId="0" sldId="282"/>
        </pc:sldMkLst>
        <pc:spChg chg="mod">
          <ac:chgData name="Rodrigue YENGO" userId="9019d928-c12d-48de-bdb2-52a833805ac2" providerId="ADAL" clId="{20734E0D-FF75-44B1-9DFF-D19DBB4D069A}" dt="2026-07-24T20:11:39.495" v="110" actId="27636"/>
          <ac:spMkLst>
            <pc:docMk/>
            <pc:sldMk cId="0" sldId="28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89" v="106" actId="27636"/>
          <ac:spMkLst>
            <pc:docMk/>
            <pc:sldMk cId="0" sldId="282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91" v="107" actId="27636"/>
          <ac:spMkLst>
            <pc:docMk/>
            <pc:sldMk cId="0" sldId="282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85" v="104" actId="27636"/>
          <ac:spMkLst>
            <pc:docMk/>
            <pc:sldMk cId="0" sldId="282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88" v="105" actId="27636"/>
          <ac:spMkLst>
            <pc:docMk/>
            <pc:sldMk cId="0" sldId="282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93" v="109" actId="27636"/>
          <ac:spMkLst>
            <pc:docMk/>
            <pc:sldMk cId="0" sldId="282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92" v="108" actId="27636"/>
          <ac:spMkLst>
            <pc:docMk/>
            <pc:sldMk cId="0" sldId="282"/>
            <ac:spMk id="1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496" v="111" actId="27636"/>
          <ac:spMkLst>
            <pc:docMk/>
            <pc:sldMk cId="0" sldId="282"/>
            <ac:spMk id="13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11:39.512" v="121" actId="27636"/>
        <pc:sldMkLst>
          <pc:docMk/>
          <pc:sldMk cId="0" sldId="283"/>
        </pc:sldMkLst>
        <pc:spChg chg="mod">
          <ac:chgData name="Rodrigue YENGO" userId="9019d928-c12d-48de-bdb2-52a833805ac2" providerId="ADAL" clId="{20734E0D-FF75-44B1-9DFF-D19DBB4D069A}" dt="2026-07-24T20:11:39.506" v="117" actId="27636"/>
          <ac:spMkLst>
            <pc:docMk/>
            <pc:sldMk cId="0" sldId="283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01" v="112" actId="27636"/>
          <ac:spMkLst>
            <pc:docMk/>
            <pc:sldMk cId="0" sldId="283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04" v="115" actId="27636"/>
          <ac:spMkLst>
            <pc:docMk/>
            <pc:sldMk cId="0" sldId="283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03" v="113" actId="27636"/>
          <ac:spMkLst>
            <pc:docMk/>
            <pc:sldMk cId="0" sldId="283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10" v="120" actId="27636"/>
          <ac:spMkLst>
            <pc:docMk/>
            <pc:sldMk cId="0" sldId="283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12" v="121" actId="27636"/>
          <ac:spMkLst>
            <pc:docMk/>
            <pc:sldMk cId="0" sldId="283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05" v="116" actId="27636"/>
          <ac:spMkLst>
            <pc:docMk/>
            <pc:sldMk cId="0" sldId="283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08" v="118" actId="27636"/>
          <ac:spMkLst>
            <pc:docMk/>
            <pc:sldMk cId="0" sldId="283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09" v="119" actId="27636"/>
          <ac:spMkLst>
            <pc:docMk/>
            <pc:sldMk cId="0" sldId="283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03" v="114" actId="27636"/>
          <ac:spMkLst>
            <pc:docMk/>
            <pc:sldMk cId="0" sldId="283"/>
            <ac:spMk id="12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11:39.525" v="129" actId="27636"/>
        <pc:sldMkLst>
          <pc:docMk/>
          <pc:sldMk cId="0" sldId="284"/>
        </pc:sldMkLst>
        <pc:spChg chg="mod">
          <ac:chgData name="Rodrigue YENGO" userId="9019d928-c12d-48de-bdb2-52a833805ac2" providerId="ADAL" clId="{20734E0D-FF75-44B1-9DFF-D19DBB4D069A}" dt="2026-07-24T20:11:39.519" v="124" actId="27636"/>
          <ac:spMkLst>
            <pc:docMk/>
            <pc:sldMk cId="0" sldId="284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17" v="122" actId="27636"/>
          <ac:spMkLst>
            <pc:docMk/>
            <pc:sldMk cId="0" sldId="284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25" v="129" actId="27636"/>
          <ac:spMkLst>
            <pc:docMk/>
            <pc:sldMk cId="0" sldId="284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22" v="127" actId="27636"/>
          <ac:spMkLst>
            <pc:docMk/>
            <pc:sldMk cId="0" sldId="284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23" v="128" actId="27636"/>
          <ac:spMkLst>
            <pc:docMk/>
            <pc:sldMk cId="0" sldId="284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18" v="123" actId="27636"/>
          <ac:spMkLst>
            <pc:docMk/>
            <pc:sldMk cId="0" sldId="284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21" v="126" actId="27636"/>
          <ac:spMkLst>
            <pc:docMk/>
            <pc:sldMk cId="0" sldId="284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20" v="125" actId="27636"/>
          <ac:spMkLst>
            <pc:docMk/>
            <pc:sldMk cId="0" sldId="284"/>
            <ac:spMk id="12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11:39.534" v="134" actId="27636"/>
        <pc:sldMkLst>
          <pc:docMk/>
          <pc:sldMk cId="0" sldId="285"/>
        </pc:sldMkLst>
        <pc:spChg chg="mod">
          <ac:chgData name="Rodrigue YENGO" userId="9019d928-c12d-48de-bdb2-52a833805ac2" providerId="ADAL" clId="{20734E0D-FF75-44B1-9DFF-D19DBB4D069A}" dt="2026-07-24T20:11:39.533" v="133" actId="27636"/>
          <ac:spMkLst>
            <pc:docMk/>
            <pc:sldMk cId="0" sldId="285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34" v="134" actId="27636"/>
          <ac:spMkLst>
            <pc:docMk/>
            <pc:sldMk cId="0" sldId="285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31" v="131" actId="27636"/>
          <ac:spMkLst>
            <pc:docMk/>
            <pc:sldMk cId="0" sldId="285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32" v="132" actId="27636"/>
          <ac:spMkLst>
            <pc:docMk/>
            <pc:sldMk cId="0" sldId="285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11:39.530" v="130" actId="27636"/>
          <ac:spMkLst>
            <pc:docMk/>
            <pc:sldMk cId="0" sldId="285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01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Contrôle rapide sur Spark.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retenir : Spark pour la charge, PySpark et SQL dans une même cellule, OPTIMIZE et VACUUM pour l'entretien. Place à la pause déjeuner, puis nous prenons du recul sur la modélisation.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Concevons le schéma en étoile des ventes NordShop dans un entrepôt Fabric.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Trente minutes pour concevoir et charger votre propre schéma en étoile.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questions sur la modélisation.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retenir : trois magasins pour trois usages sur le même OneLake, le grain d'abord, dénormalisation ensuite, SCD 1 ou 2 selon le besoin d'historique. Nous terminons la journée par le T-SQL et l'optimisation des transformations.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Dernier créneau : le T-SQL dans l'entrepôt Fabric, et comment optimiser vos transformations. Contrairement au notebook qui lit et écrit du Delta via Spark, l'entrepôt écrit directement en T-SQL complet : INSERT, UPDATE, DELETE, MERGE. Pensez-y comme la différence entre rédiger un document dans un traitement de texte collaboratif versus l'imprimer et le corriger à la main : les deux marchent, mais pas pour le même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Transformons les données de préproduction NordShop en T-SQL.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Dernier contrôle de connaissances du jour.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906500" y="-1714500"/>
            <a:ext cx="6096000" cy="6096000"/>
          </a:xfrm>
          <a:prstGeom prst="ellipse">
            <a:avLst/>
          </a:prstGeom>
          <a:gradFill rotWithShape="1">
            <a:gsLst>
              <a:gs pos="0">
                <a:srgbClr val="163E73">
                  <a:alpha val="100000"/>
                </a:srgbClr>
              </a:gs>
              <a:gs pos="70000">
                <a:srgbClr val="163E7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952500" y="762000"/>
            <a:ext cx="1047750" cy="685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050" y="895350"/>
            <a:ext cx="628650" cy="419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986718" y="762000"/>
            <a:ext cx="36836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F0D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 · SESSION DP-600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52500" y="3683347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2 · PRÉPARER LES DONNÉES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52500" y="4169122"/>
            <a:ext cx="14716125" cy="195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118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Implémenter des solutions d'analyse avec Microsoft Fabric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952500" y="6317903"/>
            <a:ext cx="13620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Choisir, modéliser et transformer les données de NordShop</a:t>
            </a:r>
            <a:endParaRPr lang="en-US" sz="2850" dirty="0"/>
          </a:p>
        </p:txBody>
      </p:sp>
      <p:sp>
        <p:nvSpPr>
          <p:cNvPr id="9" name="Shape 6"/>
          <p:cNvSpPr/>
          <p:nvPr/>
        </p:nvSpPr>
        <p:spPr>
          <a:xfrm>
            <a:off x="952500" y="8982075"/>
            <a:ext cx="16383000" cy="9525"/>
          </a:xfrm>
          <a:prstGeom prst="rect">
            <a:avLst/>
          </a:prstGeom>
          <a:solidFill>
            <a:srgbClr val="163E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952500" y="9258300"/>
            <a:ext cx="17201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juillet 2026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087737" y="9258300"/>
            <a:ext cx="168507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09h00 – 17h00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191125" y="9258300"/>
            <a:ext cx="33084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Préparation examen DP-600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DU JOUR 2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Préparer les données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3305175"/>
            <a:ext cx="16383000" cy="9525"/>
          </a:xfrm>
          <a:prstGeom prst="rect">
            <a:avLst/>
          </a:prstGeom>
          <a:solidFill>
            <a:srgbClr val="DDE2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52500" y="2581275"/>
            <a:ext cx="933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190750" y="2614613"/>
            <a:ext cx="1453933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Chargement &amp; Transformation — Partie 1 : flux de données Gen2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5789325" y="2686050"/>
            <a:ext cx="170079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09h00 – 10h45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4286250"/>
            <a:ext cx="16383000" cy="9525"/>
          </a:xfrm>
          <a:prstGeom prst="rect">
            <a:avLst/>
          </a:prstGeom>
          <a:solidFill>
            <a:srgbClr val="DDE2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52500" y="3562350"/>
            <a:ext cx="933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190750" y="3595688"/>
            <a:ext cx="1459139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Chargement &amp; Transformation — Partie 2 : notebooks Spark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5836652" y="3667125"/>
            <a:ext cx="16487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10h55 – 12h00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2500" y="5267325"/>
            <a:ext cx="16383000" cy="9525"/>
          </a:xfrm>
          <a:prstGeom prst="rect">
            <a:avLst/>
          </a:prstGeom>
          <a:solidFill>
            <a:srgbClr val="DDE2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952500" y="4543425"/>
            <a:ext cx="933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190750" y="4576763"/>
            <a:ext cx="1458517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 des données &amp; conception d'entrepôt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5830996" y="4648200"/>
            <a:ext cx="16549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13h00 – 14h45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2500" y="5524500"/>
            <a:ext cx="933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2190750" y="5557838"/>
            <a:ext cx="1458959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Transformations avancées &amp; Optimisation (T-SQL)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15835015" y="5629275"/>
            <a:ext cx="16505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14h55 – 17h00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2500" y="92583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 rouge : NordShop — commandes, produits, clients (CSV + base SQL Server)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671888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CHARGEMENT &amp; TRANSFORMATION — PARTIE 1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4110038"/>
            <a:ext cx="157162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sans coder avec les flux de données Gen2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5186363"/>
            <a:ext cx="4192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524149" y="5186363"/>
            <a:ext cx="112410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Expliquer ce que sont les flux de données Gen2 et quand les préférer au code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52500" y="5776913"/>
            <a:ext cx="4192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524149" y="5776913"/>
            <a:ext cx="1291957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Appliquer des transformations et configurer une destination avec méthode de mise à jour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52500" y="6367463"/>
            <a:ext cx="4192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24149" y="6367463"/>
            <a:ext cx="751809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Optimiser les performances grâce au Query Folding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6011376" y="9258300"/>
            <a:ext cx="14565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Durée : 1h45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CHARGEMENT &amp; TRANSFORMATION — PARTIE 1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trajet d'un flux de données, en cinq étapes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333625"/>
            <a:ext cx="3124200" cy="7191375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52525" y="2609850"/>
            <a:ext cx="299656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52525" y="3086100"/>
            <a:ext cx="29965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52525" y="3467100"/>
            <a:ext cx="2996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150+ sources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67200" y="2333625"/>
            <a:ext cx="3124200" cy="7191375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467225" y="2609850"/>
            <a:ext cx="299656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4467225" y="3086100"/>
            <a:ext cx="29965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67225" y="3467100"/>
            <a:ext cx="2996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Réduire tôt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581900" y="2333625"/>
            <a:ext cx="3124200" cy="7191375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781925" y="2609850"/>
            <a:ext cx="299656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7781925" y="3086100"/>
            <a:ext cx="29965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81925" y="3467100"/>
            <a:ext cx="2996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Doublons, nulls, types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896600" y="2333625"/>
            <a:ext cx="3124200" cy="7191375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1096625" y="2609850"/>
            <a:ext cx="299656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1096625" y="3086100"/>
            <a:ext cx="29965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096625" y="3467100"/>
            <a:ext cx="2996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/ union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4211300" y="2333625"/>
            <a:ext cx="3124200" cy="7191375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4411325" y="2609850"/>
            <a:ext cx="299656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4411325" y="3086100"/>
            <a:ext cx="29965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411325" y="3467100"/>
            <a:ext cx="2996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+ méthode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CHARGEMENT &amp; TRANSFORMATION — PARTIE 1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Méthodes de mise à jour et Query Folding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333625"/>
            <a:ext cx="5257800" cy="6162675"/>
          </a:xfrm>
          <a:prstGeom prst="roundRect">
            <a:avLst>
              <a:gd name="adj" fmla="val 725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295400" y="2676525"/>
            <a:ext cx="50292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Remplacer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95400" y="3219450"/>
            <a:ext cx="47091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Instantané complet, annuler et recréer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515100" y="2333625"/>
            <a:ext cx="5257800" cy="6162675"/>
          </a:xfrm>
          <a:prstGeom prst="roundRect">
            <a:avLst>
              <a:gd name="adj" fmla="val 725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858000" y="2676525"/>
            <a:ext cx="50292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858000" y="3219450"/>
            <a:ext cx="47091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Nouvelles lignes uniquement, données d'événement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2077700" y="2333625"/>
            <a:ext cx="5257800" cy="6162675"/>
          </a:xfrm>
          <a:prstGeom prst="roundRect">
            <a:avLst>
              <a:gd name="adj" fmla="val 725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2420600" y="2676525"/>
            <a:ext cx="50292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Incrémentielle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420600" y="3219450"/>
            <a:ext cx="47091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modifiées seulement, grandes tables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52500" y="8724900"/>
            <a:ext cx="16383000" cy="800100"/>
          </a:xfrm>
          <a:prstGeom prst="roundRect">
            <a:avLst>
              <a:gd name="adj" fmla="val 4762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295400" y="8991600"/>
            <a:ext cx="161886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Folding : filtrer, sélectionner, trier, regrouper, fusionner (même source) se traduisent en SQL exécuté à la source — seul le résultat transite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57250"/>
            <a:ext cx="2490639" cy="438150"/>
          </a:xfrm>
          <a:prstGeom prst="roundRect">
            <a:avLst>
              <a:gd name="adj" fmla="val 6522"/>
            </a:avLst>
          </a:prstGeom>
          <a:solidFill>
            <a:srgbClr val="C98A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62050" y="952500"/>
            <a:ext cx="214773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633639" y="871538"/>
            <a:ext cx="920644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un flux de données Gen2 sur commandes.csv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52500" y="171450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752600" y="1714500"/>
            <a:ext cx="1124530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connecter à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commandes.csv </a:t>
            </a: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à la table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dbo.Produits </a:t>
            </a: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NordShopDB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230505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752600" y="2305050"/>
            <a:ext cx="1122336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Filtrer les commandes annulées, renommer les colonnes en français cohérent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2500" y="285750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752600" y="2857500"/>
            <a:ext cx="72643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Fusionner commandes et produits sur ProductKey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52500" y="340995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752600" y="3409950"/>
            <a:ext cx="1278271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Charger vers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NordShop_Lakehouse </a:t>
            </a: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mode Incrémentiel, publier et vérifier le résultat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52500" y="92583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de données : commandes.csv + NordShopDB (dbo.Produits)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57250"/>
            <a:ext cx="3728740" cy="438150"/>
          </a:xfrm>
          <a:prstGeom prst="roundRect">
            <a:avLst>
              <a:gd name="adj" fmla="val 6522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62050" y="952500"/>
            <a:ext cx="36092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PRATIQUE · 30 MIN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871740" y="871538"/>
            <a:ext cx="897021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les données clients avec un flux Gen2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52500" y="1714500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49710" y="1714500"/>
            <a:ext cx="1359210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Connectez-vous à clients.csv et appliquez des colonnes personnalisées (ancienneté, segment)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2257425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49710" y="2257425"/>
            <a:ext cx="772306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Configurez NordShop_Lakehouse comme destination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2500" y="2800350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49710" y="2800350"/>
            <a:ext cx="935149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Publiez le flux et vérifiez le résultat dans l'explorateur lakehouse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 CONNAISSANCES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952500" y="1524000"/>
            <a:ext cx="7953375" cy="8001000"/>
          </a:xfrm>
          <a:prstGeom prst="roundRect">
            <a:avLst>
              <a:gd name="adj" fmla="val 479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381125" y="1952625"/>
            <a:ext cx="78057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QCM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381125" y="2428875"/>
            <a:ext cx="7309009" cy="1449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884"/>
              </a:lnSpc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 méthode de mise à jour convient à une table de journal d'événements qui ne change jamais rétroactivement ?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81125" y="4068812"/>
            <a:ext cx="78057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Remplacer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81125" y="4430762"/>
            <a:ext cx="78057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Ajouter 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81125" y="4830812"/>
            <a:ext cx="78057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Incrémentielle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382125" y="1524000"/>
            <a:ext cx="7953375" cy="8001000"/>
          </a:xfrm>
          <a:prstGeom prst="roundRect">
            <a:avLst>
              <a:gd name="adj" fmla="val 479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810750" y="1952625"/>
            <a:ext cx="78057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VRAI OU FAUX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810750" y="2428875"/>
            <a:ext cx="7309009" cy="1919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884"/>
              </a:lnSpc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Renommer une colonne peut se plier (Query Folding) sur la source, mais une colonne personnalisée complexe interrompt le pliage.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810750" y="8772525"/>
            <a:ext cx="780573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Vrai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062412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FAUT RETENIR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4729163"/>
            <a:ext cx="381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85900" y="4729163"/>
            <a:ext cx="1122795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flux Gen2 = connecter, filtrer, nettoyer, combiner, charger — dans cet ordre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52500" y="5348288"/>
            <a:ext cx="381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85900" y="5348288"/>
            <a:ext cx="1066462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Remplacer, Ajouter, Incrémentielle : trois méthodes, trois usages distincts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5967413"/>
            <a:ext cx="381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85900" y="5967413"/>
            <a:ext cx="1156797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Query Folding pousse le travail vers la source pour limiter le transfert réseau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671888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CHARGEMENT &amp; TRANSFORMATION — PARTIE 2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4110038"/>
            <a:ext cx="157162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à l'échelle avec les notebooks Spark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5186363"/>
            <a:ext cx="4192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524149" y="5186363"/>
            <a:ext cx="127967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Décrire les notebooks Fabric et pourquoi Spark convient aux transformations complexes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52500" y="5776913"/>
            <a:ext cx="4192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524149" y="5776913"/>
            <a:ext cx="1083111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les données avec PySpark et Spark SQL dans la même cellule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52500" y="6367463"/>
            <a:ext cx="4192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24149" y="6367463"/>
            <a:ext cx="784109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Écrire et optimiser des tables Delta pour la production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6012567" y="9258300"/>
            <a:ext cx="14552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Durée : 1h05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CHARGEMENT &amp; TRANSFORMATION — PARTIE 2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 et Spark SQL, dans le même notebook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333625"/>
            <a:ext cx="8039100" cy="6696075"/>
          </a:xfrm>
          <a:prstGeom prst="roundRect">
            <a:avLst>
              <a:gd name="adj" fmla="val 569"/>
            </a:avLst>
          </a:prstGeom>
          <a:solidFill>
            <a:srgbClr val="0D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295400" y="2676525"/>
            <a:ext cx="80886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7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076575"/>
            <a:ext cx="7573899" cy="1043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800"/>
              </a:lnSpc>
              <a:buNone/>
            </a:pPr>
            <a:r>
              <a:rPr lang="en-US" sz="1650" dirty="0">
                <a:solidFill>
                  <a:srgbClr val="D6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spark.table("raw_commandes")</a:t>
            </a:r>
            <a:endParaRPr lang="en-US" sz="1650" dirty="0"/>
          </a:p>
          <a:p>
            <a:pPr marL="0" indent="0" algn="l">
              <a:lnSpc>
                <a:spcPct val="140800"/>
              </a:lnSpc>
              <a:buNone/>
            </a:pPr>
            <a:r>
              <a:rPr lang="en-US" sz="1650" dirty="0">
                <a:solidFill>
                  <a:srgbClr val="D6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df.dropDuplicates(["order_id"])</a:t>
            </a:r>
            <a:endParaRPr lang="en-US" sz="1650" dirty="0"/>
          </a:p>
          <a:p>
            <a:pPr marL="0" indent="0" algn="l">
              <a:lnSpc>
                <a:spcPct val="140800"/>
              </a:lnSpc>
              <a:buNone/>
            </a:pPr>
            <a:r>
              <a:rPr lang="en-US" sz="1650" dirty="0">
                <a:solidFill>
                  <a:srgbClr val="D6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df.fillna({"region": "Inconnue"})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9296400" y="2333625"/>
            <a:ext cx="8039100" cy="6696075"/>
          </a:xfrm>
          <a:prstGeom prst="roundRect">
            <a:avLst>
              <a:gd name="adj" fmla="val 569"/>
            </a:avLst>
          </a:prstGeom>
          <a:solidFill>
            <a:srgbClr val="0D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639300" y="2676525"/>
            <a:ext cx="80886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7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%%SQL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39300" y="3076575"/>
            <a:ext cx="7573899" cy="1043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800"/>
              </a:lnSpc>
              <a:buNone/>
            </a:pPr>
            <a:r>
              <a:rPr lang="en-US" sz="1650" dirty="0">
                <a:solidFill>
                  <a:srgbClr val="D6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region, SUM(montant)</a:t>
            </a:r>
            <a:endParaRPr lang="en-US" sz="1650" dirty="0"/>
          </a:p>
          <a:p>
            <a:pPr marL="0" indent="0" algn="l">
              <a:lnSpc>
                <a:spcPct val="140800"/>
              </a:lnSpc>
              <a:buNone/>
            </a:pPr>
            <a:r>
              <a:rPr lang="en-US" sz="1650" dirty="0">
                <a:solidFill>
                  <a:srgbClr val="D6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commandes</a:t>
            </a:r>
            <a:endParaRPr lang="en-US" sz="1650" dirty="0"/>
          </a:p>
          <a:p>
            <a:pPr marL="0" indent="0" algn="l">
              <a:lnSpc>
                <a:spcPct val="140800"/>
              </a:lnSpc>
              <a:buNone/>
            </a:pPr>
            <a:r>
              <a:rPr lang="en-US" sz="1650" dirty="0">
                <a:solidFill>
                  <a:srgbClr val="D6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region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52500" y="92583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 distribué sur cluster Spark · développement itératif cellule par cellule · lakehouse attaché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CHARGEMENT &amp; TRANSFORMATION — PARTIE 2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Écrire et entretenir les tables Delta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333625"/>
            <a:ext cx="3124200" cy="7191375"/>
          </a:xfrm>
          <a:prstGeom prst="roundRect">
            <a:avLst>
              <a:gd name="adj" fmla="val 1220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43000" y="2600325"/>
            <a:ext cx="30175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Remplacer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962275"/>
            <a:ext cx="30175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Nuit complète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67200" y="2333625"/>
            <a:ext cx="3124200" cy="7191375"/>
          </a:xfrm>
          <a:prstGeom prst="roundRect">
            <a:avLst>
              <a:gd name="adj" fmla="val 1220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457700" y="2600325"/>
            <a:ext cx="30175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57700" y="2962275"/>
            <a:ext cx="30175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Incrémental simple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581900" y="2333625"/>
            <a:ext cx="3124200" cy="7191375"/>
          </a:xfrm>
          <a:prstGeom prst="roundRect">
            <a:avLst>
              <a:gd name="adj" fmla="val 1220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772400" y="2600325"/>
            <a:ext cx="30175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Fusionner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0" y="2962275"/>
            <a:ext cx="30175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SCD, upsert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896600" y="2333625"/>
            <a:ext cx="3124200" cy="7191375"/>
          </a:xfrm>
          <a:prstGeom prst="roundRect">
            <a:avLst>
              <a:gd name="adj" fmla="val 122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1087100" y="2600325"/>
            <a:ext cx="30175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087100" y="2962275"/>
            <a:ext cx="30175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Compacte les fichiers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4211300" y="2333625"/>
            <a:ext cx="3124200" cy="7191375"/>
          </a:xfrm>
          <a:prstGeom prst="roundRect">
            <a:avLst>
              <a:gd name="adj" fmla="val 122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4401800" y="2600325"/>
            <a:ext cx="30175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VACUUM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401800" y="2962275"/>
            <a:ext cx="30175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Libère l'espace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57250"/>
            <a:ext cx="2490639" cy="438150"/>
          </a:xfrm>
          <a:prstGeom prst="roundRect">
            <a:avLst>
              <a:gd name="adj" fmla="val 6522"/>
            </a:avLst>
          </a:prstGeom>
          <a:solidFill>
            <a:srgbClr val="C98A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62050" y="952500"/>
            <a:ext cx="214773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633639" y="871538"/>
            <a:ext cx="854964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les ventes dans un notebook Fabric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52500" y="171450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752600" y="1714500"/>
            <a:ext cx="1131897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Charger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raw_commandes </a:t>
            </a: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depuis NordShop_Lakehouse avec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spark.table()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230505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752600" y="2305050"/>
            <a:ext cx="118962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Joindre avec la table clients, calculer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montant_total </a:t>
            </a: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une fonction de fenêtre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2500" y="289560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752600" y="2895600"/>
            <a:ext cx="655727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Basculer en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%%sql </a:t>
            </a: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un GROUP BY région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52500" y="348615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752600" y="3486150"/>
            <a:ext cx="74229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Écrire le résultat en table Delta et lancer OPTIMIZE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52500" y="92583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de données : NordShop_Lakehouse (tables Delta commandes, clients)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57250"/>
            <a:ext cx="3728740" cy="438150"/>
          </a:xfrm>
          <a:prstGeom prst="roundRect">
            <a:avLst>
              <a:gd name="adj" fmla="val 6522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62050" y="952500"/>
            <a:ext cx="34215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PRATIQUE · 30 MIN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871740" y="871538"/>
            <a:ext cx="783373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Nettoyer et enrichir les ventes avec PySpark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52500" y="1714500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49710" y="1714500"/>
            <a:ext cx="93713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Nettoyez les données de ventes brutes (doublons, valeurs nulles)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2257425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49710" y="2257425"/>
            <a:ext cx="600917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Joignez avec les tables clients et produits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2500" y="2800350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49710" y="2800350"/>
            <a:ext cx="968366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Appliquez une agrégation et une fonction de fenêtre (total cumulé)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52500" y="3343275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49710" y="3343275"/>
            <a:ext cx="735618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Écrivez le résultat transformé dans une table Delta</a:t>
            </a:r>
            <a:endParaRPr lang="en-US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 CONNAISSANCES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952500" y="1524000"/>
            <a:ext cx="7953375" cy="8001000"/>
          </a:xfrm>
          <a:prstGeom prst="roundRect">
            <a:avLst>
              <a:gd name="adj" fmla="val 479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381125" y="1952625"/>
            <a:ext cx="78057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QCM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381125" y="2428875"/>
            <a:ext cx="7309009" cy="978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884"/>
              </a:lnSpc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faut-il ajouter en haut d'une cellule PySpark pour y exécuter du Spark SQL ?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81125" y="3598366"/>
            <a:ext cx="78057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%spark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81125" y="3960316"/>
            <a:ext cx="78057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%%sql 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81125" y="4360366"/>
            <a:ext cx="78057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%%pyspark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382125" y="1524000"/>
            <a:ext cx="7953375" cy="8001000"/>
          </a:xfrm>
          <a:prstGeom prst="roundRect">
            <a:avLst>
              <a:gd name="adj" fmla="val 479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810750" y="1952625"/>
            <a:ext cx="78057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VRAI OU FAUX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810750" y="2428875"/>
            <a:ext cx="7309009" cy="1449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884"/>
              </a:lnSpc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VACUUM supprime les anciens fichiers Delta devenus obsolètes pour libérer du stockage.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810750" y="8772525"/>
            <a:ext cx="780573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Vrai</a:t>
            </a:r>
            <a:endParaRPr lang="en-US" sz="2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062412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FAUT RETENIR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4729163"/>
            <a:ext cx="381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85900" y="4729163"/>
            <a:ext cx="1065905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notebooks tournent sur Spark : calcul distribué pour les gros volumes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52500" y="5348288"/>
            <a:ext cx="381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85900" y="5348288"/>
            <a:ext cx="713337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 et Spark SQL cohabitent grâce à %%sql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5967413"/>
            <a:ext cx="381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85900" y="5967413"/>
            <a:ext cx="964699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et VACUUM entretiennent les tables Delta dans la durée</a:t>
            </a:r>
            <a:endParaRPr lang="en-US" sz="2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671888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MODÉLISATION DES DONNÉES &amp; CONCEPTION D'ENTREPÔT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4110038"/>
            <a:ext cx="157162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le bon magasin, concevoir le bon schéma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5186363"/>
            <a:ext cx="4192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524149" y="5186363"/>
            <a:ext cx="1114724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Comparer lakehouse, entrepôt et eventhouse sur les critères clés de décision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52500" y="5776913"/>
            <a:ext cx="4192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524149" y="5776913"/>
            <a:ext cx="108618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Concevoir des tables de faits (grain) et de dimensions (clés de substitution)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52500" y="6367463"/>
            <a:ext cx="4192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24149" y="6367463"/>
            <a:ext cx="95630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un modèle de dimension à variation lente adapté au besoin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6011376" y="9258300"/>
            <a:ext cx="14565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Durée : 1h45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 &amp; CONCEPTION D'ENTREPÔT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Lakehouse, entrepôt, eventhouse : trois usages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3848100" y="2333625"/>
            <a:ext cx="4251960" cy="160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8420100" y="2333625"/>
            <a:ext cx="4251960" cy="160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Entrepôt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992100" y="2333625"/>
            <a:ext cx="4251960" cy="160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Eventhouse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4088606"/>
            <a:ext cx="2667000" cy="9525"/>
          </a:xfrm>
          <a:prstGeom prst="rect">
            <a:avLst/>
          </a:prstGeom>
          <a:solidFill>
            <a:srgbClr val="DDE2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52500" y="4288631"/>
            <a:ext cx="2747010" cy="1459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Idéal pour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19500" y="4088606"/>
            <a:ext cx="4572000" cy="9525"/>
          </a:xfrm>
          <a:prstGeom prst="rect">
            <a:avLst/>
          </a:prstGeom>
          <a:solidFill>
            <a:srgbClr val="DDE2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848100" y="4288631"/>
            <a:ext cx="4251960" cy="1459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Formats mixtes, Spark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91500" y="4088606"/>
            <a:ext cx="4572000" cy="9525"/>
          </a:xfrm>
          <a:prstGeom prst="rect">
            <a:avLst/>
          </a:prstGeom>
          <a:solidFill>
            <a:srgbClr val="DDE2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420100" y="4288631"/>
            <a:ext cx="4251960" cy="1459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BI, schéma en étoile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763500" y="4088606"/>
            <a:ext cx="4572000" cy="9525"/>
          </a:xfrm>
          <a:prstGeom prst="rect">
            <a:avLst/>
          </a:prstGeom>
          <a:solidFill>
            <a:srgbClr val="DDE2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2992100" y="4288631"/>
            <a:ext cx="4251960" cy="1459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Flux, séries temporelles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52500" y="5900738"/>
            <a:ext cx="2667000" cy="9525"/>
          </a:xfrm>
          <a:prstGeom prst="rect">
            <a:avLst/>
          </a:prstGeom>
          <a:solidFill>
            <a:srgbClr val="DDE2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52500" y="6100763"/>
            <a:ext cx="2747010" cy="1459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Langage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619500" y="5900738"/>
            <a:ext cx="4572000" cy="9525"/>
          </a:xfrm>
          <a:prstGeom prst="rect">
            <a:avLst/>
          </a:prstGeom>
          <a:solidFill>
            <a:srgbClr val="DDE2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848100" y="6100763"/>
            <a:ext cx="4251960" cy="1459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+ SQL (lecture)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191500" y="5900738"/>
            <a:ext cx="4572000" cy="9525"/>
          </a:xfrm>
          <a:prstGeom prst="rect">
            <a:avLst/>
          </a:prstGeom>
          <a:solidFill>
            <a:srgbClr val="DDE2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8420100" y="6100763"/>
            <a:ext cx="4251960" cy="1459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T-SQL complet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763500" y="5900738"/>
            <a:ext cx="4572000" cy="9525"/>
          </a:xfrm>
          <a:prstGeom prst="rect">
            <a:avLst/>
          </a:prstGeom>
          <a:solidFill>
            <a:srgbClr val="DDE2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2992100" y="6100763"/>
            <a:ext cx="4251960" cy="1459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KQL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52500" y="7712869"/>
            <a:ext cx="2667000" cy="9525"/>
          </a:xfrm>
          <a:prstGeom prst="rect">
            <a:avLst/>
          </a:prstGeom>
          <a:solidFill>
            <a:srgbClr val="DDE2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952500" y="7912894"/>
            <a:ext cx="2747010" cy="1459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Écriture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619500" y="7712869"/>
            <a:ext cx="4572000" cy="9525"/>
          </a:xfrm>
          <a:prstGeom prst="rect">
            <a:avLst/>
          </a:prstGeom>
          <a:solidFill>
            <a:srgbClr val="DDE2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3848100" y="7912894"/>
            <a:ext cx="4251960" cy="1459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Notebooks, flux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191500" y="7712869"/>
            <a:ext cx="4572000" cy="9525"/>
          </a:xfrm>
          <a:prstGeom prst="rect">
            <a:avLst/>
          </a:prstGeom>
          <a:solidFill>
            <a:srgbClr val="DDE2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8420100" y="7912894"/>
            <a:ext cx="4251960" cy="1459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INSERT/UPDATE/MERGE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763500" y="7712869"/>
            <a:ext cx="4572000" cy="9525"/>
          </a:xfrm>
          <a:prstGeom prst="rect">
            <a:avLst/>
          </a:prstGeom>
          <a:solidFill>
            <a:srgbClr val="DDE2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12992100" y="7912894"/>
            <a:ext cx="4251960" cy="1459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en continu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 &amp; CONCEPTION D'ENTREPÔT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Grain, dénormalisation et historique (SCD)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333625"/>
            <a:ext cx="5257800" cy="7191375"/>
          </a:xfrm>
          <a:prstGeom prst="roundRect">
            <a:avLst>
              <a:gd name="adj" fmla="val 725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295400" y="2676525"/>
            <a:ext cx="50292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Grain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95400" y="3219450"/>
            <a:ext cx="470916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ligne = un article de commande, ou un total quotidien ? Décision n°1 de la table de faits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515100" y="2333625"/>
            <a:ext cx="5257800" cy="7191375"/>
          </a:xfrm>
          <a:prstGeom prst="roundRect">
            <a:avLst>
              <a:gd name="adj" fmla="val 725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858000" y="2676525"/>
            <a:ext cx="50292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Dénormalisation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858000" y="3219450"/>
            <a:ext cx="470916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Aplatir Produit → Sous-catégorie → Catégorie en une seule dimension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2077700" y="2333625"/>
            <a:ext cx="5257800" cy="7191375"/>
          </a:xfrm>
          <a:prstGeom prst="roundRect">
            <a:avLst>
              <a:gd name="adj" fmla="val 725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2420600" y="2676525"/>
            <a:ext cx="50292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SCD Type 1 vs 2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420600" y="3219450"/>
            <a:ext cx="47091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1 remplace ; Type 2 ajoute une ligne et garde l'historique</a:t>
            </a:r>
            <a:endParaRPr lang="en-US" sz="2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57250"/>
            <a:ext cx="2490639" cy="438150"/>
          </a:xfrm>
          <a:prstGeom prst="roundRect">
            <a:avLst>
              <a:gd name="adj" fmla="val 6522"/>
            </a:avLst>
          </a:prstGeom>
          <a:solidFill>
            <a:srgbClr val="C98A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62050" y="952500"/>
            <a:ext cx="214773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633639" y="871538"/>
            <a:ext cx="834385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schéma en étoile pour les ventes NordShop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52500" y="171450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752600" y="1714500"/>
            <a:ext cx="1186200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Fact_Ventes </a:t>
            </a: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grain « ligne de commande » dans NordShopDB (entrepôt)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230505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752600" y="2305050"/>
            <a:ext cx="1085567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Dim_Produit </a:t>
            </a: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dénormalisée et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Dim_Client </a:t>
            </a: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clé de substitution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2500" y="289560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752600" y="2895600"/>
            <a:ext cx="98570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Implémenter un SCD Type 2 sur le changement de région d'un client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52500" y="344805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752600" y="3448050"/>
            <a:ext cx="79730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Exécuter une requête analytique jointe fait/dimensions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52500" y="92583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de données : NordShopDB (entrepôt SQL Server)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57250"/>
            <a:ext cx="3728740" cy="438150"/>
          </a:xfrm>
          <a:prstGeom prst="roundRect">
            <a:avLst>
              <a:gd name="adj" fmla="val 6522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62050" y="952500"/>
            <a:ext cx="34215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PRATIQUE · 30 MIN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871740" y="871538"/>
            <a:ext cx="821043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Concevoir et implémenter un schéma en étoile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52500" y="1714500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49710" y="1714500"/>
            <a:ext cx="874249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Créez les tables de dimensions et de faits pour NordShopDB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2257425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49710" y="2257425"/>
            <a:ext cx="63976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Chargez les échantillons de données fournis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2500" y="2800350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49710" y="2800350"/>
            <a:ext cx="67841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Exécutez des requêtes analytiques de contrôle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52500" y="3343275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49710" y="3343275"/>
            <a:ext cx="742707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Implémentez un SCD Type 2 sur la dimension client</a:t>
            </a:r>
            <a:endParaRPr lang="en-US" sz="2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 CONNAISSANCES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952500" y="1524000"/>
            <a:ext cx="7953375" cy="8001000"/>
          </a:xfrm>
          <a:prstGeom prst="roundRect">
            <a:avLst>
              <a:gd name="adj" fmla="val 479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381125" y="1952625"/>
            <a:ext cx="78057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QCM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381125" y="2428875"/>
            <a:ext cx="7309009" cy="978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884"/>
              </a:lnSpc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 est la décision de conception la plus importante d'une table de faits ?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81125" y="3598366"/>
            <a:ext cx="78057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Définir la granularité 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81125" y="3998416"/>
            <a:ext cx="78057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Choisir les noms de colonnes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81125" y="4360366"/>
            <a:ext cx="78057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Choisir la couleur du rapport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382125" y="1524000"/>
            <a:ext cx="7953375" cy="8001000"/>
          </a:xfrm>
          <a:prstGeom prst="roundRect">
            <a:avLst>
              <a:gd name="adj" fmla="val 479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810750" y="1952625"/>
            <a:ext cx="78057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VRAI OU FAUX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810750" y="2428875"/>
            <a:ext cx="7309009" cy="1449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884"/>
              </a:lnSpc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conserver l'historique des changements de région d'un vendeur, on utilise un SCD de Type 1.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810750" y="8772525"/>
            <a:ext cx="780573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Faux : c'est le Type 2 qui conserve l'historique</a:t>
            </a:r>
            <a:endParaRPr lang="en-US" sz="2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062412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FAUT RETENIR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4729163"/>
            <a:ext cx="381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85900" y="4729163"/>
            <a:ext cx="998325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Lakehouse, entrepôt, eventhouse : même OneLake, usages différents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52500" y="5348288"/>
            <a:ext cx="381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85900" y="5348288"/>
            <a:ext cx="534696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grain se décide avant tout le reste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5967413"/>
            <a:ext cx="381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85900" y="5967413"/>
            <a:ext cx="951307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SCD Type 1 (remplace) ou Type 2 (historise) selon le besoin métier</a:t>
            </a:r>
            <a:endParaRPr lang="en-US" sz="2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671888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TRANSFORMATIONS AVANCÉES &amp; OPTIMISATION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4110038"/>
            <a:ext cx="157162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et optimiser avec le T-SQL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5186363"/>
            <a:ext cx="4192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524149" y="5186363"/>
            <a:ext cx="96078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Distinguer T-SQL dans l'entrepôt et Spark SQL dans les notebooks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52500" y="5776913"/>
            <a:ext cx="4192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524149" y="5776913"/>
            <a:ext cx="96926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des objets persistants pour la logique réutilisable et testable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52500" y="6367463"/>
            <a:ext cx="4192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24149" y="6367463"/>
            <a:ext cx="1069900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Implémenter des modèles de chargement pour les tables dimensionnelles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5968216" y="9258300"/>
            <a:ext cx="150401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Durée : 2h05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TRANSFORMATIONS AVANCÉES &amp; OPTIMISATION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Objets persistants d'entrepôt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333625"/>
            <a:ext cx="5283101" cy="7191375"/>
          </a:xfrm>
          <a:prstGeom prst="roundRect">
            <a:avLst>
              <a:gd name="adj" fmla="val 721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228725" y="2686050"/>
            <a:ext cx="520371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Vues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28725" y="3228975"/>
            <a:ext cx="487257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seule, toujours à jour, logique réutilisable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502301" y="2333625"/>
            <a:ext cx="5283250" cy="7191375"/>
          </a:xfrm>
          <a:prstGeom prst="roundRect">
            <a:avLst>
              <a:gd name="adj" fmla="val 721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778526" y="2686050"/>
            <a:ext cx="520388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Procédures stockées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778526" y="3228975"/>
            <a:ext cx="487272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Paramétrables, automatisation multi-étapes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2052250" y="2333625"/>
            <a:ext cx="5283250" cy="7191375"/>
          </a:xfrm>
          <a:prstGeom prst="roundRect">
            <a:avLst>
              <a:gd name="adj" fmla="val 721"/>
            </a:avLst>
          </a:prstGeom>
          <a:solidFill>
            <a:srgbClr val="FFFFFF"/>
          </a:solidFill>
          <a:ln w="19050">
            <a:solidFill>
              <a:srgbClr val="C98A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2338000" y="2695575"/>
            <a:ext cx="518292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Clones de table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338000" y="3238500"/>
            <a:ext cx="485310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Instantané sans copie, tests sécurisés contre la production</a:t>
            </a:r>
            <a:endParaRPr lang="en-US" sz="2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TRANSFORMATIONS AVANCÉES &amp; OPTIMISATION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Modèles de chargement des dimensions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333625"/>
            <a:ext cx="5257800" cy="7191375"/>
          </a:xfrm>
          <a:prstGeom prst="roundRect">
            <a:avLst>
              <a:gd name="adj" fmla="val 725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295400" y="2676525"/>
            <a:ext cx="50292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Actualisation complète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95400" y="3219450"/>
            <a:ext cx="47091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tout → INSERT tout, tables petites ou de référence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515100" y="2333625"/>
            <a:ext cx="5257800" cy="7191375"/>
          </a:xfrm>
          <a:prstGeom prst="roundRect">
            <a:avLst>
              <a:gd name="adj" fmla="val 725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858000" y="2676525"/>
            <a:ext cx="50292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Incrémentielle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858000" y="3219450"/>
            <a:ext cx="47091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Filigrane → charger le nouveau/modifié uniquement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2077700" y="2333625"/>
            <a:ext cx="5257800" cy="7191375"/>
          </a:xfrm>
          <a:prstGeom prst="roundRect">
            <a:avLst>
              <a:gd name="adj" fmla="val 725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2420600" y="2676525"/>
            <a:ext cx="50292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MERGE (upsert)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420600" y="3219450"/>
            <a:ext cx="470916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Correspondance par clé → insérer ou mettre à jour, essentiel pour les dimensions</a:t>
            </a:r>
            <a:endParaRPr lang="en-US" sz="2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57250"/>
            <a:ext cx="2490639" cy="438150"/>
          </a:xfrm>
          <a:prstGeom prst="roundRect">
            <a:avLst>
              <a:gd name="adj" fmla="val 6522"/>
            </a:avLst>
          </a:prstGeom>
          <a:solidFill>
            <a:srgbClr val="C98A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62050" y="952500"/>
            <a:ext cx="214773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633639" y="871538"/>
            <a:ext cx="932399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Vue, procédure stockée et MERGE sur NordShopDB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52500" y="171450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752600" y="1714500"/>
            <a:ext cx="1107537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une vue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vw_VentesRegion </a:t>
            </a: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joignant staging.commandes et dim.client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230505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752600" y="2305050"/>
            <a:ext cx="965714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une procédure stockée paramétrée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ChargerVentes @date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2500" y="289560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752600" y="2895600"/>
            <a:ext cx="703023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Écrire un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</a:t>
            </a: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charger dim.Client (upsert)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52500" y="348615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752600" y="3486150"/>
            <a:ext cx="845927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Cloner la table de production pour tester en toute sécurité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52500" y="92583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de données : NordShopDB (staging + dimensions)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57250"/>
            <a:ext cx="3728740" cy="438150"/>
          </a:xfrm>
          <a:prstGeom prst="roundRect">
            <a:avLst>
              <a:gd name="adj" fmla="val 6522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62050" y="952500"/>
            <a:ext cx="34215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PRATIQUE · 45 MIN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871740" y="871538"/>
            <a:ext cx="931744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les données de préproduction en T-SQL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52500" y="1714500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49710" y="1714500"/>
            <a:ext cx="127632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Écrivez des requêtes T-SQL pour filtrer, joindre et agréger les données de préproduction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2257425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49710" y="2257425"/>
            <a:ext cx="870303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Créez une vue pour la logique de transformation réutilisable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2500" y="2800350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49710" y="2800350"/>
            <a:ext cx="1087138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Créez une procédure stockée paramétrée pour un traitement reproductible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52500" y="3343275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49710" y="3343275"/>
            <a:ext cx="954254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Créez et chargez les tables de faits et de dimensions avec MERGE</a:t>
            </a:r>
            <a:endParaRPr lang="en-US" sz="2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 CONNAISSANCES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952500" y="1524000"/>
            <a:ext cx="7953375" cy="8001000"/>
          </a:xfrm>
          <a:prstGeom prst="roundRect">
            <a:avLst>
              <a:gd name="adj" fmla="val 479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381125" y="1952625"/>
            <a:ext cx="78057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QCM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381125" y="2428875"/>
            <a:ext cx="7309009" cy="1449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4884"/>
              </a:lnSpc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 fonctionnalité Fabric permet de tester en toute sécurité une transformation contre les données de production ?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81125" y="4068812"/>
            <a:ext cx="78057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Créer une vue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81125" y="4430762"/>
            <a:ext cx="78057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Créer un clone de table 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81125" y="4830812"/>
            <a:ext cx="78057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Créer une procédure stockée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382125" y="1524000"/>
            <a:ext cx="7953375" cy="8001000"/>
          </a:xfrm>
          <a:prstGeom prst="roundRect">
            <a:avLst>
              <a:gd name="adj" fmla="val 479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810750" y="1952625"/>
            <a:ext cx="78057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VRAI OU FAUX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810750" y="2428875"/>
            <a:ext cx="7309009" cy="978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4884"/>
              </a:lnSpc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permet d'insérer ou de mettre à jour selon une clé, en une seule instruction.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810750" y="8772525"/>
            <a:ext cx="780573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Vrai</a:t>
            </a:r>
            <a:endParaRPr lang="en-US" sz="2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05000" y="6477000"/>
            <a:ext cx="5715000" cy="5715000"/>
          </a:xfrm>
          <a:prstGeom prst="ellipse">
            <a:avLst/>
          </a:prstGeom>
          <a:gradFill rotWithShape="1">
            <a:gsLst>
              <a:gs pos="0">
                <a:srgbClr val="163E73">
                  <a:alpha val="100000"/>
                </a:srgbClr>
              </a:gs>
              <a:gs pos="70000">
                <a:srgbClr val="163E7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952500" y="3433763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DE LA JOURNÉE 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52500" y="3910013"/>
            <a:ext cx="14716125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données choisies, modélisées et transformées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952500" y="5700713"/>
            <a:ext cx="13620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Demain : concevoir, optimiser et sécuriser le modèle sémantique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52500" y="6586538"/>
            <a:ext cx="25033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3 · 1er août 2026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99731" y="6586538"/>
            <a:ext cx="168507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09h00 – 17h00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eate a new document." ma:contentTypeScope="" ma:versionID="1e1d1b9c64e4e863bf8aa3867e361155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6f44e94be1ec4ee84c894018ce3c7098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363a87-7e43-46da-9332-4c6d176b06e4" xsi:nil="true"/>
    <lcf76f155ced4ddcb4097134ff3c332f xmlns="d9df9240-fc95-4deb-9c9d-de700c44a7a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994D21B-4EB8-4903-A8C9-08DCA759D2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A3F1BEB-D897-4D51-8208-653D6A4D4B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df9240-fc95-4deb-9c9d-de700c44a7a7"/>
    <ds:schemaRef ds:uri="33363a87-7e43-46da-9332-4c6d176b06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9635F4-78D9-4FB2-8AF7-51E397F24096}">
  <ds:schemaRefs>
    <ds:schemaRef ds:uri="http://purl.org/dc/elements/1.1/"/>
    <ds:schemaRef ds:uri="d9df9240-fc95-4deb-9c9d-de700c44a7a7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33363a87-7e43-46da-9332-4c6d176b06e4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1877</Words>
  <Application>Microsoft Office PowerPoint</Application>
  <PresentationFormat>Personnalisé</PresentationFormat>
  <Paragraphs>331</Paragraphs>
  <Slides>30</Slides>
  <Notes>30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3" baseType="lpstr">
      <vt:lpstr>Arial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JOUR 2 · PRÉPARER LES DONNÉES</dc:title>
  <dc:subject>PptxGenJS Presentation</dc:subject>
  <dc:creator/>
  <cp:lastModifiedBy>Rodrigue YENGO</cp:lastModifiedBy>
  <cp:revision>2</cp:revision>
  <dcterms:created xsi:type="dcterms:W3CDTF">2026-07-24T20:03:01Z</dcterms:created>
  <dcterms:modified xsi:type="dcterms:W3CDTF">2026-07-24T22:12:51Z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  <property fmtid="{D5CDD505-2E9C-101B-9397-08002B2CF9AE}" pid="3" name="MediaServiceImageTags">
    <vt:lpwstr/>
  </property>
</Properties>
</file>