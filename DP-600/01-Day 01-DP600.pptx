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0E3928-FB9F-40CA-B711-E80DC8F7AC5E}" v="2" dt="2026-07-24T20:35:50.2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52008" autoAdjust="0"/>
  </p:normalViewPr>
  <p:slideViewPr>
    <p:cSldViewPr snapToGrid="0" snapToObjects="1">
      <p:cViewPr varScale="1">
        <p:scale>
          <a:sx n="44" d="100"/>
          <a:sy n="44" d="100"/>
        </p:scale>
        <p:origin x="2274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custSel modSld">
      <pc:chgData name="Rodrigue YENGO" userId="9019d928-c12d-48de-bdb2-52a833805ac2" providerId="ADAL" clId="{20734E0D-FF75-44B1-9DFF-D19DBB4D069A}" dt="2026-07-24T20:35:47.780" v="277" actId="27636"/>
      <pc:docMkLst>
        <pc:docMk/>
      </pc:docMkLst>
      <pc:sldChg chg="modSp mod">
        <pc:chgData name="Rodrigue YENGO" userId="9019d928-c12d-48de-bdb2-52a833805ac2" providerId="ADAL" clId="{20734E0D-FF75-44B1-9DFF-D19DBB4D069A}" dt="2026-07-24T20:35:47.339" v="5" actId="27636"/>
        <pc:sldMkLst>
          <pc:docMk/>
          <pc:sldMk cId="0" sldId="256"/>
        </pc:sldMkLst>
        <pc:spChg chg="mod">
          <ac:chgData name="Rodrigue YENGO" userId="9019d928-c12d-48de-bdb2-52a833805ac2" providerId="ADAL" clId="{20734E0D-FF75-44B1-9DFF-D19DBB4D069A}" dt="2026-07-24T20:35:47.336" v="2" actId="27636"/>
          <ac:spMkLst>
            <pc:docMk/>
            <pc:sldMk cId="0" sldId="256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337" v="3" actId="276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333" v="0" actId="27636"/>
          <ac:spMkLst>
            <pc:docMk/>
            <pc:sldMk cId="0" sldId="256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338" v="4" actId="2763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339" v="5" actId="2763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335" v="1" actId="27636"/>
          <ac:spMkLst>
            <pc:docMk/>
            <pc:sldMk cId="0" sldId="256"/>
            <ac:spMk id="12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375" v="20" actId="27636"/>
        <pc:sldMkLst>
          <pc:docMk/>
          <pc:sldMk cId="0" sldId="257"/>
        </pc:sldMkLst>
        <pc:spChg chg="mod">
          <ac:chgData name="Rodrigue YENGO" userId="9019d928-c12d-48de-bdb2-52a833805ac2" providerId="ADAL" clId="{20734E0D-FF75-44B1-9DFF-D19DBB4D069A}" dt="2026-07-24T20:35:47.366" v="11" actId="27636"/>
          <ac:spMkLst>
            <pc:docMk/>
            <pc:sldMk cId="0" sldId="257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371" v="16" actId="27636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373" v="18" actId="27636"/>
          <ac:spMkLst>
            <pc:docMk/>
            <pc:sldMk cId="0" sldId="257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362" v="8" actId="27636"/>
          <ac:spMkLst>
            <pc:docMk/>
            <pc:sldMk cId="0" sldId="257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368" v="13" actId="276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367" v="12" actId="27636"/>
          <ac:spMkLst>
            <pc:docMk/>
            <pc:sldMk cId="0" sldId="257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361" v="7" actId="2763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365" v="10" actId="2763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374" v="19" actId="2763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369" v="14" actId="2763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375" v="20" actId="2763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364" v="9" actId="2763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372" v="17" actId="2763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370" v="15" actId="2763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360" v="6" actId="27636"/>
          <ac:spMkLst>
            <pc:docMk/>
            <pc:sldMk cId="0" sldId="257"/>
            <ac:spMk id="19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398" v="29" actId="27636"/>
        <pc:sldMkLst>
          <pc:docMk/>
          <pc:sldMk cId="0" sldId="258"/>
        </pc:sldMkLst>
        <pc:spChg chg="mod">
          <ac:chgData name="Rodrigue YENGO" userId="9019d928-c12d-48de-bdb2-52a833805ac2" providerId="ADAL" clId="{20734E0D-FF75-44B1-9DFF-D19DBB4D069A}" dt="2026-07-24T20:35:47.398" v="29" actId="27636"/>
          <ac:spMkLst>
            <pc:docMk/>
            <pc:sldMk cId="0" sldId="258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390" v="21" actId="27636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397" v="28" actId="276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394" v="25" actId="27636"/>
          <ac:spMkLst>
            <pc:docMk/>
            <pc:sldMk cId="0" sldId="258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395" v="26" actId="27636"/>
          <ac:spMkLst>
            <pc:docMk/>
            <pc:sldMk cId="0" sldId="258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392" v="23" actId="27636"/>
          <ac:spMkLst>
            <pc:docMk/>
            <pc:sldMk cId="0" sldId="258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393" v="24" actId="27636"/>
          <ac:spMkLst>
            <pc:docMk/>
            <pc:sldMk cId="0" sldId="258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396" v="27" actId="27636"/>
          <ac:spMkLst>
            <pc:docMk/>
            <pc:sldMk cId="0" sldId="258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391" v="22" actId="27636"/>
          <ac:spMkLst>
            <pc:docMk/>
            <pc:sldMk cId="0" sldId="258"/>
            <ac:spMk id="10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418" v="42" actId="27636"/>
        <pc:sldMkLst>
          <pc:docMk/>
          <pc:sldMk cId="0" sldId="259"/>
        </pc:sldMkLst>
        <pc:spChg chg="mod">
          <ac:chgData name="Rodrigue YENGO" userId="9019d928-c12d-48de-bdb2-52a833805ac2" providerId="ADAL" clId="{20734E0D-FF75-44B1-9DFF-D19DBB4D069A}" dt="2026-07-24T20:35:47.413" v="37" actId="27636"/>
          <ac:spMkLst>
            <pc:docMk/>
            <pc:sldMk cId="0" sldId="259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06" v="30" actId="27636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15" v="39" actId="276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07" v="31" actId="27636"/>
          <ac:spMkLst>
            <pc:docMk/>
            <pc:sldMk cId="0" sldId="259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18" v="42" actId="27636"/>
          <ac:spMkLst>
            <pc:docMk/>
            <pc:sldMk cId="0" sldId="259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14" v="38" actId="27636"/>
          <ac:spMkLst>
            <pc:docMk/>
            <pc:sldMk cId="0" sldId="259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09" v="32" actId="2763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12" v="35" actId="2763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16" v="40" actId="2763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10" v="34" actId="2763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09" v="33" actId="2763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17" v="41" actId="2763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12" v="36" actId="27636"/>
          <ac:spMkLst>
            <pc:docMk/>
            <pc:sldMk cId="0" sldId="259"/>
            <ac:spMk id="19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439" v="59" actId="27636"/>
        <pc:sldMkLst>
          <pc:docMk/>
          <pc:sldMk cId="0" sldId="260"/>
        </pc:sldMkLst>
        <pc:spChg chg="mod">
          <ac:chgData name="Rodrigue YENGO" userId="9019d928-c12d-48de-bdb2-52a833805ac2" providerId="ADAL" clId="{20734E0D-FF75-44B1-9DFF-D19DBB4D069A}" dt="2026-07-24T20:35:47.432" v="51" actId="27636"/>
          <ac:spMkLst>
            <pc:docMk/>
            <pc:sldMk cId="0" sldId="260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29" v="47" actId="27636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33" v="52" actId="27636"/>
          <ac:spMkLst>
            <pc:docMk/>
            <pc:sldMk cId="0" sldId="260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34" v="53" actId="27636"/>
          <ac:spMkLst>
            <pc:docMk/>
            <pc:sldMk cId="0" sldId="260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30" v="49" actId="27636"/>
          <ac:spMkLst>
            <pc:docMk/>
            <pc:sldMk cId="0" sldId="260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35" v="54" actId="27636"/>
          <ac:spMkLst>
            <pc:docMk/>
            <pc:sldMk cId="0" sldId="260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27" v="46" actId="2763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25" v="43" actId="2763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38" v="58" actId="2763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36" v="56" actId="2763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26" v="45" actId="2763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26" v="44" actId="2763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31" v="50" actId="2763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36" v="55" actId="2763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37" v="57" actId="2763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39" v="59" actId="2763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30" v="48" actId="27636"/>
          <ac:spMkLst>
            <pc:docMk/>
            <pc:sldMk cId="0" sldId="260"/>
            <ac:spMk id="22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451" v="66" actId="27636"/>
        <pc:sldMkLst>
          <pc:docMk/>
          <pc:sldMk cId="0" sldId="261"/>
        </pc:sldMkLst>
        <pc:spChg chg="mod">
          <ac:chgData name="Rodrigue YENGO" userId="9019d928-c12d-48de-bdb2-52a833805ac2" providerId="ADAL" clId="{20734E0D-FF75-44B1-9DFF-D19DBB4D069A}" dt="2026-07-24T20:35:47.451" v="66" actId="27636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45" v="62" actId="276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50" v="65" actId="27636"/>
          <ac:spMkLst>
            <pc:docMk/>
            <pc:sldMk cId="0" sldId="261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48" v="64" actId="27636"/>
          <ac:spMkLst>
            <pc:docMk/>
            <pc:sldMk cId="0" sldId="261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44" v="61" actId="27636"/>
          <ac:spMkLst>
            <pc:docMk/>
            <pc:sldMk cId="0" sldId="261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47" v="63" actId="2763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43" v="60" actId="27636"/>
          <ac:spMkLst>
            <pc:docMk/>
            <pc:sldMk cId="0" sldId="261"/>
            <ac:spMk id="13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466" v="76" actId="27636"/>
        <pc:sldMkLst>
          <pc:docMk/>
          <pc:sldMk cId="0" sldId="262"/>
        </pc:sldMkLst>
        <pc:spChg chg="mod">
          <ac:chgData name="Rodrigue YENGO" userId="9019d928-c12d-48de-bdb2-52a833805ac2" providerId="ADAL" clId="{20734E0D-FF75-44B1-9DFF-D19DBB4D069A}" dt="2026-07-24T20:35:47.459" v="69" actId="27636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60" v="71" actId="27636"/>
          <ac:spMkLst>
            <pc:docMk/>
            <pc:sldMk cId="0" sldId="262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58" v="68" actId="27636"/>
          <ac:spMkLst>
            <pc:docMk/>
            <pc:sldMk cId="0" sldId="262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62" v="72" actId="27636"/>
          <ac:spMkLst>
            <pc:docMk/>
            <pc:sldMk cId="0" sldId="262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64" v="74" actId="27636"/>
          <ac:spMkLst>
            <pc:docMk/>
            <pc:sldMk cId="0" sldId="262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56" v="67" actId="27636"/>
          <ac:spMkLst>
            <pc:docMk/>
            <pc:sldMk cId="0" sldId="262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66" v="76" actId="2763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65" v="75" actId="2763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62" v="73" actId="2763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60" v="70" actId="27636"/>
          <ac:spMkLst>
            <pc:docMk/>
            <pc:sldMk cId="0" sldId="262"/>
            <ac:spMk id="13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477" v="84" actId="27636"/>
        <pc:sldMkLst>
          <pc:docMk/>
          <pc:sldMk cId="0" sldId="263"/>
        </pc:sldMkLst>
        <pc:spChg chg="mod">
          <ac:chgData name="Rodrigue YENGO" userId="9019d928-c12d-48de-bdb2-52a833805ac2" providerId="ADAL" clId="{20734E0D-FF75-44B1-9DFF-D19DBB4D069A}" dt="2026-07-24T20:35:47.473" v="80" actId="27636"/>
          <ac:spMkLst>
            <pc:docMk/>
            <pc:sldMk cId="0" sldId="263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73" v="79" actId="27636"/>
          <ac:spMkLst>
            <pc:docMk/>
            <pc:sldMk cId="0" sldId="263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75" v="82" actId="27636"/>
          <ac:spMkLst>
            <pc:docMk/>
            <pc:sldMk cId="0" sldId="263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76" v="83" actId="27636"/>
          <ac:spMkLst>
            <pc:docMk/>
            <pc:sldMk cId="0" sldId="263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72" v="78" actId="27636"/>
          <ac:spMkLst>
            <pc:docMk/>
            <pc:sldMk cId="0" sldId="263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71" v="77" actId="27636"/>
          <ac:spMkLst>
            <pc:docMk/>
            <pc:sldMk cId="0" sldId="263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74" v="81" actId="2763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77" v="84" actId="27636"/>
          <ac:spMkLst>
            <pc:docMk/>
            <pc:sldMk cId="0" sldId="263"/>
            <ac:spMk id="11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488" v="91" actId="27636"/>
        <pc:sldMkLst>
          <pc:docMk/>
          <pc:sldMk cId="0" sldId="264"/>
        </pc:sldMkLst>
        <pc:spChg chg="mod">
          <ac:chgData name="Rodrigue YENGO" userId="9019d928-c12d-48de-bdb2-52a833805ac2" providerId="ADAL" clId="{20734E0D-FF75-44B1-9DFF-D19DBB4D069A}" dt="2026-07-24T20:35:47.483" v="85" actId="27636"/>
          <ac:spMkLst>
            <pc:docMk/>
            <pc:sldMk cId="0" sldId="264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86" v="89" actId="27636"/>
          <ac:spMkLst>
            <pc:docMk/>
            <pc:sldMk cId="0" sldId="264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84" v="87" actId="27636"/>
          <ac:spMkLst>
            <pc:docMk/>
            <pc:sldMk cId="0" sldId="264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88" v="91" actId="27636"/>
          <ac:spMkLst>
            <pc:docMk/>
            <pc:sldMk cId="0" sldId="264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87" v="90" actId="27636"/>
          <ac:spMkLst>
            <pc:docMk/>
            <pc:sldMk cId="0" sldId="264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85" v="88" actId="27636"/>
          <ac:spMkLst>
            <pc:docMk/>
            <pc:sldMk cId="0" sldId="264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83" v="86" actId="27636"/>
          <ac:spMkLst>
            <pc:docMk/>
            <pc:sldMk cId="0" sldId="264"/>
            <ac:spMk id="8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500" v="100" actId="27636"/>
        <pc:sldMkLst>
          <pc:docMk/>
          <pc:sldMk cId="0" sldId="265"/>
        </pc:sldMkLst>
        <pc:spChg chg="mod">
          <ac:chgData name="Rodrigue YENGO" userId="9019d928-c12d-48de-bdb2-52a833805ac2" providerId="ADAL" clId="{20734E0D-FF75-44B1-9DFF-D19DBB4D069A}" dt="2026-07-24T20:35:47.499" v="99" actId="27636"/>
          <ac:spMkLst>
            <pc:docMk/>
            <pc:sldMk cId="0" sldId="265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95" v="95" actId="27636"/>
          <ac:spMkLst>
            <pc:docMk/>
            <pc:sldMk cId="0" sldId="265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92" v="92" actId="27636"/>
          <ac:spMkLst>
            <pc:docMk/>
            <pc:sldMk cId="0" sldId="265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96" v="96" actId="27636"/>
          <ac:spMkLst>
            <pc:docMk/>
            <pc:sldMk cId="0" sldId="265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93" v="93" actId="27636"/>
          <ac:spMkLst>
            <pc:docMk/>
            <pc:sldMk cId="0" sldId="265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94" v="94" actId="27636"/>
          <ac:spMkLst>
            <pc:docMk/>
            <pc:sldMk cId="0" sldId="265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98" v="98" actId="27636"/>
          <ac:spMkLst>
            <pc:docMk/>
            <pc:sldMk cId="0" sldId="265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497" v="97" actId="27636"/>
          <ac:spMkLst>
            <pc:docMk/>
            <pc:sldMk cId="0" sldId="265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00" v="100" actId="27636"/>
          <ac:spMkLst>
            <pc:docMk/>
            <pc:sldMk cId="0" sldId="265"/>
            <ac:spMk id="10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520" v="118" actId="27636"/>
        <pc:sldMkLst>
          <pc:docMk/>
          <pc:sldMk cId="0" sldId="266"/>
        </pc:sldMkLst>
        <pc:spChg chg="mod">
          <ac:chgData name="Rodrigue YENGO" userId="9019d928-c12d-48de-bdb2-52a833805ac2" providerId="ADAL" clId="{20734E0D-FF75-44B1-9DFF-D19DBB4D069A}" dt="2026-07-24T20:35:47.509" v="106" actId="27636"/>
          <ac:spMkLst>
            <pc:docMk/>
            <pc:sldMk cId="0" sldId="266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06" v="102" actId="27636"/>
          <ac:spMkLst>
            <pc:docMk/>
            <pc:sldMk cId="0" sldId="26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19" v="117" actId="27636"/>
          <ac:spMkLst>
            <pc:docMk/>
            <pc:sldMk cId="0" sldId="266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10" v="107" actId="27636"/>
          <ac:spMkLst>
            <pc:docMk/>
            <pc:sldMk cId="0" sldId="26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11" v="108" actId="27636"/>
          <ac:spMkLst>
            <pc:docMk/>
            <pc:sldMk cId="0" sldId="266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12" v="110" actId="27636"/>
          <ac:spMkLst>
            <pc:docMk/>
            <pc:sldMk cId="0" sldId="266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16" v="115" actId="2763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20" v="118" actId="2763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07" v="104" actId="2763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11" v="109" actId="27636"/>
          <ac:spMkLst>
            <pc:docMk/>
            <pc:sldMk cId="0" sldId="266"/>
            <ac:spMk id="1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06" v="103" actId="27636"/>
          <ac:spMkLst>
            <pc:docMk/>
            <pc:sldMk cId="0" sldId="266"/>
            <ac:spMk id="1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14" v="112" actId="2763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04" v="101" actId="2763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08" v="105" actId="27636"/>
          <ac:spMkLst>
            <pc:docMk/>
            <pc:sldMk cId="0" sldId="266"/>
            <ac:spMk id="1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15" v="114" actId="27636"/>
          <ac:spMkLst>
            <pc:docMk/>
            <pc:sldMk cId="0" sldId="266"/>
            <ac:spMk id="2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15" v="113" actId="2763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13" v="111" actId="2763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18" v="116" actId="27636"/>
          <ac:spMkLst>
            <pc:docMk/>
            <pc:sldMk cId="0" sldId="266"/>
            <ac:spMk id="23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532" v="127" actId="27636"/>
        <pc:sldMkLst>
          <pc:docMk/>
          <pc:sldMk cId="0" sldId="267"/>
        </pc:sldMkLst>
        <pc:spChg chg="mod">
          <ac:chgData name="Rodrigue YENGO" userId="9019d928-c12d-48de-bdb2-52a833805ac2" providerId="ADAL" clId="{20734E0D-FF75-44B1-9DFF-D19DBB4D069A}" dt="2026-07-24T20:35:47.530" v="125" actId="27636"/>
          <ac:spMkLst>
            <pc:docMk/>
            <pc:sldMk cId="0" sldId="267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28" v="122" actId="27636"/>
          <ac:spMkLst>
            <pc:docMk/>
            <pc:sldMk cId="0" sldId="26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25" v="119" actId="27636"/>
          <ac:spMkLst>
            <pc:docMk/>
            <pc:sldMk cId="0" sldId="267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27" v="121" actId="27636"/>
          <ac:spMkLst>
            <pc:docMk/>
            <pc:sldMk cId="0" sldId="267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26" v="120" actId="27636"/>
          <ac:spMkLst>
            <pc:docMk/>
            <pc:sldMk cId="0" sldId="267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31" v="126" actId="27636"/>
          <ac:spMkLst>
            <pc:docMk/>
            <pc:sldMk cId="0" sldId="267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29" v="124" actId="2763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29" v="123" actId="2763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32" v="127" actId="27636"/>
          <ac:spMkLst>
            <pc:docMk/>
            <pc:sldMk cId="0" sldId="267"/>
            <ac:spMk id="13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544" v="136" actId="27636"/>
        <pc:sldMkLst>
          <pc:docMk/>
          <pc:sldMk cId="0" sldId="268"/>
        </pc:sldMkLst>
        <pc:spChg chg="mod">
          <ac:chgData name="Rodrigue YENGO" userId="9019d928-c12d-48de-bdb2-52a833805ac2" providerId="ADAL" clId="{20734E0D-FF75-44B1-9DFF-D19DBB4D069A}" dt="2026-07-24T20:35:47.543" v="135" actId="27636"/>
          <ac:spMkLst>
            <pc:docMk/>
            <pc:sldMk cId="0" sldId="26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38" v="129" actId="27636"/>
          <ac:spMkLst>
            <pc:docMk/>
            <pc:sldMk cId="0" sldId="26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42" v="134" actId="27636"/>
          <ac:spMkLst>
            <pc:docMk/>
            <pc:sldMk cId="0" sldId="268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41" v="133" actId="27636"/>
          <ac:spMkLst>
            <pc:docMk/>
            <pc:sldMk cId="0" sldId="268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40" v="132" actId="27636"/>
          <ac:spMkLst>
            <pc:docMk/>
            <pc:sldMk cId="0" sldId="268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44" v="136" actId="27636"/>
          <ac:spMkLst>
            <pc:docMk/>
            <pc:sldMk cId="0" sldId="268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38" v="130" actId="2763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39" v="131" actId="2763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36" v="128" actId="27636"/>
          <ac:spMkLst>
            <pc:docMk/>
            <pc:sldMk cId="0" sldId="268"/>
            <ac:spMk id="13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556" v="146" actId="27636"/>
        <pc:sldMkLst>
          <pc:docMk/>
          <pc:sldMk cId="0" sldId="269"/>
        </pc:sldMkLst>
        <pc:spChg chg="mod">
          <ac:chgData name="Rodrigue YENGO" userId="9019d928-c12d-48de-bdb2-52a833805ac2" providerId="ADAL" clId="{20734E0D-FF75-44B1-9DFF-D19DBB4D069A}" dt="2026-07-24T20:35:47.555" v="144" actId="27636"/>
          <ac:spMkLst>
            <pc:docMk/>
            <pc:sldMk cId="0" sldId="26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49" v="138" actId="27636"/>
          <ac:spMkLst>
            <pc:docMk/>
            <pc:sldMk cId="0" sldId="269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51" v="140" actId="27636"/>
          <ac:spMkLst>
            <pc:docMk/>
            <pc:sldMk cId="0" sldId="269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49" v="137" actId="27636"/>
          <ac:spMkLst>
            <pc:docMk/>
            <pc:sldMk cId="0" sldId="269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52" v="141" actId="27636"/>
          <ac:spMkLst>
            <pc:docMk/>
            <pc:sldMk cId="0" sldId="269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50" v="139" actId="27636"/>
          <ac:spMkLst>
            <pc:docMk/>
            <pc:sldMk cId="0" sldId="269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54" v="143" actId="27636"/>
          <ac:spMkLst>
            <pc:docMk/>
            <pc:sldMk cId="0" sldId="269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53" v="142" actId="2763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56" v="146" actId="2763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55" v="145" actId="27636"/>
          <ac:spMkLst>
            <pc:docMk/>
            <pc:sldMk cId="0" sldId="269"/>
            <ac:spMk id="12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568" v="154" actId="27636"/>
        <pc:sldMkLst>
          <pc:docMk/>
          <pc:sldMk cId="0" sldId="270"/>
        </pc:sldMkLst>
        <pc:spChg chg="mod">
          <ac:chgData name="Rodrigue YENGO" userId="9019d928-c12d-48de-bdb2-52a833805ac2" providerId="ADAL" clId="{20734E0D-FF75-44B1-9DFF-D19DBB4D069A}" dt="2026-07-24T20:35:47.563" v="149" actId="27636"/>
          <ac:spMkLst>
            <pc:docMk/>
            <pc:sldMk cId="0" sldId="270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65" v="151" actId="27636"/>
          <ac:spMkLst>
            <pc:docMk/>
            <pc:sldMk cId="0" sldId="270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62" v="148" actId="27636"/>
          <ac:spMkLst>
            <pc:docMk/>
            <pc:sldMk cId="0" sldId="270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68" v="154" actId="27636"/>
          <ac:spMkLst>
            <pc:docMk/>
            <pc:sldMk cId="0" sldId="270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61" v="147" actId="27636"/>
          <ac:spMkLst>
            <pc:docMk/>
            <pc:sldMk cId="0" sldId="270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66" v="152" actId="27636"/>
          <ac:spMkLst>
            <pc:docMk/>
            <pc:sldMk cId="0" sldId="270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67" v="153" actId="27636"/>
          <ac:spMkLst>
            <pc:docMk/>
            <pc:sldMk cId="0" sldId="270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64" v="150" actId="27636"/>
          <ac:spMkLst>
            <pc:docMk/>
            <pc:sldMk cId="0" sldId="270"/>
            <ac:spMk id="12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578" v="161" actId="27636"/>
        <pc:sldMkLst>
          <pc:docMk/>
          <pc:sldMk cId="0" sldId="271"/>
        </pc:sldMkLst>
        <pc:spChg chg="mod">
          <ac:chgData name="Rodrigue YENGO" userId="9019d928-c12d-48de-bdb2-52a833805ac2" providerId="ADAL" clId="{20734E0D-FF75-44B1-9DFF-D19DBB4D069A}" dt="2026-07-24T20:35:47.575" v="157" actId="27636"/>
          <ac:spMkLst>
            <pc:docMk/>
            <pc:sldMk cId="0" sldId="271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77" v="160" actId="27636"/>
          <ac:spMkLst>
            <pc:docMk/>
            <pc:sldMk cId="0" sldId="27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76" v="159" actId="27636"/>
          <ac:spMkLst>
            <pc:docMk/>
            <pc:sldMk cId="0" sldId="271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74" v="156" actId="27636"/>
          <ac:spMkLst>
            <pc:docMk/>
            <pc:sldMk cId="0" sldId="271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76" v="158" actId="27636"/>
          <ac:spMkLst>
            <pc:docMk/>
            <pc:sldMk cId="0" sldId="271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73" v="155" actId="27636"/>
          <ac:spMkLst>
            <pc:docMk/>
            <pc:sldMk cId="0" sldId="271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78" v="161" actId="27636"/>
          <ac:spMkLst>
            <pc:docMk/>
            <pc:sldMk cId="0" sldId="271"/>
            <ac:spMk id="8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591" v="170" actId="27636"/>
        <pc:sldMkLst>
          <pc:docMk/>
          <pc:sldMk cId="0" sldId="272"/>
        </pc:sldMkLst>
        <pc:spChg chg="mod">
          <ac:chgData name="Rodrigue YENGO" userId="9019d928-c12d-48de-bdb2-52a833805ac2" providerId="ADAL" clId="{20734E0D-FF75-44B1-9DFF-D19DBB4D069A}" dt="2026-07-24T20:35:47.590" v="169" actId="27636"/>
          <ac:spMkLst>
            <pc:docMk/>
            <pc:sldMk cId="0" sldId="272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89" v="168" actId="27636"/>
          <ac:spMkLst>
            <pc:docMk/>
            <pc:sldMk cId="0" sldId="27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85" v="164" actId="27636"/>
          <ac:spMkLst>
            <pc:docMk/>
            <pc:sldMk cId="0" sldId="272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84" v="163" actId="27636"/>
          <ac:spMkLst>
            <pc:docMk/>
            <pc:sldMk cId="0" sldId="272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86" v="165" actId="27636"/>
          <ac:spMkLst>
            <pc:docMk/>
            <pc:sldMk cId="0" sldId="272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83" v="162" actId="27636"/>
          <ac:spMkLst>
            <pc:docMk/>
            <pc:sldMk cId="0" sldId="272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91" v="170" actId="27636"/>
          <ac:spMkLst>
            <pc:docMk/>
            <pc:sldMk cId="0" sldId="272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88" v="167" actId="27636"/>
          <ac:spMkLst>
            <pc:docMk/>
            <pc:sldMk cId="0" sldId="272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88" v="166" actId="27636"/>
          <ac:spMkLst>
            <pc:docMk/>
            <pc:sldMk cId="0" sldId="272"/>
            <ac:spMk id="10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607" v="181" actId="27636"/>
        <pc:sldMkLst>
          <pc:docMk/>
          <pc:sldMk cId="0" sldId="273"/>
        </pc:sldMkLst>
        <pc:spChg chg="mod">
          <ac:chgData name="Rodrigue YENGO" userId="9019d928-c12d-48de-bdb2-52a833805ac2" providerId="ADAL" clId="{20734E0D-FF75-44B1-9DFF-D19DBB4D069A}" dt="2026-07-24T20:35:47.607" v="180" actId="27636"/>
          <ac:spMkLst>
            <pc:docMk/>
            <pc:sldMk cId="0" sldId="273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06" v="179" actId="27636"/>
          <ac:spMkLst>
            <pc:docMk/>
            <pc:sldMk cId="0" sldId="273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99" v="173" actId="27636"/>
          <ac:spMkLst>
            <pc:docMk/>
            <pc:sldMk cId="0" sldId="273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01" v="175" actId="27636"/>
          <ac:spMkLst>
            <pc:docMk/>
            <pc:sldMk cId="0" sldId="273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98" v="172" actId="27636"/>
          <ac:spMkLst>
            <pc:docMk/>
            <pc:sldMk cId="0" sldId="273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597" v="171" actId="27636"/>
          <ac:spMkLst>
            <pc:docMk/>
            <pc:sldMk cId="0" sldId="273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00" v="174" actId="27636"/>
          <ac:spMkLst>
            <pc:docMk/>
            <pc:sldMk cId="0" sldId="273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02" v="176" actId="27636"/>
          <ac:spMkLst>
            <pc:docMk/>
            <pc:sldMk cId="0" sldId="273"/>
            <ac:spMk id="1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04" v="177" actId="27636"/>
          <ac:spMkLst>
            <pc:docMk/>
            <pc:sldMk cId="0" sldId="273"/>
            <ac:spMk id="1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05" v="178" actId="27636"/>
          <ac:spMkLst>
            <pc:docMk/>
            <pc:sldMk cId="0" sldId="273"/>
            <ac:spMk id="1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07" v="181" actId="27636"/>
          <ac:spMkLst>
            <pc:docMk/>
            <pc:sldMk cId="0" sldId="273"/>
            <ac:spMk id="16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624" v="189" actId="27636"/>
        <pc:sldMkLst>
          <pc:docMk/>
          <pc:sldMk cId="0" sldId="274"/>
        </pc:sldMkLst>
        <pc:spChg chg="mod">
          <ac:chgData name="Rodrigue YENGO" userId="9019d928-c12d-48de-bdb2-52a833805ac2" providerId="ADAL" clId="{20734E0D-FF75-44B1-9DFF-D19DBB4D069A}" dt="2026-07-24T20:35:47.619" v="183" actId="27636"/>
          <ac:spMkLst>
            <pc:docMk/>
            <pc:sldMk cId="0" sldId="274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20" v="184" actId="27636"/>
          <ac:spMkLst>
            <pc:docMk/>
            <pc:sldMk cId="0" sldId="274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22" v="186" actId="27636"/>
          <ac:spMkLst>
            <pc:docMk/>
            <pc:sldMk cId="0" sldId="274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24" v="188" actId="27636"/>
          <ac:spMkLst>
            <pc:docMk/>
            <pc:sldMk cId="0" sldId="274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22" v="187" actId="27636"/>
          <ac:spMkLst>
            <pc:docMk/>
            <pc:sldMk cId="0" sldId="274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21" v="185" actId="27636"/>
          <ac:spMkLst>
            <pc:docMk/>
            <pc:sldMk cId="0" sldId="274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24" v="189" actId="27636"/>
          <ac:spMkLst>
            <pc:docMk/>
            <pc:sldMk cId="0" sldId="274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18" v="182" actId="27636"/>
          <ac:spMkLst>
            <pc:docMk/>
            <pc:sldMk cId="0" sldId="274"/>
            <ac:spMk id="12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647" v="198" actId="27636"/>
        <pc:sldMkLst>
          <pc:docMk/>
          <pc:sldMk cId="0" sldId="275"/>
        </pc:sldMkLst>
        <pc:spChg chg="mod">
          <ac:chgData name="Rodrigue YENGO" userId="9019d928-c12d-48de-bdb2-52a833805ac2" providerId="ADAL" clId="{20734E0D-FF75-44B1-9DFF-D19DBB4D069A}" dt="2026-07-24T20:35:47.640" v="191" actId="27636"/>
          <ac:spMkLst>
            <pc:docMk/>
            <pc:sldMk cId="0" sldId="275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41" v="192" actId="27636"/>
          <ac:spMkLst>
            <pc:docMk/>
            <pc:sldMk cId="0" sldId="275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43" v="194" actId="27636"/>
          <ac:spMkLst>
            <pc:docMk/>
            <pc:sldMk cId="0" sldId="275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46" v="197" actId="27636"/>
          <ac:spMkLst>
            <pc:docMk/>
            <pc:sldMk cId="0" sldId="275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47" v="198" actId="27636"/>
          <ac:spMkLst>
            <pc:docMk/>
            <pc:sldMk cId="0" sldId="275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45" v="196" actId="27636"/>
          <ac:spMkLst>
            <pc:docMk/>
            <pc:sldMk cId="0" sldId="275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38" v="190" actId="27636"/>
          <ac:spMkLst>
            <pc:docMk/>
            <pc:sldMk cId="0" sldId="275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44" v="195" actId="27636"/>
          <ac:spMkLst>
            <pc:docMk/>
            <pc:sldMk cId="0" sldId="275"/>
            <ac:spMk id="1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41" v="193" actId="27636"/>
          <ac:spMkLst>
            <pc:docMk/>
            <pc:sldMk cId="0" sldId="275"/>
            <ac:spMk id="13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665" v="208" actId="27636"/>
        <pc:sldMkLst>
          <pc:docMk/>
          <pc:sldMk cId="0" sldId="276"/>
        </pc:sldMkLst>
        <pc:spChg chg="mod">
          <ac:chgData name="Rodrigue YENGO" userId="9019d928-c12d-48de-bdb2-52a833805ac2" providerId="ADAL" clId="{20734E0D-FF75-44B1-9DFF-D19DBB4D069A}" dt="2026-07-24T20:35:47.664" v="207" actId="27636"/>
          <ac:spMkLst>
            <pc:docMk/>
            <pc:sldMk cId="0" sldId="27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57" v="199" actId="27636"/>
          <ac:spMkLst>
            <pc:docMk/>
            <pc:sldMk cId="0" sldId="276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59" v="201" actId="27636"/>
          <ac:spMkLst>
            <pc:docMk/>
            <pc:sldMk cId="0" sldId="276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65" v="208" actId="27636"/>
          <ac:spMkLst>
            <pc:docMk/>
            <pc:sldMk cId="0" sldId="27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62" v="205" actId="27636"/>
          <ac:spMkLst>
            <pc:docMk/>
            <pc:sldMk cId="0" sldId="276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61" v="203" actId="27636"/>
          <ac:spMkLst>
            <pc:docMk/>
            <pc:sldMk cId="0" sldId="276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58" v="200" actId="27636"/>
          <ac:spMkLst>
            <pc:docMk/>
            <pc:sldMk cId="0" sldId="276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60" v="202" actId="27636"/>
          <ac:spMkLst>
            <pc:docMk/>
            <pc:sldMk cId="0" sldId="276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63" v="206" actId="27636"/>
          <ac:spMkLst>
            <pc:docMk/>
            <pc:sldMk cId="0" sldId="276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61" v="204" actId="27636"/>
          <ac:spMkLst>
            <pc:docMk/>
            <pc:sldMk cId="0" sldId="276"/>
            <ac:spMk id="12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678" v="216" actId="27636"/>
        <pc:sldMkLst>
          <pc:docMk/>
          <pc:sldMk cId="0" sldId="277"/>
        </pc:sldMkLst>
        <pc:spChg chg="mod">
          <ac:chgData name="Rodrigue YENGO" userId="9019d928-c12d-48de-bdb2-52a833805ac2" providerId="ADAL" clId="{20734E0D-FF75-44B1-9DFF-D19DBB4D069A}" dt="2026-07-24T20:35:47.678" v="216" actId="27636"/>
          <ac:spMkLst>
            <pc:docMk/>
            <pc:sldMk cId="0" sldId="277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74" v="212" actId="27636"/>
          <ac:spMkLst>
            <pc:docMk/>
            <pc:sldMk cId="0" sldId="277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71" v="209" actId="27636"/>
          <ac:spMkLst>
            <pc:docMk/>
            <pc:sldMk cId="0" sldId="277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75" v="213" actId="27636"/>
          <ac:spMkLst>
            <pc:docMk/>
            <pc:sldMk cId="0" sldId="277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76" v="214" actId="27636"/>
          <ac:spMkLst>
            <pc:docMk/>
            <pc:sldMk cId="0" sldId="277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77" v="215" actId="27636"/>
          <ac:spMkLst>
            <pc:docMk/>
            <pc:sldMk cId="0" sldId="277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72" v="210" actId="27636"/>
          <ac:spMkLst>
            <pc:docMk/>
            <pc:sldMk cId="0" sldId="277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73" v="211" actId="27636"/>
          <ac:spMkLst>
            <pc:docMk/>
            <pc:sldMk cId="0" sldId="277"/>
            <ac:spMk id="12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687" v="223" actId="27636"/>
        <pc:sldMkLst>
          <pc:docMk/>
          <pc:sldMk cId="0" sldId="278"/>
        </pc:sldMkLst>
        <pc:spChg chg="mod">
          <ac:chgData name="Rodrigue YENGO" userId="9019d928-c12d-48de-bdb2-52a833805ac2" providerId="ADAL" clId="{20734E0D-FF75-44B1-9DFF-D19DBB4D069A}" dt="2026-07-24T20:35:47.685" v="221" actId="27636"/>
          <ac:spMkLst>
            <pc:docMk/>
            <pc:sldMk cId="0" sldId="278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81" v="217" actId="27636"/>
          <ac:spMkLst>
            <pc:docMk/>
            <pc:sldMk cId="0" sldId="27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84" v="220" actId="27636"/>
          <ac:spMkLst>
            <pc:docMk/>
            <pc:sldMk cId="0" sldId="27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87" v="223" actId="27636"/>
          <ac:spMkLst>
            <pc:docMk/>
            <pc:sldMk cId="0" sldId="278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83" v="219" actId="27636"/>
          <ac:spMkLst>
            <pc:docMk/>
            <pc:sldMk cId="0" sldId="278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86" v="222" actId="27636"/>
          <ac:spMkLst>
            <pc:docMk/>
            <pc:sldMk cId="0" sldId="278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82" v="218" actId="27636"/>
          <ac:spMkLst>
            <pc:docMk/>
            <pc:sldMk cId="0" sldId="278"/>
            <ac:spMk id="8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701" v="232" actId="27636"/>
        <pc:sldMkLst>
          <pc:docMk/>
          <pc:sldMk cId="0" sldId="279"/>
        </pc:sldMkLst>
        <pc:spChg chg="mod">
          <ac:chgData name="Rodrigue YENGO" userId="9019d928-c12d-48de-bdb2-52a833805ac2" providerId="ADAL" clId="{20734E0D-FF75-44B1-9DFF-D19DBB4D069A}" dt="2026-07-24T20:35:47.697" v="228" actId="27636"/>
          <ac:spMkLst>
            <pc:docMk/>
            <pc:sldMk cId="0" sldId="279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93" v="224" actId="27636"/>
          <ac:spMkLst>
            <pc:docMk/>
            <pc:sldMk cId="0" sldId="27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94" v="225" actId="27636"/>
          <ac:spMkLst>
            <pc:docMk/>
            <pc:sldMk cId="0" sldId="279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95" v="226" actId="27636"/>
          <ac:spMkLst>
            <pc:docMk/>
            <pc:sldMk cId="0" sldId="279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96" v="227" actId="27636"/>
          <ac:spMkLst>
            <pc:docMk/>
            <pc:sldMk cId="0" sldId="279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00" v="231" actId="27636"/>
          <ac:spMkLst>
            <pc:docMk/>
            <pc:sldMk cId="0" sldId="279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01" v="232" actId="27636"/>
          <ac:spMkLst>
            <pc:docMk/>
            <pc:sldMk cId="0" sldId="279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98" v="229" actId="27636"/>
          <ac:spMkLst>
            <pc:docMk/>
            <pc:sldMk cId="0" sldId="279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699" v="230" actId="27636"/>
          <ac:spMkLst>
            <pc:docMk/>
            <pc:sldMk cId="0" sldId="279"/>
            <ac:spMk id="10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712" v="237" actId="27636"/>
        <pc:sldMkLst>
          <pc:docMk/>
          <pc:sldMk cId="0" sldId="280"/>
        </pc:sldMkLst>
        <pc:spChg chg="mod">
          <ac:chgData name="Rodrigue YENGO" userId="9019d928-c12d-48de-bdb2-52a833805ac2" providerId="ADAL" clId="{20734E0D-FF75-44B1-9DFF-D19DBB4D069A}" dt="2026-07-24T20:35:47.707" v="233" actId="27636"/>
          <ac:spMkLst>
            <pc:docMk/>
            <pc:sldMk cId="0" sldId="280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12" v="237" actId="27636"/>
          <ac:spMkLst>
            <pc:docMk/>
            <pc:sldMk cId="0" sldId="28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11" v="236" actId="27636"/>
          <ac:spMkLst>
            <pc:docMk/>
            <pc:sldMk cId="0" sldId="280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09" v="234" actId="27636"/>
          <ac:spMkLst>
            <pc:docMk/>
            <pc:sldMk cId="0" sldId="280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10" v="235" actId="27636"/>
          <ac:spMkLst>
            <pc:docMk/>
            <pc:sldMk cId="0" sldId="280"/>
            <ac:spMk id="8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722" v="243" actId="27636"/>
        <pc:sldMkLst>
          <pc:docMk/>
          <pc:sldMk cId="0" sldId="281"/>
        </pc:sldMkLst>
        <pc:spChg chg="mod">
          <ac:chgData name="Rodrigue YENGO" userId="9019d928-c12d-48de-bdb2-52a833805ac2" providerId="ADAL" clId="{20734E0D-FF75-44B1-9DFF-D19DBB4D069A}" dt="2026-07-24T20:35:47.721" v="241" actId="27636"/>
          <ac:spMkLst>
            <pc:docMk/>
            <pc:sldMk cId="0" sldId="281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22" v="243" actId="27636"/>
          <ac:spMkLst>
            <pc:docMk/>
            <pc:sldMk cId="0" sldId="28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17" v="238" actId="27636"/>
          <ac:spMkLst>
            <pc:docMk/>
            <pc:sldMk cId="0" sldId="281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22" v="242" actId="27636"/>
          <ac:spMkLst>
            <pc:docMk/>
            <pc:sldMk cId="0" sldId="281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18" v="239" actId="27636"/>
          <ac:spMkLst>
            <pc:docMk/>
            <pc:sldMk cId="0" sldId="281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20" v="240" actId="27636"/>
          <ac:spMkLst>
            <pc:docMk/>
            <pc:sldMk cId="0" sldId="281"/>
            <ac:spMk id="9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738" v="254" actId="27636"/>
        <pc:sldMkLst>
          <pc:docMk/>
          <pc:sldMk cId="0" sldId="282"/>
        </pc:sldMkLst>
        <pc:spChg chg="mod">
          <ac:chgData name="Rodrigue YENGO" userId="9019d928-c12d-48de-bdb2-52a833805ac2" providerId="ADAL" clId="{20734E0D-FF75-44B1-9DFF-D19DBB4D069A}" dt="2026-07-24T20:35:47.728" v="245" actId="27636"/>
          <ac:spMkLst>
            <pc:docMk/>
            <pc:sldMk cId="0" sldId="28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26" v="244" actId="27636"/>
          <ac:spMkLst>
            <pc:docMk/>
            <pc:sldMk cId="0" sldId="282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38" v="254" actId="27636"/>
          <ac:spMkLst>
            <pc:docMk/>
            <pc:sldMk cId="0" sldId="282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33" v="250" actId="27636"/>
          <ac:spMkLst>
            <pc:docMk/>
            <pc:sldMk cId="0" sldId="282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32" v="249" actId="27636"/>
          <ac:spMkLst>
            <pc:docMk/>
            <pc:sldMk cId="0" sldId="282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30" v="247" actId="27636"/>
          <ac:spMkLst>
            <pc:docMk/>
            <pc:sldMk cId="0" sldId="282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31" v="248" actId="27636"/>
          <ac:spMkLst>
            <pc:docMk/>
            <pc:sldMk cId="0" sldId="282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37" v="253" actId="27636"/>
          <ac:spMkLst>
            <pc:docMk/>
            <pc:sldMk cId="0" sldId="282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29" v="246" actId="27636"/>
          <ac:spMkLst>
            <pc:docMk/>
            <pc:sldMk cId="0" sldId="282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34" v="251" actId="27636"/>
          <ac:spMkLst>
            <pc:docMk/>
            <pc:sldMk cId="0" sldId="282"/>
            <ac:spMk id="1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36" v="252" actId="27636"/>
          <ac:spMkLst>
            <pc:docMk/>
            <pc:sldMk cId="0" sldId="282"/>
            <ac:spMk id="13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756" v="264" actId="27636"/>
        <pc:sldMkLst>
          <pc:docMk/>
          <pc:sldMk cId="0" sldId="283"/>
        </pc:sldMkLst>
        <pc:spChg chg="mod">
          <ac:chgData name="Rodrigue YENGO" userId="9019d928-c12d-48de-bdb2-52a833805ac2" providerId="ADAL" clId="{20734E0D-FF75-44B1-9DFF-D19DBB4D069A}" dt="2026-07-24T20:35:47.754" v="262" actId="27636"/>
          <ac:spMkLst>
            <pc:docMk/>
            <pc:sldMk cId="0" sldId="283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51" v="260" actId="27636"/>
          <ac:spMkLst>
            <pc:docMk/>
            <pc:sldMk cId="0" sldId="283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55" v="263" actId="27636"/>
          <ac:spMkLst>
            <pc:docMk/>
            <pc:sldMk cId="0" sldId="283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49" v="258" actId="27636"/>
          <ac:spMkLst>
            <pc:docMk/>
            <pc:sldMk cId="0" sldId="283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56" v="264" actId="27636"/>
          <ac:spMkLst>
            <pc:docMk/>
            <pc:sldMk cId="0" sldId="283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48" v="257" actId="27636"/>
          <ac:spMkLst>
            <pc:docMk/>
            <pc:sldMk cId="0" sldId="283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50" v="259" actId="27636"/>
          <ac:spMkLst>
            <pc:docMk/>
            <pc:sldMk cId="0" sldId="283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47" v="256" actId="27636"/>
          <ac:spMkLst>
            <pc:docMk/>
            <pc:sldMk cId="0" sldId="283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46" v="255" actId="27636"/>
          <ac:spMkLst>
            <pc:docMk/>
            <pc:sldMk cId="0" sldId="283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53" v="261" actId="27636"/>
          <ac:spMkLst>
            <pc:docMk/>
            <pc:sldMk cId="0" sldId="283"/>
            <ac:spMk id="12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769" v="272" actId="27636"/>
        <pc:sldMkLst>
          <pc:docMk/>
          <pc:sldMk cId="0" sldId="284"/>
        </pc:sldMkLst>
        <pc:spChg chg="mod">
          <ac:chgData name="Rodrigue YENGO" userId="9019d928-c12d-48de-bdb2-52a833805ac2" providerId="ADAL" clId="{20734E0D-FF75-44B1-9DFF-D19DBB4D069A}" dt="2026-07-24T20:35:47.769" v="272" actId="27636"/>
          <ac:spMkLst>
            <pc:docMk/>
            <pc:sldMk cId="0" sldId="284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67" v="271" actId="27636"/>
          <ac:spMkLst>
            <pc:docMk/>
            <pc:sldMk cId="0" sldId="284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63" v="267" actId="27636"/>
          <ac:spMkLst>
            <pc:docMk/>
            <pc:sldMk cId="0" sldId="284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67" v="270" actId="27636"/>
          <ac:spMkLst>
            <pc:docMk/>
            <pc:sldMk cId="0" sldId="284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62" v="266" actId="27636"/>
          <ac:spMkLst>
            <pc:docMk/>
            <pc:sldMk cId="0" sldId="284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66" v="269" actId="27636"/>
          <ac:spMkLst>
            <pc:docMk/>
            <pc:sldMk cId="0" sldId="284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61" v="265" actId="27636"/>
          <ac:spMkLst>
            <pc:docMk/>
            <pc:sldMk cId="0" sldId="284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65" v="268" actId="27636"/>
          <ac:spMkLst>
            <pc:docMk/>
            <pc:sldMk cId="0" sldId="284"/>
            <ac:spMk id="12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4T20:35:47.780" v="277" actId="27636"/>
        <pc:sldMkLst>
          <pc:docMk/>
          <pc:sldMk cId="0" sldId="285"/>
        </pc:sldMkLst>
        <pc:spChg chg="mod">
          <ac:chgData name="Rodrigue YENGO" userId="9019d928-c12d-48de-bdb2-52a833805ac2" providerId="ADAL" clId="{20734E0D-FF75-44B1-9DFF-D19DBB4D069A}" dt="2026-07-24T20:35:47.776" v="274" actId="27636"/>
          <ac:spMkLst>
            <pc:docMk/>
            <pc:sldMk cId="0" sldId="285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75" v="273" actId="27636"/>
          <ac:spMkLst>
            <pc:docMk/>
            <pc:sldMk cId="0" sldId="285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79" v="276" actId="27636"/>
          <ac:spMkLst>
            <pc:docMk/>
            <pc:sldMk cId="0" sldId="285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78" v="275" actId="27636"/>
          <ac:spMkLst>
            <pc:docMk/>
            <pc:sldMk cId="0" sldId="285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4T20:35:47.780" v="277" actId="27636"/>
          <ac:spMkLst>
            <pc:docMk/>
            <pc:sldMk cId="0" sldId="285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630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906500" y="-1714500"/>
            <a:ext cx="6096000" cy="6096000"/>
          </a:xfrm>
          <a:prstGeom prst="ellipse">
            <a:avLst/>
          </a:prstGeom>
          <a:gradFill rotWithShape="1">
            <a:gsLst>
              <a:gs pos="0">
                <a:srgbClr val="163E73">
                  <a:alpha val="100000"/>
                </a:srgbClr>
              </a:gs>
              <a:gs pos="70000">
                <a:srgbClr val="163E7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952500" y="762000"/>
            <a:ext cx="1047750" cy="685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50" y="895350"/>
            <a:ext cx="628650" cy="419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986718" y="762000"/>
            <a:ext cx="36836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F0D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 · SESSION DP-600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52500" y="3683347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1 · GÉRER UNE SOLUTION D'ANALYSE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52500" y="4169122"/>
            <a:ext cx="14716125" cy="195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118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Implémenter des solutions d'analyse avec Microsoft Fabric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952500" y="6317903"/>
            <a:ext cx="13620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Sécurité, gouvernance et cycle de vie d'une plateforme d'analyse</a:t>
            </a:r>
            <a:endParaRPr lang="en-US" sz="2850" dirty="0"/>
          </a:p>
        </p:txBody>
      </p:sp>
      <p:sp>
        <p:nvSpPr>
          <p:cNvPr id="9" name="Shape 6"/>
          <p:cNvSpPr/>
          <p:nvPr/>
        </p:nvSpPr>
        <p:spPr>
          <a:xfrm>
            <a:off x="952500" y="8982075"/>
            <a:ext cx="16383000" cy="9525"/>
          </a:xfrm>
          <a:prstGeom prst="rect">
            <a:avLst/>
          </a:prstGeom>
          <a:solidFill>
            <a:srgbClr val="163E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952500" y="9258300"/>
            <a:ext cx="16724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juillet 2026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044428" y="9258300"/>
            <a:ext cx="168507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09h00 – 17h00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147816" y="9258300"/>
            <a:ext cx="33084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Préparation examen DP-600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DU JOUR 1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Gérer une solution d'analyse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3305175"/>
            <a:ext cx="16383000" cy="9525"/>
          </a:xfrm>
          <a:prstGeom prst="rect">
            <a:avLst/>
          </a:prstGeom>
          <a:solidFill>
            <a:srgbClr val="DDE2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52500" y="2581275"/>
            <a:ext cx="933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190750" y="2614613"/>
            <a:ext cx="1453933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&amp; Gouvernance — Partie 1 : accès aux données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5789325" y="2686050"/>
            <a:ext cx="170079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09h00 – 10h45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4286250"/>
            <a:ext cx="16383000" cy="9525"/>
          </a:xfrm>
          <a:prstGeom prst="rect">
            <a:avLst/>
          </a:prstGeom>
          <a:solidFill>
            <a:srgbClr val="DDE2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52500" y="3562350"/>
            <a:ext cx="933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190750" y="3595688"/>
            <a:ext cx="1459139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&amp; Gouvernance — Partie 2 : confiance et classification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5836652" y="3667125"/>
            <a:ext cx="16487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10h55 – 12h00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2500" y="5267325"/>
            <a:ext cx="16383000" cy="9525"/>
          </a:xfrm>
          <a:prstGeom prst="rect">
            <a:avLst/>
          </a:prstGeom>
          <a:solidFill>
            <a:srgbClr val="DDE2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952500" y="4543425"/>
            <a:ext cx="933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190750" y="4576763"/>
            <a:ext cx="1458517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Management : faire évoluer une solution sans la casser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5830996" y="4648200"/>
            <a:ext cx="16549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13h00 – 14h45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2500" y="5524500"/>
            <a:ext cx="933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2190750" y="5557838"/>
            <a:ext cx="1458959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Analytics Solution : vue d'ensemble de la plateforme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15835015" y="5629275"/>
            <a:ext cx="16505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14h55 – 17h00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2500" y="92583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 rouge des 3 jours : NordShop — commandes, produits, clients (CSV + base SQL Server)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671888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SÉCURITÉ &amp; GOUVERNANCE — PARTIE 1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4110038"/>
            <a:ext cx="157162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peut accéder à quoi, et jusqu'où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5186363"/>
            <a:ext cx="4192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524149" y="5186363"/>
            <a:ext cx="98978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Décrire le modèle de sécurité en quatre couches de Microsoft Fabric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52500" y="5776913"/>
            <a:ext cx="4192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524149" y="5776913"/>
            <a:ext cx="1284361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Configurer des rôles d'espace de travail et des permissions d'élément à privilège minimal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52500" y="6367463"/>
            <a:ext cx="4192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24149" y="6367463"/>
            <a:ext cx="101551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Appliquer une sécurité T-SQL granulaire et des rôles d'accès OneLake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6011376" y="9258300"/>
            <a:ext cx="14565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Durée : 1h45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&amp; GOUVERNANCE — PARTIE 1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couches, du plus large au plus précis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333625"/>
            <a:ext cx="3895725" cy="7191375"/>
          </a:xfrm>
          <a:prstGeom prst="roundRect">
            <a:avLst>
              <a:gd name="adj" fmla="val 978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228725" y="2686050"/>
            <a:ext cx="367760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28725" y="3267075"/>
            <a:ext cx="3443573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Rôles d'espace de travail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228725" y="4238625"/>
            <a:ext cx="3443573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S'appliquent à tous les éléments : Admin, Member, Contributor, Viewer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14925" y="2333625"/>
            <a:ext cx="3895725" cy="7191375"/>
          </a:xfrm>
          <a:prstGeom prst="roundRect">
            <a:avLst>
              <a:gd name="adj" fmla="val 978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391150" y="2686050"/>
            <a:ext cx="367760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391150" y="3267075"/>
            <a:ext cx="3443573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d'élément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5391150" y="4238625"/>
            <a:ext cx="3443573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Partager un seul lakehouse ou rapport sans ouvrir tout l'espace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277350" y="2333625"/>
            <a:ext cx="3895725" cy="7191375"/>
          </a:xfrm>
          <a:prstGeom prst="roundRect">
            <a:avLst>
              <a:gd name="adj" fmla="val 978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9553575" y="2686050"/>
            <a:ext cx="367760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553575" y="3267075"/>
            <a:ext cx="3443573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T-SQL granulaire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53575" y="4238625"/>
            <a:ext cx="344357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GRANT, DENY, REVOKE au niveau table, ligne, colonne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439775" y="2333625"/>
            <a:ext cx="3895725" cy="7191375"/>
          </a:xfrm>
          <a:prstGeom prst="roundRect">
            <a:avLst>
              <a:gd name="adj" fmla="val 978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3716000" y="2686050"/>
            <a:ext cx="367760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3716000" y="3267075"/>
            <a:ext cx="3443573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Rôles d'accès OneLake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3716000" y="4238625"/>
            <a:ext cx="344357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au niveau dossier, hérité par les sous-dossiers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&amp; GOUVERNANCE — PARTIE 1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Rôles d'espace de travail : qui fait quoi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943225"/>
            <a:ext cx="16383000" cy="1905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52500" y="2505075"/>
            <a:ext cx="2933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0" y="2505075"/>
            <a:ext cx="7334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8000" y="2505075"/>
            <a:ext cx="7334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type chez NordShop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3743325"/>
            <a:ext cx="16383000" cy="9525"/>
          </a:xfrm>
          <a:prstGeom prst="rect">
            <a:avLst/>
          </a:prstGeom>
          <a:solidFill>
            <a:srgbClr val="DDE2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52500" y="3190875"/>
            <a:ext cx="29337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3810000" y="3219450"/>
            <a:ext cx="7334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Gère tout + les permissions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668000" y="3219450"/>
            <a:ext cx="7334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 data NordShop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2500" y="4533900"/>
            <a:ext cx="16383000" cy="9525"/>
          </a:xfrm>
          <a:prstGeom prst="rect">
            <a:avLst/>
          </a:prstGeom>
          <a:solidFill>
            <a:srgbClr val="DDE2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952500" y="3981450"/>
            <a:ext cx="29337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3810000" y="4010025"/>
            <a:ext cx="7334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 et partage le contenu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668000" y="4010025"/>
            <a:ext cx="7334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Chef de produit e-commerce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5324475"/>
            <a:ext cx="16383000" cy="9525"/>
          </a:xfrm>
          <a:prstGeom prst="rect">
            <a:avLst/>
          </a:prstGeom>
          <a:solidFill>
            <a:srgbClr val="DDE2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952500" y="4772025"/>
            <a:ext cx="29337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Contributor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3810000" y="4800600"/>
            <a:ext cx="7334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Construit le contenu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668000" y="4800600"/>
            <a:ext cx="7334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Ingénieur de données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2500" y="5562600"/>
            <a:ext cx="29337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3810000" y="5591175"/>
            <a:ext cx="7334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Consulte uniquement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668000" y="5591175"/>
            <a:ext cx="7334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en boutique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57250"/>
            <a:ext cx="2490639" cy="438150"/>
          </a:xfrm>
          <a:prstGeom prst="roundRect">
            <a:avLst>
              <a:gd name="adj" fmla="val 6522"/>
            </a:avLst>
          </a:prstGeom>
          <a:solidFill>
            <a:srgbClr val="C98A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62050" y="952500"/>
            <a:ext cx="214773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633639" y="871538"/>
            <a:ext cx="737959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Sécuriser l'accès au lakehouse NordShop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52500" y="171450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752600" y="1714500"/>
            <a:ext cx="1527439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l'espace de travail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NordShop-Analytics </a:t>
            </a: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affecter le rôle </a:t>
            </a:r>
            <a:r>
              <a:rPr lang="en-US" sz="2250" i="1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Contributor </a:t>
            </a: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l'équipe data engineering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2305050"/>
            <a:ext cx="59471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737717" y="2305050"/>
            <a:ext cx="16065716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Partager uniquement le lakehouse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NordShop_Lakehouse </a:t>
            </a: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le service marketing (permission d'élément, lecture seule)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2500" y="323850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752600" y="3238500"/>
            <a:ext cx="1649338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le point de terminaison SQL, exécuter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 SELECT ON dbo.Employes(Salaire) TO [Equipe_Ventes]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52500" y="382905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752600" y="3829050"/>
            <a:ext cx="1373600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 rôle d'accès OneLake limité au dossier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/Files/Archives </a:t>
            </a: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 prestataire externe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52500" y="92583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de données : NordShop_Lakehouse (CSV importés) + point de terminaison SQL NordShopDB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57250"/>
            <a:ext cx="3728740" cy="438150"/>
          </a:xfrm>
          <a:prstGeom prst="roundRect">
            <a:avLst>
              <a:gd name="adj" fmla="val 6522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62050" y="952500"/>
            <a:ext cx="34215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PRATIQUE · 30 MIN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871740" y="871538"/>
            <a:ext cx="708213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Sécuriser les données clients NordShop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52500" y="1714500"/>
            <a:ext cx="18021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binôme, à partir de </a:t>
            </a:r>
            <a:r>
              <a:rPr lang="en-US" sz="2250" dirty="0">
                <a:solidFill>
                  <a:srgbClr val="2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clients.csv </a:t>
            </a: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de la base </a:t>
            </a:r>
            <a:r>
              <a:rPr lang="en-US" sz="2250" dirty="0">
                <a:solidFill>
                  <a:srgbClr val="2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NordShopDB </a:t>
            </a: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52500" y="2324100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49710" y="2324100"/>
            <a:ext cx="1409174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Créez un rôle d'espace de travail Contributor pour votre binôme et Viewer pour le reste du groupe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52500" y="2867025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49710" y="2867025"/>
            <a:ext cx="152863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Masquez la colonne Email de la table Clients pour le rôle Viewer via une sécurité T-SQL au niveau colonne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52500" y="3409950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49710" y="3409950"/>
            <a:ext cx="1341660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Créez un rôle d'accès OneLake limité au dossier /Files/Import pour l'agence de saisie externe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52500" y="3952875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49710" y="3952875"/>
            <a:ext cx="100667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Vérifiez le résultat en vous connectant avec un compte de test Viewer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 CONNAISSANCES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952500" y="1524000"/>
            <a:ext cx="7953375" cy="8001000"/>
          </a:xfrm>
          <a:prstGeom prst="roundRect">
            <a:avLst>
              <a:gd name="adj" fmla="val 479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381125" y="1952625"/>
            <a:ext cx="78057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VRAI OU FAUX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381125" y="2428875"/>
            <a:ext cx="7309009" cy="1449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884"/>
              </a:lnSpc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rôle d'accès OneLake au niveau dossier remplace le besoin de sécurité T-SQL sur une table.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81125" y="8448675"/>
            <a:ext cx="7309009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Faux : les deux se complètent, l'un protège le lac, l'autre le point de terminaison SQL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382125" y="1524000"/>
            <a:ext cx="7953375" cy="8001000"/>
          </a:xfrm>
          <a:prstGeom prst="roundRect">
            <a:avLst>
              <a:gd name="adj" fmla="val 479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810750" y="1952625"/>
            <a:ext cx="78057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QCM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810750" y="2428875"/>
            <a:ext cx="7309009" cy="1449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884"/>
              </a:lnSpc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 rôle d'espace de travail convient à un consommateur de rapports qui ne doit rien modifier ?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810750" y="4068812"/>
            <a:ext cx="78057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Contributor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10750" y="4430762"/>
            <a:ext cx="78057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Member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810750" y="4792712"/>
            <a:ext cx="78057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Viewer ✓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062412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FAUT RETENIR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4729163"/>
            <a:ext cx="381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85900" y="4729163"/>
            <a:ext cx="1438380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couches de contrôle d'accès : espace de travail, élément, T-SQL granulaire, dossier OneLake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52500" y="5348288"/>
            <a:ext cx="381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85900" y="5348288"/>
            <a:ext cx="1338664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Toujours partir du rôle le plus large (espace de travail), puis affiner uniquement si nécessaire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5967413"/>
            <a:ext cx="381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85900" y="5967413"/>
            <a:ext cx="1397240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sécurité T-SQL protège le point de terminaison ; les rôles OneLake protègent le lac de fichiers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671888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SÉCURITÉ &amp; GOUVERNANCE — PARTIE 2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4110038"/>
            <a:ext cx="157162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Classer la donnée et construire la confiance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5186363"/>
            <a:ext cx="4192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524149" y="5186363"/>
            <a:ext cx="1158795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Appliquer des étiquettes de confidentialité et expliquer leur propagation en aval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52500" y="5776913"/>
            <a:ext cx="4192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524149" y="5776913"/>
            <a:ext cx="128339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l'approbation et la documentation pour rendre les données détectables et fiables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52500" y="6367463"/>
            <a:ext cx="4192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24149" y="6367463"/>
            <a:ext cx="106850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Décrire comment la gouvernance encadre le comportement des agents IA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6012567" y="9258300"/>
            <a:ext cx="14552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Durée : 1h05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&amp; GOUVERNANCE — PARTIE 2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Étiquettes de confidentialité : posées une fois, propagées partout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990850"/>
            <a:ext cx="3924300" cy="5991225"/>
          </a:xfrm>
          <a:prstGeom prst="roundRect">
            <a:avLst>
              <a:gd name="adj" fmla="val 971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257300" y="5600700"/>
            <a:ext cx="3646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57300" y="6105525"/>
            <a:ext cx="36461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Partage ouvert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105400" y="2990850"/>
            <a:ext cx="3924300" cy="5991225"/>
          </a:xfrm>
          <a:prstGeom prst="roundRect">
            <a:avLst>
              <a:gd name="adj" fmla="val 971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410200" y="5600700"/>
            <a:ext cx="3646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Général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5410200" y="6105525"/>
            <a:ext cx="36461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 interne par défaut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58300" y="2990850"/>
            <a:ext cx="3924300" cy="5991225"/>
          </a:xfrm>
          <a:prstGeom prst="roundRect">
            <a:avLst>
              <a:gd name="adj" fmla="val 971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563100" y="5600700"/>
            <a:ext cx="3646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Confidentiel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563100" y="6105525"/>
            <a:ext cx="36461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clients, financières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411200" y="2990850"/>
            <a:ext cx="3924300" cy="5991225"/>
          </a:xfrm>
          <a:prstGeom prst="roundRect">
            <a:avLst>
              <a:gd name="adj" fmla="val 971"/>
            </a:avLst>
          </a:prstGeom>
          <a:solidFill>
            <a:srgbClr val="FBEF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3716000" y="5395913"/>
            <a:ext cx="3414141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Hautement confidentiel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3716000" y="6310313"/>
            <a:ext cx="36461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Secrets, intégrité critique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2500" y="9253538"/>
            <a:ext cx="259252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NordShop_Lakehouse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61742" y="9248775"/>
            <a:ext cx="304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42742" y="9253538"/>
            <a:ext cx="29687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de terminaison SQL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93991" y="9248775"/>
            <a:ext cx="304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74991" y="9253538"/>
            <a:ext cx="23081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sémantique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25719" y="9248775"/>
            <a:ext cx="304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706719" y="9253538"/>
            <a:ext cx="20491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Power BI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36301" y="9253538"/>
            <a:ext cx="49645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étiquette héritée sur toute la chaîne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&amp; GOUVERNANCE — PARTIE 2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L'approbation : un signal de confiance croissant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333625"/>
            <a:ext cx="5283101" cy="6696075"/>
          </a:xfrm>
          <a:prstGeom prst="roundRect">
            <a:avLst>
              <a:gd name="adj" fmla="val 721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228725" y="2686050"/>
            <a:ext cx="520371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Promu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28725" y="3228975"/>
            <a:ext cx="4872570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Prêt pour l'équipe, en libre-service — tout utilisateur avec accès en écriture peut promouvoir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02301" y="2333625"/>
            <a:ext cx="5283250" cy="6696075"/>
          </a:xfrm>
          <a:prstGeom prst="roundRect">
            <a:avLst>
              <a:gd name="adj" fmla="val 721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778526" y="2686050"/>
            <a:ext cx="520388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Certifié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778526" y="3228975"/>
            <a:ext cx="4872724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Revue transversale par un réviseur autorisé par l'administrateur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052250" y="2333625"/>
            <a:ext cx="5283250" cy="6696075"/>
          </a:xfrm>
          <a:prstGeom prst="roundRect">
            <a:avLst>
              <a:gd name="adj" fmla="val 721"/>
            </a:avLst>
          </a:prstGeom>
          <a:solidFill>
            <a:srgbClr val="FFFFFF"/>
          </a:solidFill>
          <a:ln w="19050">
            <a:solidFill>
              <a:srgbClr val="C98A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2338000" y="2695575"/>
            <a:ext cx="518292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 de référence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338000" y="3238500"/>
            <a:ext cx="485310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unique de vérité pour toute l'organisation, y compris pour les agents IA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2500" y="92583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via le catalogue OneLake : lignage, tags, descriptions et révision des permissions au même endroit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57250"/>
            <a:ext cx="2490639" cy="438150"/>
          </a:xfrm>
          <a:prstGeom prst="roundRect">
            <a:avLst>
              <a:gd name="adj" fmla="val 6522"/>
            </a:avLst>
          </a:prstGeom>
          <a:solidFill>
            <a:srgbClr val="C98A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62050" y="952500"/>
            <a:ext cx="214773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633639" y="871538"/>
            <a:ext cx="841048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Étiqueter et certifier dans le catalogue OneLake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52500" y="171450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752600" y="1714500"/>
            <a:ext cx="1593562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Appliquer l'étiquette Confidentiel sur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NordShop_Lakehouse </a:t>
            </a: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vérifier sa propagation au modèle sémantique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230505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752600" y="2305050"/>
            <a:ext cx="1267662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Promouvoir le rapport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Ventes mensuelles</a:t>
            </a: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puis le faire certifier par le responsable BI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2500" y="289560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752600" y="2895600"/>
            <a:ext cx="149725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 une description et des tags dans le catalogue OneLake pour rendre la table Produits détectable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52500" y="344805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752600" y="3448050"/>
            <a:ext cx="99292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Consulter le lignage complet : de clients.csv jusqu'au rapport certifié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52500" y="92583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de données : NordShop_Lakehouse + modèle sémantique Ventes NordShop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57250"/>
            <a:ext cx="3728740" cy="438150"/>
          </a:xfrm>
          <a:prstGeom prst="roundRect">
            <a:avLst>
              <a:gd name="adj" fmla="val 6522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62050" y="952500"/>
            <a:ext cx="34215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PRATIQUE · 30 MIN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871740" y="871538"/>
            <a:ext cx="818947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une chaîne de confiance NordShop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52500" y="1714500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49710" y="1714500"/>
            <a:ext cx="1428279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Étiquetez commandes.csv et produits.csv selon leur sensibilité réelle (public, général, confidentiel)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2257425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49710" y="2257425"/>
            <a:ext cx="1193092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Promouvez le modèle sémantique Ventes NordShop, ajoutez une description claire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2500" y="2800350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49710" y="2800350"/>
            <a:ext cx="1117965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Demandez une certification à votre voisin de table, qui joue le rôle de réviseur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52500" y="3343275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49710" y="3343275"/>
            <a:ext cx="78540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Vérifiez le lignage complet dans le catalogue OneLake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 CONNAISSANCES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952500" y="1524000"/>
            <a:ext cx="7953375" cy="8001000"/>
          </a:xfrm>
          <a:prstGeom prst="roundRect">
            <a:avLst>
              <a:gd name="adj" fmla="val 479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381125" y="1952625"/>
            <a:ext cx="78057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QCM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381125" y="2428875"/>
            <a:ext cx="7309009" cy="1449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884"/>
              </a:lnSpc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 fonctionnalité propage automatiquement une étiquette de confidentialité aux éléments en aval ?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81125" y="4068812"/>
            <a:ext cx="78057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Héritage en aval 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81125" y="4468862"/>
            <a:ext cx="78057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Étiquetage par défaut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81125" y="4830812"/>
            <a:ext cx="78057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Étiquetage obligatoire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382125" y="1524000"/>
            <a:ext cx="7953375" cy="8001000"/>
          </a:xfrm>
          <a:prstGeom prst="roundRect">
            <a:avLst>
              <a:gd name="adj" fmla="val 479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810750" y="1952625"/>
            <a:ext cx="78057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VRAI OU FAUX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810750" y="2428875"/>
            <a:ext cx="7309009" cy="978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4884"/>
              </a:lnSpc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agent IA privilégie une donnée certifiée à un brouillon promu, à contenu équivalent.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810750" y="8448675"/>
            <a:ext cx="7309009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Vrai : l'approbation hiérarchise les sources pour l'IA comme pour les humains</a:t>
            </a:r>
            <a:endParaRPr lang="en-US" sz="2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062412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FAUT RETENIR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4729163"/>
            <a:ext cx="381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85900" y="4729163"/>
            <a:ext cx="1358800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étiquettes de confidentialité classent la donnée et se propagent automatiquement en aval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52500" y="5348288"/>
            <a:ext cx="381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85900" y="5348288"/>
            <a:ext cx="142189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L'approbation (Promu → Certifié → Donnée de référence) signale un niveau de confiance croissant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5967413"/>
            <a:ext cx="381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85900" y="5967413"/>
            <a:ext cx="1002254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catalogue OneLake centralise exploration, lignage et gouvernance</a:t>
            </a:r>
            <a:endParaRPr lang="en-US" sz="2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671888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LIFECYCLE MANAGEMENT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4110038"/>
            <a:ext cx="157162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 évoluer une solution sans la casser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5186363"/>
            <a:ext cx="4192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524149" y="5186363"/>
            <a:ext cx="896972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des ressources réutilisables pour la cohérence d'équipe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52500" y="5776913"/>
            <a:ext cx="4192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524149" y="5776913"/>
            <a:ext cx="77320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Versionner les modèles sémantiques avec .pbip et Git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52500" y="6367463"/>
            <a:ext cx="4192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24149" y="6367463"/>
            <a:ext cx="134285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 par programmation avec SemPy, déployer via des pipelines, superviser l'actualisation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6011376" y="9258300"/>
            <a:ext cx="14565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Durée : 1h45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MANAGEMENT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cycle : développer, valider, déployer, superviser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333625"/>
            <a:ext cx="3924300" cy="6696075"/>
          </a:xfrm>
          <a:prstGeom prst="roundRect">
            <a:avLst>
              <a:gd name="adj" fmla="val 971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90625" y="2647950"/>
            <a:ext cx="379285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Développer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90625" y="3171825"/>
            <a:ext cx="37928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Ressources réutilisables + Git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105400" y="2333625"/>
            <a:ext cx="3924300" cy="6696075"/>
          </a:xfrm>
          <a:prstGeom prst="roundRect">
            <a:avLst>
              <a:gd name="adj" fmla="val 971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343525" y="2647950"/>
            <a:ext cx="379285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5343525" y="3171825"/>
            <a:ext cx="37928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SemPy + XMLA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58300" y="2333625"/>
            <a:ext cx="3924300" cy="6696075"/>
          </a:xfrm>
          <a:prstGeom prst="roundRect">
            <a:avLst>
              <a:gd name="adj" fmla="val 971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496425" y="2647950"/>
            <a:ext cx="379285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Déployer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496425" y="3171825"/>
            <a:ext cx="37928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 + règles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411200" y="2333625"/>
            <a:ext cx="3924300" cy="6696075"/>
          </a:xfrm>
          <a:prstGeom prst="roundRect">
            <a:avLst>
              <a:gd name="adj" fmla="val 971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3649325" y="2647950"/>
            <a:ext cx="379285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Superviser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3649325" y="3171825"/>
            <a:ext cx="37928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Actualisation + alertes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2500" y="92583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Ressources réutilisables : modèle sémantique partagé (logique métier centralisée) + modèle .pbit (mise en page standard, sans données)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MANAGEMENT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Versionner, valider, déployer en confiance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333625"/>
            <a:ext cx="5257800" cy="7191375"/>
          </a:xfrm>
          <a:prstGeom prst="roundRect">
            <a:avLst>
              <a:gd name="adj" fmla="val 725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295400" y="2676525"/>
            <a:ext cx="50292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.pbip + Git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95400" y="3238500"/>
            <a:ext cx="4709160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projet éclate en fichiers texte TMDL : diff lisible, demandes de fusion, revue de code sur un modèle sémantique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515100" y="2333625"/>
            <a:ext cx="5257800" cy="7191375"/>
          </a:xfrm>
          <a:prstGeom prst="roundRect">
            <a:avLst>
              <a:gd name="adj" fmla="val 725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858000" y="2676525"/>
            <a:ext cx="50292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SemPy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858000" y="3238500"/>
            <a:ext cx="4709160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un notebook : inspecte les métadonnées, détecte les clés orphelines, teste les mesures avant déploiement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2077700" y="2333625"/>
            <a:ext cx="5257800" cy="7191375"/>
          </a:xfrm>
          <a:prstGeom prst="roundRect">
            <a:avLst>
              <a:gd name="adj" fmla="val 725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2420600" y="2676525"/>
            <a:ext cx="50292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 de déploiement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420600" y="3238500"/>
            <a:ext cx="4709160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 → Test → Production, avec des règles qui adaptent les sources de données à chaque étape</a:t>
            </a:r>
            <a:endParaRPr lang="en-US" sz="2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57250"/>
            <a:ext cx="2490639" cy="438150"/>
          </a:xfrm>
          <a:prstGeom prst="roundRect">
            <a:avLst>
              <a:gd name="adj" fmla="val 6522"/>
            </a:avLst>
          </a:prstGeom>
          <a:solidFill>
            <a:srgbClr val="C98A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62050" y="952500"/>
            <a:ext cx="214773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633639" y="871538"/>
            <a:ext cx="905256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Versionner et déployer le modèle Ventes NordShop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52500" y="171450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752600" y="1714500"/>
            <a:ext cx="1544891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VentesNordShop.pbip </a:t>
            </a: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Power BI Desktop et committer les fichiers TMDL sur une branche Git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230505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752600" y="2305050"/>
            <a:ext cx="1556596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validate_model.ipynb </a:t>
            </a: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exécuter </a:t>
            </a: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fabric.list_relationship_violations() </a:t>
            </a: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le modèle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2500" y="289560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752600" y="2895600"/>
            <a:ext cx="1505862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 pipeline de déploiement Dev → Test → Production pour l'espace de travail NordShop-Analytics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52500" y="344805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752600" y="3448050"/>
            <a:ext cx="1180928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Planifier l'actualisation quotidienne et configurer une alerte e-mail en cas d'échec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52500" y="92583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de données : modèle sémantique Ventes NordShop (Direct Lake sur NordShop_Lakehouse)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57250"/>
            <a:ext cx="3728740" cy="438150"/>
          </a:xfrm>
          <a:prstGeom prst="roundRect">
            <a:avLst>
              <a:gd name="adj" fmla="val 6522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62050" y="952500"/>
            <a:ext cx="34215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PRATIQUE · 45 MIN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871740" y="871538"/>
            <a:ext cx="742936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 et déployer un modèle sémantique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52500" y="1714500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49710" y="1714500"/>
            <a:ext cx="1131733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Connectez-vous au modèle Ventes NordShop avec SemPy depuis un notebook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2257425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49710" y="2257425"/>
            <a:ext cx="95811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Inspectez les métadonnées et validez les relations entre les tables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2500" y="2800350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49710" y="2800350"/>
            <a:ext cx="1164312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Testez le résultat d'une mesure clé face à une valeur attendue calculée à la main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52500" y="3343275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49710" y="3343275"/>
            <a:ext cx="1092999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Créez un pipeline de déploiement et promouvez le contenu de Dev vers Test</a:t>
            </a:r>
            <a:endParaRPr lang="en-US" sz="2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 CONNAISSANCES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952500" y="1524000"/>
            <a:ext cx="7953375" cy="8001000"/>
          </a:xfrm>
          <a:prstGeom prst="roundRect">
            <a:avLst>
              <a:gd name="adj" fmla="val 479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381125" y="1952625"/>
            <a:ext cx="78057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QCM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381125" y="2428875"/>
            <a:ext cx="7309009" cy="1449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884"/>
              </a:lnSpc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 format de fichier permet une gestion de version lisible d'un modèle Power BI dans Git ?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81125" y="4068812"/>
            <a:ext cx="78057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PBIX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81125" y="4430762"/>
            <a:ext cx="78057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PBIP 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81125" y="4830812"/>
            <a:ext cx="78057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PBIDS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382125" y="1524000"/>
            <a:ext cx="7953375" cy="8001000"/>
          </a:xfrm>
          <a:prstGeom prst="roundRect">
            <a:avLst>
              <a:gd name="adj" fmla="val 479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810750" y="1952625"/>
            <a:ext cx="78057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VRAI OU FAUX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810750" y="2428875"/>
            <a:ext cx="7309009" cy="1449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4884"/>
              </a:lnSpc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pipeline de déploiement peut appliquer des règles qui changent la source de données entre Test et Production.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810750" y="8448675"/>
            <a:ext cx="7309009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Vrai : c'est exactement l'objectif des règles de déploiement</a:t>
            </a:r>
            <a:endParaRPr lang="en-US" sz="2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062412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FAUT RETENIR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4729163"/>
            <a:ext cx="381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85900" y="4729163"/>
            <a:ext cx="1199297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.pbip + Git rendent un modèle sémantique auditable et collaboratif comme du code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52500" y="5348288"/>
            <a:ext cx="381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85900" y="5348288"/>
            <a:ext cx="828655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SemPy valide par programmation avant tout déploiement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5967413"/>
            <a:ext cx="381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85900" y="5967413"/>
            <a:ext cx="117506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pipelines de déploiement + la supervision de l'actualisation ferment la boucle</a:t>
            </a:r>
            <a:endParaRPr lang="en-US" sz="2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671888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MANAGE ANALYTICS SOLUTION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4110038"/>
            <a:ext cx="157162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d'ensemble de la plateforme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5186363"/>
            <a:ext cx="4192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524149" y="5186363"/>
            <a:ext cx="1074172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Situer les charges de travail, rôles et IA intégrée dans l'architecture Fabric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52500" y="5776913"/>
            <a:ext cx="4192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524149" y="5776913"/>
            <a:ext cx="77946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Préparer la couche sémantique pour l'ancrage Copilot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52500" y="6367463"/>
            <a:ext cx="4192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24149" y="6367463"/>
            <a:ext cx="95207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Découvrir l'ontologie Fabric IQ comme vocabulaire métier partagé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5968216" y="9258300"/>
            <a:ext cx="150401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Durée : 2h05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ANALYTICS SOLUTION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D'une analyse fragmentée à une plateforme unifiée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333625"/>
            <a:ext cx="8048625" cy="7191375"/>
          </a:xfrm>
          <a:prstGeom prst="roundRect">
            <a:avLst>
              <a:gd name="adj" fmla="val 53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343025" y="2724150"/>
            <a:ext cx="799433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: le problème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43025" y="3286125"/>
            <a:ext cx="748560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Outils séparés, copies de données multiples, sécurité et facturation éclatées entre systèmes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305925" y="2333625"/>
            <a:ext cx="8029575" cy="7191375"/>
          </a:xfrm>
          <a:prstGeom prst="roundRect">
            <a:avLst>
              <a:gd name="adj" fmla="val 53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686925" y="2714625"/>
            <a:ext cx="799433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: la plateforme unifiée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686925" y="3276600"/>
            <a:ext cx="7485602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OneLake comme lac unique, sécurité partagée, charges de travail ingénierie/BI/temps réel/IA intégrées</a:t>
            </a:r>
            <a:endParaRPr lang="en-US" sz="2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ANALYTICS SOLUTION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Préparer la plateforme pour l'intelligence artificielle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333625"/>
            <a:ext cx="8039100" cy="7191375"/>
          </a:xfrm>
          <a:prstGeom prst="roundRect">
            <a:avLst>
              <a:gd name="adj" fmla="val 530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295400" y="2676525"/>
            <a:ext cx="808863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Préparation IA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95400" y="3238500"/>
            <a:ext cx="757389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Masquer les champs techniques, décrire mesures et tables, définir des réponses vérifiées pour Copilot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296400" y="2333625"/>
            <a:ext cx="8039100" cy="7191375"/>
          </a:xfrm>
          <a:prstGeom prst="roundRect">
            <a:avLst>
              <a:gd name="adj" fmla="val 530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639300" y="2676525"/>
            <a:ext cx="808863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Ontologie Fabric IQ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639300" y="3238500"/>
            <a:ext cx="757389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Vocabulaire métier partagé : types d'entité, propriétés, relations, généré depuis un modèle sémantique</a:t>
            </a:r>
            <a:endParaRPr lang="en-US" sz="2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57250"/>
            <a:ext cx="2490639" cy="438150"/>
          </a:xfrm>
          <a:prstGeom prst="roundRect">
            <a:avLst>
              <a:gd name="adj" fmla="val 6522"/>
            </a:avLst>
          </a:prstGeom>
          <a:solidFill>
            <a:srgbClr val="C98A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62050" y="952500"/>
            <a:ext cx="214773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633639" y="871538"/>
            <a:ext cx="719231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Naviguer dans Fabric et préparer Copilot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52500" y="171450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752600" y="1714500"/>
            <a:ext cx="154127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Parcourir les charges de travail de l'espace NordShop-Analytics : lakehouse, entrepôt, notebooks, rapports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226695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752600" y="2266950"/>
            <a:ext cx="1335357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Masquer les champs techniques du modèle Ventes NordShop dans le schéma de données IA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2500" y="281940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752600" y="2819400"/>
            <a:ext cx="122269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une réponse vérifiée pour la question « quel est le chiffre d'affaires du mois ? »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52500" y="3371850"/>
            <a:ext cx="609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752600" y="3371850"/>
            <a:ext cx="1224263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Générer une ontologie à partir du modèle sémantique et renommer les types d'entité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52500" y="92583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de données : espace de travail NordShop-Analytics complet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57250"/>
            <a:ext cx="3728740" cy="438150"/>
          </a:xfrm>
          <a:prstGeom prst="roundRect">
            <a:avLst>
              <a:gd name="adj" fmla="val 6522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62050" y="952500"/>
            <a:ext cx="34215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PRATIQUE · 30 MIN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871740" y="871538"/>
            <a:ext cx="571007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Préparer NordShop pour Copilot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52500" y="1714500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49710" y="1714500"/>
            <a:ext cx="93573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Simplifiez le schéma de données IA du modèle Ventes NordShop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2257425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49710" y="2257425"/>
            <a:ext cx="1263406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Rédigez des instructions IA donnant le contexte métier (unités, terminologie NordShop)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2500" y="2800350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49710" y="2800350"/>
            <a:ext cx="1260050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Générez une ontologie et vérifiez le graphe de relations Client → Commande → Produit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52500" y="3343275"/>
            <a:ext cx="1829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49710" y="3343275"/>
            <a:ext cx="54834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Testez le résultat avec le volet Copilot</a:t>
            </a:r>
            <a:endParaRPr lang="en-US" sz="2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 CONNAISSANCES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952500" y="1524000"/>
            <a:ext cx="7953375" cy="8001000"/>
          </a:xfrm>
          <a:prstGeom prst="roundRect">
            <a:avLst>
              <a:gd name="adj" fmla="val 479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381125" y="1952625"/>
            <a:ext cx="78057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QCM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381125" y="2428875"/>
            <a:ext cx="7309009" cy="1449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884"/>
              </a:lnSpc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 est l'avantage principal de générer une ontologie à partir d'un modèle sémantique existant ?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81125" y="4068812"/>
            <a:ext cx="78057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Elle crée automatiquement types d'entité, propriétés et relations 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81125" y="4468862"/>
            <a:ext cx="78057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Elle supprime le besoin de modèle sémantique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81125" y="4830812"/>
            <a:ext cx="78057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Elle remplace la sécurité au niveau ligne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382125" y="1524000"/>
            <a:ext cx="7953375" cy="8001000"/>
          </a:xfrm>
          <a:prstGeom prst="roundRect">
            <a:avLst>
              <a:gd name="adj" fmla="val 479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810750" y="1952625"/>
            <a:ext cx="78057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VRAI OU FAUX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810750" y="2428875"/>
            <a:ext cx="7309009" cy="1449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884"/>
              </a:lnSpc>
              <a:buNone/>
            </a:pPr>
            <a:r>
              <a:rPr lang="en-US" sz="28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champ masqué dans le schéma de données IA reste utilisable par Copilot pour générer des réponses.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810750" y="8448675"/>
            <a:ext cx="7309009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Faux : un champ masqué est exclu de l'ancrage, donc invisible pour l'IA</a:t>
            </a:r>
            <a:endParaRPr lang="en-US" sz="2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05000" y="6477000"/>
            <a:ext cx="5715000" cy="5715000"/>
          </a:xfrm>
          <a:prstGeom prst="ellipse">
            <a:avLst/>
          </a:prstGeom>
          <a:gradFill rotWithShape="1">
            <a:gsLst>
              <a:gs pos="0">
                <a:srgbClr val="163E73">
                  <a:alpha val="100000"/>
                </a:srgbClr>
              </a:gs>
              <a:gs pos="70000">
                <a:srgbClr val="163E7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952500" y="3433763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DE LA JOURNÉE 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52500" y="3910013"/>
            <a:ext cx="14716125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plateforme sécurisée, gouvernée et prête à évoluer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952500" y="5700713"/>
            <a:ext cx="13620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Demain : préparer les données avec flux de données, notebooks et T-SQL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52500" y="6586538"/>
            <a:ext cx="25995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2 · 25 juillet 2026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87242" y="6586538"/>
            <a:ext cx="168507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09h00 – 17h00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363a87-7e43-46da-9332-4c6d176b06e4" xsi:nil="true"/>
    <lcf76f155ced4ddcb4097134ff3c332f xmlns="d9df9240-fc95-4deb-9c9d-de700c44a7a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ée un document." ma:contentTypeScope="" ma:versionID="ce288966c27ce7b3e7a9f8d1d4c0f960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ee543c07c1445a444ae8fee589f454ee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85E1D62-D0AA-4F9C-A852-E4A937471C2A}">
  <ds:schemaRefs>
    <ds:schemaRef ds:uri="http://purl.org/dc/terms/"/>
    <ds:schemaRef ds:uri="d9df9240-fc95-4deb-9c9d-de700c44a7a7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33363a87-7e43-46da-9332-4c6d176b06e4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1EE31B13-F881-4C1D-96E4-A5750C4C86B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A3BB9A-8FBD-4B2C-91BE-9A97E1AC35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df9240-fc95-4deb-9c9d-de700c44a7a7"/>
    <ds:schemaRef ds:uri="33363a87-7e43-46da-9332-4c6d176b06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1928</Words>
  <Application>Microsoft Office PowerPoint</Application>
  <PresentationFormat>Personnalisé</PresentationFormat>
  <Paragraphs>324</Paragraphs>
  <Slides>30</Slides>
  <Notes>30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3" baseType="lpstr">
      <vt:lpstr>Arial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JOUR 1 · GÉRER UNE SOLUTION D'ANALYSE</dc:title>
  <dc:subject>PptxGenJS Presentation</dc:subject>
  <dc:creator/>
  <cp:lastModifiedBy>Rodrigue YENGO</cp:lastModifiedBy>
  <cp:revision>2</cp:revision>
  <dcterms:created xsi:type="dcterms:W3CDTF">2026-07-24T20:04:35Z</dcterms:created>
  <dcterms:modified xsi:type="dcterms:W3CDTF">2026-07-24T22:09:54Z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