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6"/>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2545"/>
    <a:srgbClr val="F6F7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7F9435-558E-4AFC-820A-016DC0F6D38F}" v="8" dt="2026-07-24T20:34:52.1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0973" autoAdjust="0"/>
  </p:normalViewPr>
  <p:slideViewPr>
    <p:cSldViewPr snapToGrid="0" snapToObjects="1">
      <p:cViewPr varScale="1">
        <p:scale>
          <a:sx n="69" d="100"/>
          <a:sy n="69" d="100"/>
        </p:scale>
        <p:origin x="87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drigue YENGO" userId="9019d928-c12d-48de-bdb2-52a833805ac2" providerId="ADAL" clId="{20734E0D-FF75-44B1-9DFF-D19DBB4D069A}"/>
    <pc:docChg chg="undo custSel addSld delSld modSld addMainMaster delMainMaster modMainMaster">
      <pc:chgData name="Rodrigue YENGO" userId="9019d928-c12d-48de-bdb2-52a833805ac2" providerId="ADAL" clId="{20734E0D-FF75-44B1-9DFF-D19DBB4D069A}" dt="2026-07-24T20:33:39.773" v="451" actId="1076"/>
      <pc:docMkLst>
        <pc:docMk/>
      </pc:docMkLst>
      <pc:sldChg chg="modSp mod">
        <pc:chgData name="Rodrigue YENGO" userId="9019d928-c12d-48de-bdb2-52a833805ac2" providerId="ADAL" clId="{20734E0D-FF75-44B1-9DFF-D19DBB4D069A}" dt="2026-07-24T20:18:02.341" v="245" actId="27636"/>
        <pc:sldMkLst>
          <pc:docMk/>
          <pc:sldMk cId="0" sldId="256"/>
        </pc:sldMkLst>
        <pc:spChg chg="mod">
          <ac:chgData name="Rodrigue YENGO" userId="9019d928-c12d-48de-bdb2-52a833805ac2" providerId="ADAL" clId="{20734E0D-FF75-44B1-9DFF-D19DBB4D069A}" dt="2026-07-24T20:18:02.335" v="240" actId="27636"/>
          <ac:spMkLst>
            <pc:docMk/>
            <pc:sldMk cId="0" sldId="256"/>
            <ac:spMk id="5" creationId="{00000000-0000-0000-0000-000000000000}"/>
          </ac:spMkLst>
        </pc:spChg>
        <pc:spChg chg="mod">
          <ac:chgData name="Rodrigue YENGO" userId="9019d928-c12d-48de-bdb2-52a833805ac2" providerId="ADAL" clId="{20734E0D-FF75-44B1-9DFF-D19DBB4D069A}" dt="2026-07-24T20:18:02.341" v="245" actId="27636"/>
          <ac:spMkLst>
            <pc:docMk/>
            <pc:sldMk cId="0" sldId="256"/>
            <ac:spMk id="6" creationId="{00000000-0000-0000-0000-000000000000}"/>
          </ac:spMkLst>
        </pc:spChg>
        <pc:spChg chg="mod">
          <ac:chgData name="Rodrigue YENGO" userId="9019d928-c12d-48de-bdb2-52a833805ac2" providerId="ADAL" clId="{20734E0D-FF75-44B1-9DFF-D19DBB4D069A}" dt="2026-07-24T20:18:02.338" v="242" actId="27636"/>
          <ac:spMkLst>
            <pc:docMk/>
            <pc:sldMk cId="0" sldId="256"/>
            <ac:spMk id="8" creationId="{00000000-0000-0000-0000-000000000000}"/>
          </ac:spMkLst>
        </pc:spChg>
        <pc:spChg chg="mod">
          <ac:chgData name="Rodrigue YENGO" userId="9019d928-c12d-48de-bdb2-52a833805ac2" providerId="ADAL" clId="{20734E0D-FF75-44B1-9DFF-D19DBB4D069A}" dt="2026-07-24T20:18:02.339" v="243" actId="27636"/>
          <ac:spMkLst>
            <pc:docMk/>
            <pc:sldMk cId="0" sldId="256"/>
            <ac:spMk id="10" creationId="{00000000-0000-0000-0000-000000000000}"/>
          </ac:spMkLst>
        </pc:spChg>
        <pc:spChg chg="mod">
          <ac:chgData name="Rodrigue YENGO" userId="9019d928-c12d-48de-bdb2-52a833805ac2" providerId="ADAL" clId="{20734E0D-FF75-44B1-9DFF-D19DBB4D069A}" dt="2026-07-24T20:18:02.340" v="244" actId="27636"/>
          <ac:spMkLst>
            <pc:docMk/>
            <pc:sldMk cId="0" sldId="256"/>
            <ac:spMk id="11" creationId="{00000000-0000-0000-0000-000000000000}"/>
          </ac:spMkLst>
        </pc:spChg>
        <pc:spChg chg="mod">
          <ac:chgData name="Rodrigue YENGO" userId="9019d928-c12d-48de-bdb2-52a833805ac2" providerId="ADAL" clId="{20734E0D-FF75-44B1-9DFF-D19DBB4D069A}" dt="2026-07-24T20:18:02.336" v="241" actId="27636"/>
          <ac:spMkLst>
            <pc:docMk/>
            <pc:sldMk cId="0" sldId="256"/>
            <ac:spMk id="12" creationId="{00000000-0000-0000-0000-000000000000}"/>
          </ac:spMkLst>
        </pc:spChg>
      </pc:sldChg>
      <pc:sldChg chg="modSp mod">
        <pc:chgData name="Rodrigue YENGO" userId="9019d928-c12d-48de-bdb2-52a833805ac2" providerId="ADAL" clId="{20734E0D-FF75-44B1-9DFF-D19DBB4D069A}" dt="2026-07-24T20:18:02.367" v="260" actId="27636"/>
        <pc:sldMkLst>
          <pc:docMk/>
          <pc:sldMk cId="0" sldId="257"/>
        </pc:sldMkLst>
        <pc:spChg chg="mod">
          <ac:chgData name="Rodrigue YENGO" userId="9019d928-c12d-48de-bdb2-52a833805ac2" providerId="ADAL" clId="{20734E0D-FF75-44B1-9DFF-D19DBB4D069A}" dt="2026-07-24T20:18:02.358" v="253" actId="27636"/>
          <ac:spMkLst>
            <pc:docMk/>
            <pc:sldMk cId="0" sldId="257"/>
            <ac:spMk id="2" creationId="{00000000-0000-0000-0000-000000000000}"/>
          </ac:spMkLst>
        </pc:spChg>
        <pc:spChg chg="mod">
          <ac:chgData name="Rodrigue YENGO" userId="9019d928-c12d-48de-bdb2-52a833805ac2" providerId="ADAL" clId="{20734E0D-FF75-44B1-9DFF-D19DBB4D069A}" dt="2026-07-24T20:18:02.366" v="259" actId="27636"/>
          <ac:spMkLst>
            <pc:docMk/>
            <pc:sldMk cId="0" sldId="257"/>
            <ac:spMk id="3" creationId="{00000000-0000-0000-0000-000000000000}"/>
          </ac:spMkLst>
        </pc:spChg>
        <pc:spChg chg="mod">
          <ac:chgData name="Rodrigue YENGO" userId="9019d928-c12d-48de-bdb2-52a833805ac2" providerId="ADAL" clId="{20734E0D-FF75-44B1-9DFF-D19DBB4D069A}" dt="2026-07-24T20:18:02.349" v="246" actId="27636"/>
          <ac:spMkLst>
            <pc:docMk/>
            <pc:sldMk cId="0" sldId="257"/>
            <ac:spMk id="5" creationId="{00000000-0000-0000-0000-000000000000}"/>
          </ac:spMkLst>
        </pc:spChg>
        <pc:spChg chg="mod">
          <ac:chgData name="Rodrigue YENGO" userId="9019d928-c12d-48de-bdb2-52a833805ac2" providerId="ADAL" clId="{20734E0D-FF75-44B1-9DFF-D19DBB4D069A}" dt="2026-07-24T20:18:02.359" v="254" actId="27636"/>
          <ac:spMkLst>
            <pc:docMk/>
            <pc:sldMk cId="0" sldId="257"/>
            <ac:spMk id="6" creationId="{00000000-0000-0000-0000-000000000000}"/>
          </ac:spMkLst>
        </pc:spChg>
        <pc:spChg chg="mod">
          <ac:chgData name="Rodrigue YENGO" userId="9019d928-c12d-48de-bdb2-52a833805ac2" providerId="ADAL" clId="{20734E0D-FF75-44B1-9DFF-D19DBB4D069A}" dt="2026-07-24T20:18:02.361" v="255" actId="27636"/>
          <ac:spMkLst>
            <pc:docMk/>
            <pc:sldMk cId="0" sldId="257"/>
            <ac:spMk id="7" creationId="{00000000-0000-0000-0000-000000000000}"/>
          </ac:spMkLst>
        </pc:spChg>
        <pc:spChg chg="mod">
          <ac:chgData name="Rodrigue YENGO" userId="9019d928-c12d-48de-bdb2-52a833805ac2" providerId="ADAL" clId="{20734E0D-FF75-44B1-9DFF-D19DBB4D069A}" dt="2026-07-24T20:18:02.365" v="258" actId="27636"/>
          <ac:spMkLst>
            <pc:docMk/>
            <pc:sldMk cId="0" sldId="257"/>
            <ac:spMk id="9" creationId="{00000000-0000-0000-0000-000000000000}"/>
          </ac:spMkLst>
        </pc:spChg>
        <pc:spChg chg="mod">
          <ac:chgData name="Rodrigue YENGO" userId="9019d928-c12d-48de-bdb2-52a833805ac2" providerId="ADAL" clId="{20734E0D-FF75-44B1-9DFF-D19DBB4D069A}" dt="2026-07-24T20:18:02.356" v="251" actId="27636"/>
          <ac:spMkLst>
            <pc:docMk/>
            <pc:sldMk cId="0" sldId="257"/>
            <ac:spMk id="10" creationId="{00000000-0000-0000-0000-000000000000}"/>
          </ac:spMkLst>
        </pc:spChg>
        <pc:spChg chg="mod">
          <ac:chgData name="Rodrigue YENGO" userId="9019d928-c12d-48de-bdb2-52a833805ac2" providerId="ADAL" clId="{20734E0D-FF75-44B1-9DFF-D19DBB4D069A}" dt="2026-07-24T20:18:02.367" v="260" actId="27636"/>
          <ac:spMkLst>
            <pc:docMk/>
            <pc:sldMk cId="0" sldId="257"/>
            <ac:spMk id="11" creationId="{00000000-0000-0000-0000-000000000000}"/>
          </ac:spMkLst>
        </pc:spChg>
        <pc:spChg chg="mod">
          <ac:chgData name="Rodrigue YENGO" userId="9019d928-c12d-48de-bdb2-52a833805ac2" providerId="ADAL" clId="{20734E0D-FF75-44B1-9DFF-D19DBB4D069A}" dt="2026-07-24T20:18:02.363" v="257" actId="27636"/>
          <ac:spMkLst>
            <pc:docMk/>
            <pc:sldMk cId="0" sldId="257"/>
            <ac:spMk id="13" creationId="{00000000-0000-0000-0000-000000000000}"/>
          </ac:spMkLst>
        </pc:spChg>
        <pc:spChg chg="mod">
          <ac:chgData name="Rodrigue YENGO" userId="9019d928-c12d-48de-bdb2-52a833805ac2" providerId="ADAL" clId="{20734E0D-FF75-44B1-9DFF-D19DBB4D069A}" dt="2026-07-24T20:18:02.362" v="256" actId="27636"/>
          <ac:spMkLst>
            <pc:docMk/>
            <pc:sldMk cId="0" sldId="257"/>
            <ac:spMk id="14" creationId="{00000000-0000-0000-0000-000000000000}"/>
          </ac:spMkLst>
        </pc:spChg>
        <pc:spChg chg="mod">
          <ac:chgData name="Rodrigue YENGO" userId="9019d928-c12d-48de-bdb2-52a833805ac2" providerId="ADAL" clId="{20734E0D-FF75-44B1-9DFF-D19DBB4D069A}" dt="2026-07-24T20:18:02.352" v="248" actId="27636"/>
          <ac:spMkLst>
            <pc:docMk/>
            <pc:sldMk cId="0" sldId="257"/>
            <ac:spMk id="15" creationId="{00000000-0000-0000-0000-000000000000}"/>
          </ac:spMkLst>
        </pc:spChg>
        <pc:spChg chg="mod">
          <ac:chgData name="Rodrigue YENGO" userId="9019d928-c12d-48de-bdb2-52a833805ac2" providerId="ADAL" clId="{20734E0D-FF75-44B1-9DFF-D19DBB4D069A}" dt="2026-07-24T20:18:02.354" v="249" actId="27636"/>
          <ac:spMkLst>
            <pc:docMk/>
            <pc:sldMk cId="0" sldId="257"/>
            <ac:spMk id="16" creationId="{00000000-0000-0000-0000-000000000000}"/>
          </ac:spMkLst>
        </pc:spChg>
        <pc:spChg chg="mod">
          <ac:chgData name="Rodrigue YENGO" userId="9019d928-c12d-48de-bdb2-52a833805ac2" providerId="ADAL" clId="{20734E0D-FF75-44B1-9DFF-D19DBB4D069A}" dt="2026-07-24T20:18:02.355" v="250" actId="27636"/>
          <ac:spMkLst>
            <pc:docMk/>
            <pc:sldMk cId="0" sldId="257"/>
            <ac:spMk id="17" creationId="{00000000-0000-0000-0000-000000000000}"/>
          </ac:spMkLst>
        </pc:spChg>
        <pc:spChg chg="mod">
          <ac:chgData name="Rodrigue YENGO" userId="9019d928-c12d-48de-bdb2-52a833805ac2" providerId="ADAL" clId="{20734E0D-FF75-44B1-9DFF-D19DBB4D069A}" dt="2026-07-24T20:18:02.357" v="252" actId="27636"/>
          <ac:spMkLst>
            <pc:docMk/>
            <pc:sldMk cId="0" sldId="257"/>
            <ac:spMk id="18" creationId="{00000000-0000-0000-0000-000000000000}"/>
          </ac:spMkLst>
        </pc:spChg>
        <pc:spChg chg="mod">
          <ac:chgData name="Rodrigue YENGO" userId="9019d928-c12d-48de-bdb2-52a833805ac2" providerId="ADAL" clId="{20734E0D-FF75-44B1-9DFF-D19DBB4D069A}" dt="2026-07-24T20:18:02.351" v="247" actId="27636"/>
          <ac:spMkLst>
            <pc:docMk/>
            <pc:sldMk cId="0" sldId="257"/>
            <ac:spMk id="19" creationId="{00000000-0000-0000-0000-000000000000}"/>
          </ac:spMkLst>
        </pc:spChg>
      </pc:sldChg>
      <pc:sldChg chg="modSp mod">
        <pc:chgData name="Rodrigue YENGO" userId="9019d928-c12d-48de-bdb2-52a833805ac2" providerId="ADAL" clId="{20734E0D-FF75-44B1-9DFF-D19DBB4D069A}" dt="2026-07-24T20:18:02.388" v="269" actId="27636"/>
        <pc:sldMkLst>
          <pc:docMk/>
          <pc:sldMk cId="0" sldId="258"/>
        </pc:sldMkLst>
        <pc:spChg chg="mod">
          <ac:chgData name="Rodrigue YENGO" userId="9019d928-c12d-48de-bdb2-52a833805ac2" providerId="ADAL" clId="{20734E0D-FF75-44B1-9DFF-D19DBB4D069A}" dt="2026-07-24T20:18:02.380" v="264" actId="27636"/>
          <ac:spMkLst>
            <pc:docMk/>
            <pc:sldMk cId="0" sldId="258"/>
            <ac:spMk id="2" creationId="{00000000-0000-0000-0000-000000000000}"/>
          </ac:spMkLst>
        </pc:spChg>
        <pc:spChg chg="mod">
          <ac:chgData name="Rodrigue YENGO" userId="9019d928-c12d-48de-bdb2-52a833805ac2" providerId="ADAL" clId="{20734E0D-FF75-44B1-9DFF-D19DBB4D069A}" dt="2026-07-24T20:18:02.376" v="262" actId="27636"/>
          <ac:spMkLst>
            <pc:docMk/>
            <pc:sldMk cId="0" sldId="258"/>
            <ac:spMk id="3" creationId="{00000000-0000-0000-0000-000000000000}"/>
          </ac:spMkLst>
        </pc:spChg>
        <pc:spChg chg="mod">
          <ac:chgData name="Rodrigue YENGO" userId="9019d928-c12d-48de-bdb2-52a833805ac2" providerId="ADAL" clId="{20734E0D-FF75-44B1-9DFF-D19DBB4D069A}" dt="2026-07-24T20:18:02.388" v="269" actId="27636"/>
          <ac:spMkLst>
            <pc:docMk/>
            <pc:sldMk cId="0" sldId="258"/>
            <ac:spMk id="4" creationId="{00000000-0000-0000-0000-000000000000}"/>
          </ac:spMkLst>
        </pc:spChg>
        <pc:spChg chg="mod">
          <ac:chgData name="Rodrigue YENGO" userId="9019d928-c12d-48de-bdb2-52a833805ac2" providerId="ADAL" clId="{20734E0D-FF75-44B1-9DFF-D19DBB4D069A}" dt="2026-07-24T20:18:02.382" v="265" actId="27636"/>
          <ac:spMkLst>
            <pc:docMk/>
            <pc:sldMk cId="0" sldId="258"/>
            <ac:spMk id="5" creationId="{00000000-0000-0000-0000-000000000000}"/>
          </ac:spMkLst>
        </pc:spChg>
        <pc:spChg chg="mod">
          <ac:chgData name="Rodrigue YENGO" userId="9019d928-c12d-48de-bdb2-52a833805ac2" providerId="ADAL" clId="{20734E0D-FF75-44B1-9DFF-D19DBB4D069A}" dt="2026-07-24T20:18:02.384" v="266" actId="27636"/>
          <ac:spMkLst>
            <pc:docMk/>
            <pc:sldMk cId="0" sldId="258"/>
            <ac:spMk id="6" creationId="{00000000-0000-0000-0000-000000000000}"/>
          </ac:spMkLst>
        </pc:spChg>
        <pc:spChg chg="mod">
          <ac:chgData name="Rodrigue YENGO" userId="9019d928-c12d-48de-bdb2-52a833805ac2" providerId="ADAL" clId="{20734E0D-FF75-44B1-9DFF-D19DBB4D069A}" dt="2026-07-24T20:18:02.385" v="267" actId="27636"/>
          <ac:spMkLst>
            <pc:docMk/>
            <pc:sldMk cId="0" sldId="258"/>
            <ac:spMk id="7" creationId="{00000000-0000-0000-0000-000000000000}"/>
          </ac:spMkLst>
        </pc:spChg>
        <pc:spChg chg="mod">
          <ac:chgData name="Rodrigue YENGO" userId="9019d928-c12d-48de-bdb2-52a833805ac2" providerId="ADAL" clId="{20734E0D-FF75-44B1-9DFF-D19DBB4D069A}" dt="2026-07-24T20:18:02.387" v="268" actId="27636"/>
          <ac:spMkLst>
            <pc:docMk/>
            <pc:sldMk cId="0" sldId="258"/>
            <ac:spMk id="8" creationId="{00000000-0000-0000-0000-000000000000}"/>
          </ac:spMkLst>
        </pc:spChg>
        <pc:spChg chg="mod">
          <ac:chgData name="Rodrigue YENGO" userId="9019d928-c12d-48de-bdb2-52a833805ac2" providerId="ADAL" clId="{20734E0D-FF75-44B1-9DFF-D19DBB4D069A}" dt="2026-07-24T20:18:02.375" v="261" actId="27636"/>
          <ac:spMkLst>
            <pc:docMk/>
            <pc:sldMk cId="0" sldId="258"/>
            <ac:spMk id="9" creationId="{00000000-0000-0000-0000-000000000000}"/>
          </ac:spMkLst>
        </pc:spChg>
        <pc:spChg chg="mod">
          <ac:chgData name="Rodrigue YENGO" userId="9019d928-c12d-48de-bdb2-52a833805ac2" providerId="ADAL" clId="{20734E0D-FF75-44B1-9DFF-D19DBB4D069A}" dt="2026-07-24T20:18:02.378" v="263" actId="27636"/>
          <ac:spMkLst>
            <pc:docMk/>
            <pc:sldMk cId="0" sldId="258"/>
            <ac:spMk id="10" creationId="{00000000-0000-0000-0000-000000000000}"/>
          </ac:spMkLst>
        </pc:spChg>
      </pc:sldChg>
      <pc:sldChg chg="modSp mod modNotesTx">
        <pc:chgData name="Rodrigue YENGO" userId="9019d928-c12d-48de-bdb2-52a833805ac2" providerId="ADAL" clId="{20734E0D-FF75-44B1-9DFF-D19DBB4D069A}" dt="2026-07-24T20:18:13.985" v="270" actId="20577"/>
        <pc:sldMkLst>
          <pc:docMk/>
          <pc:sldMk cId="0" sldId="259"/>
        </pc:sldMkLst>
        <pc:spChg chg="mod">
          <ac:chgData name="Rodrigue YENGO" userId="9019d928-c12d-48de-bdb2-52a833805ac2" providerId="ADAL" clId="{20734E0D-FF75-44B1-9DFF-D19DBB4D069A}" dt="2026-07-24T20:18:01.671" v="3" actId="27636"/>
          <ac:spMkLst>
            <pc:docMk/>
            <pc:sldMk cId="0" sldId="259"/>
            <ac:spMk id="2" creationId="{00000000-0000-0000-0000-000000000000}"/>
          </ac:spMkLst>
        </pc:spChg>
        <pc:spChg chg="mod">
          <ac:chgData name="Rodrigue YENGO" userId="9019d928-c12d-48de-bdb2-52a833805ac2" providerId="ADAL" clId="{20734E0D-FF75-44B1-9DFF-D19DBB4D069A}" dt="2026-07-24T20:18:01.673" v="5" actId="27636"/>
          <ac:spMkLst>
            <pc:docMk/>
            <pc:sldMk cId="0" sldId="259"/>
            <ac:spMk id="3" creationId="{00000000-0000-0000-0000-000000000000}"/>
          </ac:spMkLst>
        </pc:spChg>
        <pc:spChg chg="mod">
          <ac:chgData name="Rodrigue YENGO" userId="9019d928-c12d-48de-bdb2-52a833805ac2" providerId="ADAL" clId="{20734E0D-FF75-44B1-9DFF-D19DBB4D069A}" dt="2026-07-24T20:18:01.676" v="7" actId="27636"/>
          <ac:spMkLst>
            <pc:docMk/>
            <pc:sldMk cId="0" sldId="259"/>
            <ac:spMk id="5" creationId="{00000000-0000-0000-0000-000000000000}"/>
          </ac:spMkLst>
        </pc:spChg>
        <pc:spChg chg="mod">
          <ac:chgData name="Rodrigue YENGO" userId="9019d928-c12d-48de-bdb2-52a833805ac2" providerId="ADAL" clId="{20734E0D-FF75-44B1-9DFF-D19DBB4D069A}" dt="2026-07-24T20:18:01.668" v="2" actId="27636"/>
          <ac:spMkLst>
            <pc:docMk/>
            <pc:sldMk cId="0" sldId="259"/>
            <ac:spMk id="6" creationId="{00000000-0000-0000-0000-000000000000}"/>
          </ac:spMkLst>
        </pc:spChg>
        <pc:spChg chg="mod">
          <ac:chgData name="Rodrigue YENGO" userId="9019d928-c12d-48de-bdb2-52a833805ac2" providerId="ADAL" clId="{20734E0D-FF75-44B1-9DFF-D19DBB4D069A}" dt="2026-07-24T20:18:01.672" v="4" actId="27636"/>
          <ac:spMkLst>
            <pc:docMk/>
            <pc:sldMk cId="0" sldId="259"/>
            <ac:spMk id="8" creationId="{00000000-0000-0000-0000-000000000000}"/>
          </ac:spMkLst>
        </pc:spChg>
        <pc:spChg chg="mod">
          <ac:chgData name="Rodrigue YENGO" userId="9019d928-c12d-48de-bdb2-52a833805ac2" providerId="ADAL" clId="{20734E0D-FF75-44B1-9DFF-D19DBB4D069A}" dt="2026-07-24T20:18:01.675" v="6" actId="27636"/>
          <ac:spMkLst>
            <pc:docMk/>
            <pc:sldMk cId="0" sldId="259"/>
            <ac:spMk id="9" creationId="{00000000-0000-0000-0000-000000000000}"/>
          </ac:spMkLst>
        </pc:spChg>
        <pc:spChg chg="mod">
          <ac:chgData name="Rodrigue YENGO" userId="9019d928-c12d-48de-bdb2-52a833805ac2" providerId="ADAL" clId="{20734E0D-FF75-44B1-9DFF-D19DBB4D069A}" dt="2026-07-24T20:18:01.677" v="8" actId="27636"/>
          <ac:spMkLst>
            <pc:docMk/>
            <pc:sldMk cId="0" sldId="259"/>
            <ac:spMk id="10" creationId="{00000000-0000-0000-0000-000000000000}"/>
          </ac:spMkLst>
        </pc:spChg>
      </pc:sldChg>
      <pc:sldChg chg="modSp mod modNotesTx">
        <pc:chgData name="Rodrigue YENGO" userId="9019d928-c12d-48de-bdb2-52a833805ac2" providerId="ADAL" clId="{20734E0D-FF75-44B1-9DFF-D19DBB4D069A}" dt="2026-07-24T20:18:47.568" v="273" actId="20577"/>
        <pc:sldMkLst>
          <pc:docMk/>
          <pc:sldMk cId="0" sldId="260"/>
        </pc:sldMkLst>
        <pc:spChg chg="mod">
          <ac:chgData name="Rodrigue YENGO" userId="9019d928-c12d-48de-bdb2-52a833805ac2" providerId="ADAL" clId="{20734E0D-FF75-44B1-9DFF-D19DBB4D069A}" dt="2026-07-24T20:18:01.708" v="16" actId="27636"/>
          <ac:spMkLst>
            <pc:docMk/>
            <pc:sldMk cId="0" sldId="260"/>
            <ac:spMk id="2" creationId="{00000000-0000-0000-0000-000000000000}"/>
          </ac:spMkLst>
        </pc:spChg>
        <pc:spChg chg="mod">
          <ac:chgData name="Rodrigue YENGO" userId="9019d928-c12d-48de-bdb2-52a833805ac2" providerId="ADAL" clId="{20734E0D-FF75-44B1-9DFF-D19DBB4D069A}" dt="2026-07-24T20:18:01.703" v="14" actId="27636"/>
          <ac:spMkLst>
            <pc:docMk/>
            <pc:sldMk cId="0" sldId="260"/>
            <ac:spMk id="3" creationId="{00000000-0000-0000-0000-000000000000}"/>
          </ac:spMkLst>
        </pc:spChg>
        <pc:spChg chg="mod">
          <ac:chgData name="Rodrigue YENGO" userId="9019d928-c12d-48de-bdb2-52a833805ac2" providerId="ADAL" clId="{20734E0D-FF75-44B1-9DFF-D19DBB4D069A}" dt="2026-07-24T20:18:01.701" v="13" actId="27636"/>
          <ac:spMkLst>
            <pc:docMk/>
            <pc:sldMk cId="0" sldId="260"/>
            <ac:spMk id="5" creationId="{00000000-0000-0000-0000-000000000000}"/>
          </ac:spMkLst>
        </pc:spChg>
        <pc:spChg chg="mod">
          <ac:chgData name="Rodrigue YENGO" userId="9019d928-c12d-48de-bdb2-52a833805ac2" providerId="ADAL" clId="{20734E0D-FF75-44B1-9DFF-D19DBB4D069A}" dt="2026-07-24T20:18:01.699" v="11" actId="27636"/>
          <ac:spMkLst>
            <pc:docMk/>
            <pc:sldMk cId="0" sldId="260"/>
            <ac:spMk id="6" creationId="{00000000-0000-0000-0000-000000000000}"/>
          </ac:spMkLst>
        </pc:spChg>
        <pc:spChg chg="mod">
          <ac:chgData name="Rodrigue YENGO" userId="9019d928-c12d-48de-bdb2-52a833805ac2" providerId="ADAL" clId="{20734E0D-FF75-44B1-9DFF-D19DBB4D069A}" dt="2026-07-24T20:18:01.695" v="9" actId="27636"/>
          <ac:spMkLst>
            <pc:docMk/>
            <pc:sldMk cId="0" sldId="260"/>
            <ac:spMk id="8" creationId="{00000000-0000-0000-0000-000000000000}"/>
          </ac:spMkLst>
        </pc:spChg>
        <pc:spChg chg="mod">
          <ac:chgData name="Rodrigue YENGO" userId="9019d928-c12d-48de-bdb2-52a833805ac2" providerId="ADAL" clId="{20734E0D-FF75-44B1-9DFF-D19DBB4D069A}" dt="2026-07-24T20:18:01.697" v="10" actId="27636"/>
          <ac:spMkLst>
            <pc:docMk/>
            <pc:sldMk cId="0" sldId="260"/>
            <ac:spMk id="9" creationId="{00000000-0000-0000-0000-000000000000}"/>
          </ac:spMkLst>
        </pc:spChg>
        <pc:spChg chg="mod">
          <ac:chgData name="Rodrigue YENGO" userId="9019d928-c12d-48de-bdb2-52a833805ac2" providerId="ADAL" clId="{20734E0D-FF75-44B1-9DFF-D19DBB4D069A}" dt="2026-07-24T20:18:01.707" v="15" actId="27636"/>
          <ac:spMkLst>
            <pc:docMk/>
            <pc:sldMk cId="0" sldId="260"/>
            <ac:spMk id="11" creationId="{00000000-0000-0000-0000-000000000000}"/>
          </ac:spMkLst>
        </pc:spChg>
        <pc:spChg chg="mod">
          <ac:chgData name="Rodrigue YENGO" userId="9019d928-c12d-48de-bdb2-52a833805ac2" providerId="ADAL" clId="{20734E0D-FF75-44B1-9DFF-D19DBB4D069A}" dt="2026-07-24T20:18:01.700" v="12" actId="27636"/>
          <ac:spMkLst>
            <pc:docMk/>
            <pc:sldMk cId="0" sldId="260"/>
            <ac:spMk id="12" creationId="{00000000-0000-0000-0000-000000000000}"/>
          </ac:spMkLst>
        </pc:spChg>
      </pc:sldChg>
      <pc:sldChg chg="modSp mod">
        <pc:chgData name="Rodrigue YENGO" userId="9019d928-c12d-48de-bdb2-52a833805ac2" providerId="ADAL" clId="{20734E0D-FF75-44B1-9DFF-D19DBB4D069A}" dt="2026-07-24T20:18:01.736" v="24" actId="27636"/>
        <pc:sldMkLst>
          <pc:docMk/>
          <pc:sldMk cId="0" sldId="261"/>
        </pc:sldMkLst>
        <pc:spChg chg="mod">
          <ac:chgData name="Rodrigue YENGO" userId="9019d928-c12d-48de-bdb2-52a833805ac2" providerId="ADAL" clId="{20734E0D-FF75-44B1-9DFF-D19DBB4D069A}" dt="2026-07-24T20:18:01.726" v="17" actId="27636"/>
          <ac:spMkLst>
            <pc:docMk/>
            <pc:sldMk cId="0" sldId="261"/>
            <ac:spMk id="3" creationId="{00000000-0000-0000-0000-000000000000}"/>
          </ac:spMkLst>
        </pc:spChg>
        <pc:spChg chg="mod">
          <ac:chgData name="Rodrigue YENGO" userId="9019d928-c12d-48de-bdb2-52a833805ac2" providerId="ADAL" clId="{20734E0D-FF75-44B1-9DFF-D19DBB4D069A}" dt="2026-07-24T20:18:01.729" v="19" actId="27636"/>
          <ac:spMkLst>
            <pc:docMk/>
            <pc:sldMk cId="0" sldId="261"/>
            <ac:spMk id="4" creationId="{00000000-0000-0000-0000-000000000000}"/>
          </ac:spMkLst>
        </pc:spChg>
        <pc:spChg chg="mod">
          <ac:chgData name="Rodrigue YENGO" userId="9019d928-c12d-48de-bdb2-52a833805ac2" providerId="ADAL" clId="{20734E0D-FF75-44B1-9DFF-D19DBB4D069A}" dt="2026-07-24T20:18:01.733" v="22" actId="27636"/>
          <ac:spMkLst>
            <pc:docMk/>
            <pc:sldMk cId="0" sldId="261"/>
            <ac:spMk id="5" creationId="{00000000-0000-0000-0000-000000000000}"/>
          </ac:spMkLst>
        </pc:spChg>
        <pc:spChg chg="mod">
          <ac:chgData name="Rodrigue YENGO" userId="9019d928-c12d-48de-bdb2-52a833805ac2" providerId="ADAL" clId="{20734E0D-FF75-44B1-9DFF-D19DBB4D069A}" dt="2026-07-24T20:18:01.728" v="18" actId="27636"/>
          <ac:spMkLst>
            <pc:docMk/>
            <pc:sldMk cId="0" sldId="261"/>
            <ac:spMk id="7" creationId="{00000000-0000-0000-0000-000000000000}"/>
          </ac:spMkLst>
        </pc:spChg>
        <pc:spChg chg="mod">
          <ac:chgData name="Rodrigue YENGO" userId="9019d928-c12d-48de-bdb2-52a833805ac2" providerId="ADAL" clId="{20734E0D-FF75-44B1-9DFF-D19DBB4D069A}" dt="2026-07-24T20:18:01.735" v="23" actId="27636"/>
          <ac:spMkLst>
            <pc:docMk/>
            <pc:sldMk cId="0" sldId="261"/>
            <ac:spMk id="9" creationId="{00000000-0000-0000-0000-000000000000}"/>
          </ac:spMkLst>
        </pc:spChg>
        <pc:spChg chg="mod">
          <ac:chgData name="Rodrigue YENGO" userId="9019d928-c12d-48de-bdb2-52a833805ac2" providerId="ADAL" clId="{20734E0D-FF75-44B1-9DFF-D19DBB4D069A}" dt="2026-07-24T20:18:01.736" v="24" actId="27636"/>
          <ac:spMkLst>
            <pc:docMk/>
            <pc:sldMk cId="0" sldId="261"/>
            <ac:spMk id="11" creationId="{00000000-0000-0000-0000-000000000000}"/>
          </ac:spMkLst>
        </pc:spChg>
        <pc:spChg chg="mod">
          <ac:chgData name="Rodrigue YENGO" userId="9019d928-c12d-48de-bdb2-52a833805ac2" providerId="ADAL" clId="{20734E0D-FF75-44B1-9DFF-D19DBB4D069A}" dt="2026-07-24T20:18:01.730" v="20" actId="27636"/>
          <ac:spMkLst>
            <pc:docMk/>
            <pc:sldMk cId="0" sldId="261"/>
            <ac:spMk id="12" creationId="{00000000-0000-0000-0000-000000000000}"/>
          </ac:spMkLst>
        </pc:spChg>
        <pc:spChg chg="mod">
          <ac:chgData name="Rodrigue YENGO" userId="9019d928-c12d-48de-bdb2-52a833805ac2" providerId="ADAL" clId="{20734E0D-FF75-44B1-9DFF-D19DBB4D069A}" dt="2026-07-24T20:18:01.732" v="21" actId="27636"/>
          <ac:spMkLst>
            <pc:docMk/>
            <pc:sldMk cId="0" sldId="261"/>
            <ac:spMk id="13" creationId="{00000000-0000-0000-0000-000000000000}"/>
          </ac:spMkLst>
        </pc:spChg>
      </pc:sldChg>
      <pc:sldChg chg="modSp mod">
        <pc:chgData name="Rodrigue YENGO" userId="9019d928-c12d-48de-bdb2-52a833805ac2" providerId="ADAL" clId="{20734E0D-FF75-44B1-9DFF-D19DBB4D069A}" dt="2026-07-24T20:18:01.761" v="34" actId="27636"/>
        <pc:sldMkLst>
          <pc:docMk/>
          <pc:sldMk cId="0" sldId="262"/>
        </pc:sldMkLst>
        <pc:spChg chg="mod">
          <ac:chgData name="Rodrigue YENGO" userId="9019d928-c12d-48de-bdb2-52a833805ac2" providerId="ADAL" clId="{20734E0D-FF75-44B1-9DFF-D19DBB4D069A}" dt="2026-07-24T20:18:01.759" v="32" actId="27636"/>
          <ac:spMkLst>
            <pc:docMk/>
            <pc:sldMk cId="0" sldId="262"/>
            <ac:spMk id="3" creationId="{00000000-0000-0000-0000-000000000000}"/>
          </ac:spMkLst>
        </pc:spChg>
        <pc:spChg chg="mod">
          <ac:chgData name="Rodrigue YENGO" userId="9019d928-c12d-48de-bdb2-52a833805ac2" providerId="ADAL" clId="{20734E0D-FF75-44B1-9DFF-D19DBB4D069A}" dt="2026-07-24T20:18:01.761" v="34" actId="27636"/>
          <ac:spMkLst>
            <pc:docMk/>
            <pc:sldMk cId="0" sldId="262"/>
            <ac:spMk id="4" creationId="{00000000-0000-0000-0000-000000000000}"/>
          </ac:spMkLst>
        </pc:spChg>
        <pc:spChg chg="mod">
          <ac:chgData name="Rodrigue YENGO" userId="9019d928-c12d-48de-bdb2-52a833805ac2" providerId="ADAL" clId="{20734E0D-FF75-44B1-9DFF-D19DBB4D069A}" dt="2026-07-24T20:18:01.755" v="29" actId="27636"/>
          <ac:spMkLst>
            <pc:docMk/>
            <pc:sldMk cId="0" sldId="262"/>
            <ac:spMk id="5" creationId="{00000000-0000-0000-0000-000000000000}"/>
          </ac:spMkLst>
        </pc:spChg>
        <pc:spChg chg="mod">
          <ac:chgData name="Rodrigue YENGO" userId="9019d928-c12d-48de-bdb2-52a833805ac2" providerId="ADAL" clId="{20734E0D-FF75-44B1-9DFF-D19DBB4D069A}" dt="2026-07-24T20:18:01.749" v="25" actId="27636"/>
          <ac:spMkLst>
            <pc:docMk/>
            <pc:sldMk cId="0" sldId="262"/>
            <ac:spMk id="6" creationId="{00000000-0000-0000-0000-000000000000}"/>
          </ac:spMkLst>
        </pc:spChg>
        <pc:spChg chg="mod">
          <ac:chgData name="Rodrigue YENGO" userId="9019d928-c12d-48de-bdb2-52a833805ac2" providerId="ADAL" clId="{20734E0D-FF75-44B1-9DFF-D19DBB4D069A}" dt="2026-07-24T20:18:01.754" v="28" actId="27636"/>
          <ac:spMkLst>
            <pc:docMk/>
            <pc:sldMk cId="0" sldId="262"/>
            <ac:spMk id="7" creationId="{00000000-0000-0000-0000-000000000000}"/>
          </ac:spMkLst>
        </pc:spChg>
        <pc:spChg chg="mod">
          <ac:chgData name="Rodrigue YENGO" userId="9019d928-c12d-48de-bdb2-52a833805ac2" providerId="ADAL" clId="{20734E0D-FF75-44B1-9DFF-D19DBB4D069A}" dt="2026-07-24T20:18:01.751" v="26" actId="27636"/>
          <ac:spMkLst>
            <pc:docMk/>
            <pc:sldMk cId="0" sldId="262"/>
            <ac:spMk id="8" creationId="{00000000-0000-0000-0000-000000000000}"/>
          </ac:spMkLst>
        </pc:spChg>
        <pc:spChg chg="mod">
          <ac:chgData name="Rodrigue YENGO" userId="9019d928-c12d-48de-bdb2-52a833805ac2" providerId="ADAL" clId="{20734E0D-FF75-44B1-9DFF-D19DBB4D069A}" dt="2026-07-24T20:18:01.757" v="31" actId="27636"/>
          <ac:spMkLst>
            <pc:docMk/>
            <pc:sldMk cId="0" sldId="262"/>
            <ac:spMk id="9" creationId="{00000000-0000-0000-0000-000000000000}"/>
          </ac:spMkLst>
        </pc:spChg>
        <pc:spChg chg="mod">
          <ac:chgData name="Rodrigue YENGO" userId="9019d928-c12d-48de-bdb2-52a833805ac2" providerId="ADAL" clId="{20734E0D-FF75-44B1-9DFF-D19DBB4D069A}" dt="2026-07-24T20:18:01.756" v="30" actId="27636"/>
          <ac:spMkLst>
            <pc:docMk/>
            <pc:sldMk cId="0" sldId="262"/>
            <ac:spMk id="10" creationId="{00000000-0000-0000-0000-000000000000}"/>
          </ac:spMkLst>
        </pc:spChg>
        <pc:spChg chg="mod">
          <ac:chgData name="Rodrigue YENGO" userId="9019d928-c12d-48de-bdb2-52a833805ac2" providerId="ADAL" clId="{20734E0D-FF75-44B1-9DFF-D19DBB4D069A}" dt="2026-07-24T20:18:01.760" v="33" actId="27636"/>
          <ac:spMkLst>
            <pc:docMk/>
            <pc:sldMk cId="0" sldId="262"/>
            <ac:spMk id="11" creationId="{00000000-0000-0000-0000-000000000000}"/>
          </ac:spMkLst>
        </pc:spChg>
        <pc:spChg chg="mod">
          <ac:chgData name="Rodrigue YENGO" userId="9019d928-c12d-48de-bdb2-52a833805ac2" providerId="ADAL" clId="{20734E0D-FF75-44B1-9DFF-D19DBB4D069A}" dt="2026-07-24T20:18:01.753" v="27" actId="27636"/>
          <ac:spMkLst>
            <pc:docMk/>
            <pc:sldMk cId="0" sldId="262"/>
            <ac:spMk id="12" creationId="{00000000-0000-0000-0000-000000000000}"/>
          </ac:spMkLst>
        </pc:spChg>
      </pc:sldChg>
      <pc:sldChg chg="modSp mod">
        <pc:chgData name="Rodrigue YENGO" userId="9019d928-c12d-48de-bdb2-52a833805ac2" providerId="ADAL" clId="{20734E0D-FF75-44B1-9DFF-D19DBB4D069A}" dt="2026-07-24T20:18:01.778" v="42" actId="27636"/>
        <pc:sldMkLst>
          <pc:docMk/>
          <pc:sldMk cId="0" sldId="263"/>
        </pc:sldMkLst>
        <pc:spChg chg="mod">
          <ac:chgData name="Rodrigue YENGO" userId="9019d928-c12d-48de-bdb2-52a833805ac2" providerId="ADAL" clId="{20734E0D-FF75-44B1-9DFF-D19DBB4D069A}" dt="2026-07-24T20:18:01.778" v="42" actId="27636"/>
          <ac:spMkLst>
            <pc:docMk/>
            <pc:sldMk cId="0" sldId="263"/>
            <ac:spMk id="2" creationId="{00000000-0000-0000-0000-000000000000}"/>
          </ac:spMkLst>
        </pc:spChg>
        <pc:spChg chg="mod">
          <ac:chgData name="Rodrigue YENGO" userId="9019d928-c12d-48de-bdb2-52a833805ac2" providerId="ADAL" clId="{20734E0D-FF75-44B1-9DFF-D19DBB4D069A}" dt="2026-07-24T20:18:01.775" v="39" actId="27636"/>
          <ac:spMkLst>
            <pc:docMk/>
            <pc:sldMk cId="0" sldId="263"/>
            <ac:spMk id="4" creationId="{00000000-0000-0000-0000-000000000000}"/>
          </ac:spMkLst>
        </pc:spChg>
        <pc:spChg chg="mod">
          <ac:chgData name="Rodrigue YENGO" userId="9019d928-c12d-48de-bdb2-52a833805ac2" providerId="ADAL" clId="{20734E0D-FF75-44B1-9DFF-D19DBB4D069A}" dt="2026-07-24T20:18:01.772" v="36" actId="27636"/>
          <ac:spMkLst>
            <pc:docMk/>
            <pc:sldMk cId="0" sldId="263"/>
            <ac:spMk id="5" creationId="{00000000-0000-0000-0000-000000000000}"/>
          </ac:spMkLst>
        </pc:spChg>
        <pc:spChg chg="mod">
          <ac:chgData name="Rodrigue YENGO" userId="9019d928-c12d-48de-bdb2-52a833805ac2" providerId="ADAL" clId="{20734E0D-FF75-44B1-9DFF-D19DBB4D069A}" dt="2026-07-24T20:18:01.774" v="38" actId="27636"/>
          <ac:spMkLst>
            <pc:docMk/>
            <pc:sldMk cId="0" sldId="263"/>
            <ac:spMk id="7" creationId="{00000000-0000-0000-0000-000000000000}"/>
          </ac:spMkLst>
        </pc:spChg>
        <pc:spChg chg="mod">
          <ac:chgData name="Rodrigue YENGO" userId="9019d928-c12d-48de-bdb2-52a833805ac2" providerId="ADAL" clId="{20734E0D-FF75-44B1-9DFF-D19DBB4D069A}" dt="2026-07-24T20:18:01.776" v="40" actId="27636"/>
          <ac:spMkLst>
            <pc:docMk/>
            <pc:sldMk cId="0" sldId="263"/>
            <ac:spMk id="8" creationId="{00000000-0000-0000-0000-000000000000}"/>
          </ac:spMkLst>
        </pc:spChg>
        <pc:spChg chg="mod">
          <ac:chgData name="Rodrigue YENGO" userId="9019d928-c12d-48de-bdb2-52a833805ac2" providerId="ADAL" clId="{20734E0D-FF75-44B1-9DFF-D19DBB4D069A}" dt="2026-07-24T20:18:01.777" v="41" actId="27636"/>
          <ac:spMkLst>
            <pc:docMk/>
            <pc:sldMk cId="0" sldId="263"/>
            <ac:spMk id="10" creationId="{00000000-0000-0000-0000-000000000000}"/>
          </ac:spMkLst>
        </pc:spChg>
        <pc:spChg chg="mod">
          <ac:chgData name="Rodrigue YENGO" userId="9019d928-c12d-48de-bdb2-52a833805ac2" providerId="ADAL" clId="{20734E0D-FF75-44B1-9DFF-D19DBB4D069A}" dt="2026-07-24T20:18:01.770" v="35" actId="27636"/>
          <ac:spMkLst>
            <pc:docMk/>
            <pc:sldMk cId="0" sldId="263"/>
            <ac:spMk id="11" creationId="{00000000-0000-0000-0000-000000000000}"/>
          </ac:spMkLst>
        </pc:spChg>
        <pc:spChg chg="mod">
          <ac:chgData name="Rodrigue YENGO" userId="9019d928-c12d-48de-bdb2-52a833805ac2" providerId="ADAL" clId="{20734E0D-FF75-44B1-9DFF-D19DBB4D069A}" dt="2026-07-24T20:18:01.773" v="37" actId="27636"/>
          <ac:spMkLst>
            <pc:docMk/>
            <pc:sldMk cId="0" sldId="263"/>
            <ac:spMk id="12" creationId="{00000000-0000-0000-0000-000000000000}"/>
          </ac:spMkLst>
        </pc:spChg>
      </pc:sldChg>
      <pc:sldChg chg="modSp mod">
        <pc:chgData name="Rodrigue YENGO" userId="9019d928-c12d-48de-bdb2-52a833805ac2" providerId="ADAL" clId="{20734E0D-FF75-44B1-9DFF-D19DBB4D069A}" dt="2026-07-24T20:18:01.796" v="49" actId="27636"/>
        <pc:sldMkLst>
          <pc:docMk/>
          <pc:sldMk cId="0" sldId="264"/>
        </pc:sldMkLst>
        <pc:spChg chg="mod">
          <ac:chgData name="Rodrigue YENGO" userId="9019d928-c12d-48de-bdb2-52a833805ac2" providerId="ADAL" clId="{20734E0D-FF75-44B1-9DFF-D19DBB4D069A}" dt="2026-07-24T20:18:01.793" v="46" actId="27636"/>
          <ac:spMkLst>
            <pc:docMk/>
            <pc:sldMk cId="0" sldId="264"/>
            <ac:spMk id="2" creationId="{00000000-0000-0000-0000-000000000000}"/>
          </ac:spMkLst>
        </pc:spChg>
        <pc:spChg chg="mod">
          <ac:chgData name="Rodrigue YENGO" userId="9019d928-c12d-48de-bdb2-52a833805ac2" providerId="ADAL" clId="{20734E0D-FF75-44B1-9DFF-D19DBB4D069A}" dt="2026-07-24T20:18:01.796" v="49" actId="27636"/>
          <ac:spMkLst>
            <pc:docMk/>
            <pc:sldMk cId="0" sldId="264"/>
            <ac:spMk id="3" creationId="{00000000-0000-0000-0000-000000000000}"/>
          </ac:spMkLst>
        </pc:spChg>
        <pc:spChg chg="mod">
          <ac:chgData name="Rodrigue YENGO" userId="9019d928-c12d-48de-bdb2-52a833805ac2" providerId="ADAL" clId="{20734E0D-FF75-44B1-9DFF-D19DBB4D069A}" dt="2026-07-24T20:18:01.789" v="43" actId="27636"/>
          <ac:spMkLst>
            <pc:docMk/>
            <pc:sldMk cId="0" sldId="264"/>
            <ac:spMk id="4" creationId="{00000000-0000-0000-0000-000000000000}"/>
          </ac:spMkLst>
        </pc:spChg>
        <pc:spChg chg="mod">
          <ac:chgData name="Rodrigue YENGO" userId="9019d928-c12d-48de-bdb2-52a833805ac2" providerId="ADAL" clId="{20734E0D-FF75-44B1-9DFF-D19DBB4D069A}" dt="2026-07-24T20:18:01.794" v="47" actId="27636"/>
          <ac:spMkLst>
            <pc:docMk/>
            <pc:sldMk cId="0" sldId="264"/>
            <ac:spMk id="5" creationId="{00000000-0000-0000-0000-000000000000}"/>
          </ac:spMkLst>
        </pc:spChg>
        <pc:spChg chg="mod">
          <ac:chgData name="Rodrigue YENGO" userId="9019d928-c12d-48de-bdb2-52a833805ac2" providerId="ADAL" clId="{20734E0D-FF75-44B1-9DFF-D19DBB4D069A}" dt="2026-07-24T20:18:01.790" v="44" actId="27636"/>
          <ac:spMkLst>
            <pc:docMk/>
            <pc:sldMk cId="0" sldId="264"/>
            <ac:spMk id="6" creationId="{00000000-0000-0000-0000-000000000000}"/>
          </ac:spMkLst>
        </pc:spChg>
        <pc:spChg chg="mod">
          <ac:chgData name="Rodrigue YENGO" userId="9019d928-c12d-48de-bdb2-52a833805ac2" providerId="ADAL" clId="{20734E0D-FF75-44B1-9DFF-D19DBB4D069A}" dt="2026-07-24T20:18:01.795" v="48" actId="27636"/>
          <ac:spMkLst>
            <pc:docMk/>
            <pc:sldMk cId="0" sldId="264"/>
            <ac:spMk id="7" creationId="{00000000-0000-0000-0000-000000000000}"/>
          </ac:spMkLst>
        </pc:spChg>
        <pc:spChg chg="mod">
          <ac:chgData name="Rodrigue YENGO" userId="9019d928-c12d-48de-bdb2-52a833805ac2" providerId="ADAL" clId="{20734E0D-FF75-44B1-9DFF-D19DBB4D069A}" dt="2026-07-24T20:18:01.792" v="45" actId="27636"/>
          <ac:spMkLst>
            <pc:docMk/>
            <pc:sldMk cId="0" sldId="264"/>
            <ac:spMk id="8" creationId="{00000000-0000-0000-0000-000000000000}"/>
          </ac:spMkLst>
        </pc:spChg>
      </pc:sldChg>
      <pc:sldChg chg="modSp mod">
        <pc:chgData name="Rodrigue YENGO" userId="9019d928-c12d-48de-bdb2-52a833805ac2" providerId="ADAL" clId="{20734E0D-FF75-44B1-9DFF-D19DBB4D069A}" dt="2026-07-24T20:18:01.815" v="57" actId="27636"/>
        <pc:sldMkLst>
          <pc:docMk/>
          <pc:sldMk cId="0" sldId="265"/>
        </pc:sldMkLst>
        <pc:spChg chg="mod">
          <ac:chgData name="Rodrigue YENGO" userId="9019d928-c12d-48de-bdb2-52a833805ac2" providerId="ADAL" clId="{20734E0D-FF75-44B1-9DFF-D19DBB4D069A}" dt="2026-07-24T20:18:01.810" v="53" actId="27636"/>
          <ac:spMkLst>
            <pc:docMk/>
            <pc:sldMk cId="0" sldId="265"/>
            <ac:spMk id="2" creationId="{00000000-0000-0000-0000-000000000000}"/>
          </ac:spMkLst>
        </pc:spChg>
        <pc:spChg chg="mod">
          <ac:chgData name="Rodrigue YENGO" userId="9019d928-c12d-48de-bdb2-52a833805ac2" providerId="ADAL" clId="{20734E0D-FF75-44B1-9DFF-D19DBB4D069A}" dt="2026-07-24T20:18:01.809" v="52" actId="27636"/>
          <ac:spMkLst>
            <pc:docMk/>
            <pc:sldMk cId="0" sldId="265"/>
            <ac:spMk id="3" creationId="{00000000-0000-0000-0000-000000000000}"/>
          </ac:spMkLst>
        </pc:spChg>
        <pc:spChg chg="mod">
          <ac:chgData name="Rodrigue YENGO" userId="9019d928-c12d-48de-bdb2-52a833805ac2" providerId="ADAL" clId="{20734E0D-FF75-44B1-9DFF-D19DBB4D069A}" dt="2026-07-24T20:18:01.808" v="51" actId="27636"/>
          <ac:spMkLst>
            <pc:docMk/>
            <pc:sldMk cId="0" sldId="265"/>
            <ac:spMk id="4" creationId="{00000000-0000-0000-0000-000000000000}"/>
          </ac:spMkLst>
        </pc:spChg>
        <pc:spChg chg="mod">
          <ac:chgData name="Rodrigue YENGO" userId="9019d928-c12d-48de-bdb2-52a833805ac2" providerId="ADAL" clId="{20734E0D-FF75-44B1-9DFF-D19DBB4D069A}" dt="2026-07-24T20:18:01.806" v="50" actId="27636"/>
          <ac:spMkLst>
            <pc:docMk/>
            <pc:sldMk cId="0" sldId="265"/>
            <ac:spMk id="5" creationId="{00000000-0000-0000-0000-000000000000}"/>
          </ac:spMkLst>
        </pc:spChg>
        <pc:spChg chg="mod">
          <ac:chgData name="Rodrigue YENGO" userId="9019d928-c12d-48de-bdb2-52a833805ac2" providerId="ADAL" clId="{20734E0D-FF75-44B1-9DFF-D19DBB4D069A}" dt="2026-07-24T20:18:01.815" v="57" actId="27636"/>
          <ac:spMkLst>
            <pc:docMk/>
            <pc:sldMk cId="0" sldId="265"/>
            <ac:spMk id="6" creationId="{00000000-0000-0000-0000-000000000000}"/>
          </ac:spMkLst>
        </pc:spChg>
        <pc:spChg chg="mod">
          <ac:chgData name="Rodrigue YENGO" userId="9019d928-c12d-48de-bdb2-52a833805ac2" providerId="ADAL" clId="{20734E0D-FF75-44B1-9DFF-D19DBB4D069A}" dt="2026-07-24T20:18:01.813" v="55" actId="27636"/>
          <ac:spMkLst>
            <pc:docMk/>
            <pc:sldMk cId="0" sldId="265"/>
            <ac:spMk id="7" creationId="{00000000-0000-0000-0000-000000000000}"/>
          </ac:spMkLst>
        </pc:spChg>
        <pc:spChg chg="mod">
          <ac:chgData name="Rodrigue YENGO" userId="9019d928-c12d-48de-bdb2-52a833805ac2" providerId="ADAL" clId="{20734E0D-FF75-44B1-9DFF-D19DBB4D069A}" dt="2026-07-24T20:18:01.814" v="56" actId="27636"/>
          <ac:spMkLst>
            <pc:docMk/>
            <pc:sldMk cId="0" sldId="265"/>
            <ac:spMk id="8" creationId="{00000000-0000-0000-0000-000000000000}"/>
          </ac:spMkLst>
        </pc:spChg>
        <pc:spChg chg="mod">
          <ac:chgData name="Rodrigue YENGO" userId="9019d928-c12d-48de-bdb2-52a833805ac2" providerId="ADAL" clId="{20734E0D-FF75-44B1-9DFF-D19DBB4D069A}" dt="2026-07-24T20:18:01.811" v="54" actId="27636"/>
          <ac:spMkLst>
            <pc:docMk/>
            <pc:sldMk cId="0" sldId="265"/>
            <ac:spMk id="10" creationId="{00000000-0000-0000-0000-000000000000}"/>
          </ac:spMkLst>
        </pc:spChg>
      </pc:sldChg>
      <pc:sldChg chg="modSp mod">
        <pc:chgData name="Rodrigue YENGO" userId="9019d928-c12d-48de-bdb2-52a833805ac2" providerId="ADAL" clId="{20734E0D-FF75-44B1-9DFF-D19DBB4D069A}" dt="2026-07-24T20:18:01.840" v="67" actId="27636"/>
        <pc:sldMkLst>
          <pc:docMk/>
          <pc:sldMk cId="0" sldId="266"/>
        </pc:sldMkLst>
        <pc:spChg chg="mod">
          <ac:chgData name="Rodrigue YENGO" userId="9019d928-c12d-48de-bdb2-52a833805ac2" providerId="ADAL" clId="{20734E0D-FF75-44B1-9DFF-D19DBB4D069A}" dt="2026-07-24T20:18:01.830" v="59" actId="27636"/>
          <ac:spMkLst>
            <pc:docMk/>
            <pc:sldMk cId="0" sldId="266"/>
            <ac:spMk id="2" creationId="{00000000-0000-0000-0000-000000000000}"/>
          </ac:spMkLst>
        </pc:spChg>
        <pc:spChg chg="mod">
          <ac:chgData name="Rodrigue YENGO" userId="9019d928-c12d-48de-bdb2-52a833805ac2" providerId="ADAL" clId="{20734E0D-FF75-44B1-9DFF-D19DBB4D069A}" dt="2026-07-24T20:18:01.829" v="58" actId="27636"/>
          <ac:spMkLst>
            <pc:docMk/>
            <pc:sldMk cId="0" sldId="266"/>
            <ac:spMk id="3" creationId="{00000000-0000-0000-0000-000000000000}"/>
          </ac:spMkLst>
        </pc:spChg>
        <pc:spChg chg="mod">
          <ac:chgData name="Rodrigue YENGO" userId="9019d928-c12d-48de-bdb2-52a833805ac2" providerId="ADAL" clId="{20734E0D-FF75-44B1-9DFF-D19DBB4D069A}" dt="2026-07-24T20:18:01.834" v="62" actId="27636"/>
          <ac:spMkLst>
            <pc:docMk/>
            <pc:sldMk cId="0" sldId="266"/>
            <ac:spMk id="5" creationId="{00000000-0000-0000-0000-000000000000}"/>
          </ac:spMkLst>
        </pc:spChg>
        <pc:spChg chg="mod">
          <ac:chgData name="Rodrigue YENGO" userId="9019d928-c12d-48de-bdb2-52a833805ac2" providerId="ADAL" clId="{20734E0D-FF75-44B1-9DFF-D19DBB4D069A}" dt="2026-07-24T20:18:01.838" v="65" actId="27636"/>
          <ac:spMkLst>
            <pc:docMk/>
            <pc:sldMk cId="0" sldId="266"/>
            <ac:spMk id="6" creationId="{00000000-0000-0000-0000-000000000000}"/>
          </ac:spMkLst>
        </pc:spChg>
        <pc:spChg chg="mod">
          <ac:chgData name="Rodrigue YENGO" userId="9019d928-c12d-48de-bdb2-52a833805ac2" providerId="ADAL" clId="{20734E0D-FF75-44B1-9DFF-D19DBB4D069A}" dt="2026-07-24T20:18:01.836" v="64" actId="27636"/>
          <ac:spMkLst>
            <pc:docMk/>
            <pc:sldMk cId="0" sldId="266"/>
            <ac:spMk id="8" creationId="{00000000-0000-0000-0000-000000000000}"/>
          </ac:spMkLst>
        </pc:spChg>
        <pc:spChg chg="mod">
          <ac:chgData name="Rodrigue YENGO" userId="9019d928-c12d-48de-bdb2-52a833805ac2" providerId="ADAL" clId="{20734E0D-FF75-44B1-9DFF-D19DBB4D069A}" dt="2026-07-24T20:18:01.840" v="67" actId="27636"/>
          <ac:spMkLst>
            <pc:docMk/>
            <pc:sldMk cId="0" sldId="266"/>
            <ac:spMk id="9" creationId="{00000000-0000-0000-0000-000000000000}"/>
          </ac:spMkLst>
        </pc:spChg>
        <pc:spChg chg="mod">
          <ac:chgData name="Rodrigue YENGO" userId="9019d928-c12d-48de-bdb2-52a833805ac2" providerId="ADAL" clId="{20734E0D-FF75-44B1-9DFF-D19DBB4D069A}" dt="2026-07-24T20:18:01.833" v="61" actId="27636"/>
          <ac:spMkLst>
            <pc:docMk/>
            <pc:sldMk cId="0" sldId="266"/>
            <ac:spMk id="11" creationId="{00000000-0000-0000-0000-000000000000}"/>
          </ac:spMkLst>
        </pc:spChg>
        <pc:spChg chg="mod">
          <ac:chgData name="Rodrigue YENGO" userId="9019d928-c12d-48de-bdb2-52a833805ac2" providerId="ADAL" clId="{20734E0D-FF75-44B1-9DFF-D19DBB4D069A}" dt="2026-07-24T20:18:01.835" v="63" actId="27636"/>
          <ac:spMkLst>
            <pc:docMk/>
            <pc:sldMk cId="0" sldId="266"/>
            <ac:spMk id="12" creationId="{00000000-0000-0000-0000-000000000000}"/>
          </ac:spMkLst>
        </pc:spChg>
        <pc:spChg chg="mod">
          <ac:chgData name="Rodrigue YENGO" userId="9019d928-c12d-48de-bdb2-52a833805ac2" providerId="ADAL" clId="{20734E0D-FF75-44B1-9DFF-D19DBB4D069A}" dt="2026-07-24T20:18:01.839" v="66" actId="27636"/>
          <ac:spMkLst>
            <pc:docMk/>
            <pc:sldMk cId="0" sldId="266"/>
            <ac:spMk id="14" creationId="{00000000-0000-0000-0000-000000000000}"/>
          </ac:spMkLst>
        </pc:spChg>
        <pc:spChg chg="mod">
          <ac:chgData name="Rodrigue YENGO" userId="9019d928-c12d-48de-bdb2-52a833805ac2" providerId="ADAL" clId="{20734E0D-FF75-44B1-9DFF-D19DBB4D069A}" dt="2026-07-24T20:18:01.832" v="60" actId="27636"/>
          <ac:spMkLst>
            <pc:docMk/>
            <pc:sldMk cId="0" sldId="266"/>
            <ac:spMk id="15" creationId="{00000000-0000-0000-0000-000000000000}"/>
          </ac:spMkLst>
        </pc:spChg>
      </pc:sldChg>
      <pc:sldChg chg="modSp mod">
        <pc:chgData name="Rodrigue YENGO" userId="9019d928-c12d-48de-bdb2-52a833805ac2" providerId="ADAL" clId="{20734E0D-FF75-44B1-9DFF-D19DBB4D069A}" dt="2026-07-24T20:18:01.856" v="74" actId="27636"/>
        <pc:sldMkLst>
          <pc:docMk/>
          <pc:sldMk cId="0" sldId="267"/>
        </pc:sldMkLst>
        <pc:spChg chg="mod">
          <ac:chgData name="Rodrigue YENGO" userId="9019d928-c12d-48de-bdb2-52a833805ac2" providerId="ADAL" clId="{20734E0D-FF75-44B1-9DFF-D19DBB4D069A}" dt="2026-07-24T20:18:01.854" v="72" actId="27636"/>
          <ac:spMkLst>
            <pc:docMk/>
            <pc:sldMk cId="0" sldId="267"/>
            <ac:spMk id="2" creationId="{00000000-0000-0000-0000-000000000000}"/>
          </ac:spMkLst>
        </pc:spChg>
        <pc:spChg chg="mod">
          <ac:chgData name="Rodrigue YENGO" userId="9019d928-c12d-48de-bdb2-52a833805ac2" providerId="ADAL" clId="{20734E0D-FF75-44B1-9DFF-D19DBB4D069A}" dt="2026-07-24T20:18:01.848" v="68" actId="27636"/>
          <ac:spMkLst>
            <pc:docMk/>
            <pc:sldMk cId="0" sldId="267"/>
            <ac:spMk id="3" creationId="{00000000-0000-0000-0000-000000000000}"/>
          </ac:spMkLst>
        </pc:spChg>
        <pc:spChg chg="mod">
          <ac:chgData name="Rodrigue YENGO" userId="9019d928-c12d-48de-bdb2-52a833805ac2" providerId="ADAL" clId="{20734E0D-FF75-44B1-9DFF-D19DBB4D069A}" dt="2026-07-24T20:18:01.851" v="70" actId="27636"/>
          <ac:spMkLst>
            <pc:docMk/>
            <pc:sldMk cId="0" sldId="267"/>
            <ac:spMk id="5" creationId="{00000000-0000-0000-0000-000000000000}"/>
          </ac:spMkLst>
        </pc:spChg>
        <pc:spChg chg="mod">
          <ac:chgData name="Rodrigue YENGO" userId="9019d928-c12d-48de-bdb2-52a833805ac2" providerId="ADAL" clId="{20734E0D-FF75-44B1-9DFF-D19DBB4D069A}" dt="2026-07-24T20:18:01.853" v="71" actId="27636"/>
          <ac:spMkLst>
            <pc:docMk/>
            <pc:sldMk cId="0" sldId="267"/>
            <ac:spMk id="6" creationId="{00000000-0000-0000-0000-000000000000}"/>
          </ac:spMkLst>
        </pc:spChg>
        <pc:spChg chg="mod">
          <ac:chgData name="Rodrigue YENGO" userId="9019d928-c12d-48de-bdb2-52a833805ac2" providerId="ADAL" clId="{20734E0D-FF75-44B1-9DFF-D19DBB4D069A}" dt="2026-07-24T20:18:01.856" v="74" actId="27636"/>
          <ac:spMkLst>
            <pc:docMk/>
            <pc:sldMk cId="0" sldId="267"/>
            <ac:spMk id="8" creationId="{00000000-0000-0000-0000-000000000000}"/>
          </ac:spMkLst>
        </pc:spChg>
        <pc:spChg chg="mod">
          <ac:chgData name="Rodrigue YENGO" userId="9019d928-c12d-48de-bdb2-52a833805ac2" providerId="ADAL" clId="{20734E0D-FF75-44B1-9DFF-D19DBB4D069A}" dt="2026-07-24T20:18:01.855" v="73" actId="27636"/>
          <ac:spMkLst>
            <pc:docMk/>
            <pc:sldMk cId="0" sldId="267"/>
            <ac:spMk id="9" creationId="{00000000-0000-0000-0000-000000000000}"/>
          </ac:spMkLst>
        </pc:spChg>
        <pc:spChg chg="mod">
          <ac:chgData name="Rodrigue YENGO" userId="9019d928-c12d-48de-bdb2-52a833805ac2" providerId="ADAL" clId="{20734E0D-FF75-44B1-9DFF-D19DBB4D069A}" dt="2026-07-24T20:18:01.850" v="69" actId="27636"/>
          <ac:spMkLst>
            <pc:docMk/>
            <pc:sldMk cId="0" sldId="267"/>
            <ac:spMk id="10" creationId="{00000000-0000-0000-0000-000000000000}"/>
          </ac:spMkLst>
        </pc:spChg>
      </pc:sldChg>
      <pc:sldChg chg="modSp mod">
        <pc:chgData name="Rodrigue YENGO" userId="9019d928-c12d-48de-bdb2-52a833805ac2" providerId="ADAL" clId="{20734E0D-FF75-44B1-9DFF-D19DBB4D069A}" dt="2026-07-24T20:18:01.878" v="84" actId="27636"/>
        <pc:sldMkLst>
          <pc:docMk/>
          <pc:sldMk cId="0" sldId="268"/>
        </pc:sldMkLst>
        <pc:spChg chg="mod">
          <ac:chgData name="Rodrigue YENGO" userId="9019d928-c12d-48de-bdb2-52a833805ac2" providerId="ADAL" clId="{20734E0D-FF75-44B1-9DFF-D19DBB4D069A}" dt="2026-07-24T20:18:01.873" v="79" actId="27636"/>
          <ac:spMkLst>
            <pc:docMk/>
            <pc:sldMk cId="0" sldId="268"/>
            <ac:spMk id="3" creationId="{00000000-0000-0000-0000-000000000000}"/>
          </ac:spMkLst>
        </pc:spChg>
        <pc:spChg chg="mod">
          <ac:chgData name="Rodrigue YENGO" userId="9019d928-c12d-48de-bdb2-52a833805ac2" providerId="ADAL" clId="{20734E0D-FF75-44B1-9DFF-D19DBB4D069A}" dt="2026-07-24T20:18:01.867" v="75" actId="27636"/>
          <ac:spMkLst>
            <pc:docMk/>
            <pc:sldMk cId="0" sldId="268"/>
            <ac:spMk id="4" creationId="{00000000-0000-0000-0000-000000000000}"/>
          </ac:spMkLst>
        </pc:spChg>
        <pc:spChg chg="mod">
          <ac:chgData name="Rodrigue YENGO" userId="9019d928-c12d-48de-bdb2-52a833805ac2" providerId="ADAL" clId="{20734E0D-FF75-44B1-9DFF-D19DBB4D069A}" dt="2026-07-24T20:18:01.871" v="77" actId="27636"/>
          <ac:spMkLst>
            <pc:docMk/>
            <pc:sldMk cId="0" sldId="268"/>
            <ac:spMk id="5" creationId="{00000000-0000-0000-0000-000000000000}"/>
          </ac:spMkLst>
        </pc:spChg>
        <pc:spChg chg="mod">
          <ac:chgData name="Rodrigue YENGO" userId="9019d928-c12d-48de-bdb2-52a833805ac2" providerId="ADAL" clId="{20734E0D-FF75-44B1-9DFF-D19DBB4D069A}" dt="2026-07-24T20:18:01.874" v="80" actId="27636"/>
          <ac:spMkLst>
            <pc:docMk/>
            <pc:sldMk cId="0" sldId="268"/>
            <ac:spMk id="6" creationId="{00000000-0000-0000-0000-000000000000}"/>
          </ac:spMkLst>
        </pc:spChg>
        <pc:spChg chg="mod">
          <ac:chgData name="Rodrigue YENGO" userId="9019d928-c12d-48de-bdb2-52a833805ac2" providerId="ADAL" clId="{20734E0D-FF75-44B1-9DFF-D19DBB4D069A}" dt="2026-07-24T20:18:01.871" v="78" actId="27636"/>
          <ac:spMkLst>
            <pc:docMk/>
            <pc:sldMk cId="0" sldId="268"/>
            <ac:spMk id="7" creationId="{00000000-0000-0000-0000-000000000000}"/>
          </ac:spMkLst>
        </pc:spChg>
        <pc:spChg chg="mod">
          <ac:chgData name="Rodrigue YENGO" userId="9019d928-c12d-48de-bdb2-52a833805ac2" providerId="ADAL" clId="{20734E0D-FF75-44B1-9DFF-D19DBB4D069A}" dt="2026-07-24T20:18:01.876" v="82" actId="27636"/>
          <ac:spMkLst>
            <pc:docMk/>
            <pc:sldMk cId="0" sldId="268"/>
            <ac:spMk id="8" creationId="{00000000-0000-0000-0000-000000000000}"/>
          </ac:spMkLst>
        </pc:spChg>
        <pc:spChg chg="mod">
          <ac:chgData name="Rodrigue YENGO" userId="9019d928-c12d-48de-bdb2-52a833805ac2" providerId="ADAL" clId="{20734E0D-FF75-44B1-9DFF-D19DBB4D069A}" dt="2026-07-24T20:18:01.869" v="76" actId="27636"/>
          <ac:spMkLst>
            <pc:docMk/>
            <pc:sldMk cId="0" sldId="268"/>
            <ac:spMk id="9" creationId="{00000000-0000-0000-0000-000000000000}"/>
          </ac:spMkLst>
        </pc:spChg>
        <pc:spChg chg="mod">
          <ac:chgData name="Rodrigue YENGO" userId="9019d928-c12d-48de-bdb2-52a833805ac2" providerId="ADAL" clId="{20734E0D-FF75-44B1-9DFF-D19DBB4D069A}" dt="2026-07-24T20:18:01.877" v="83" actId="27636"/>
          <ac:spMkLst>
            <pc:docMk/>
            <pc:sldMk cId="0" sldId="268"/>
            <ac:spMk id="11" creationId="{00000000-0000-0000-0000-000000000000}"/>
          </ac:spMkLst>
        </pc:spChg>
        <pc:spChg chg="mod">
          <ac:chgData name="Rodrigue YENGO" userId="9019d928-c12d-48de-bdb2-52a833805ac2" providerId="ADAL" clId="{20734E0D-FF75-44B1-9DFF-D19DBB4D069A}" dt="2026-07-24T20:18:01.878" v="84" actId="27636"/>
          <ac:spMkLst>
            <pc:docMk/>
            <pc:sldMk cId="0" sldId="268"/>
            <ac:spMk id="12" creationId="{00000000-0000-0000-0000-000000000000}"/>
          </ac:spMkLst>
        </pc:spChg>
        <pc:spChg chg="mod">
          <ac:chgData name="Rodrigue YENGO" userId="9019d928-c12d-48de-bdb2-52a833805ac2" providerId="ADAL" clId="{20734E0D-FF75-44B1-9DFF-D19DBB4D069A}" dt="2026-07-24T20:18:01.875" v="81" actId="27636"/>
          <ac:spMkLst>
            <pc:docMk/>
            <pc:sldMk cId="0" sldId="268"/>
            <ac:spMk id="13" creationId="{00000000-0000-0000-0000-000000000000}"/>
          </ac:spMkLst>
        </pc:spChg>
      </pc:sldChg>
      <pc:sldChg chg="modSp mod">
        <pc:chgData name="Rodrigue YENGO" userId="9019d928-c12d-48de-bdb2-52a833805ac2" providerId="ADAL" clId="{20734E0D-FF75-44B1-9DFF-D19DBB4D069A}" dt="2026-07-24T20:18:01.902" v="94" actId="27636"/>
        <pc:sldMkLst>
          <pc:docMk/>
          <pc:sldMk cId="0" sldId="269"/>
        </pc:sldMkLst>
        <pc:spChg chg="mod">
          <ac:chgData name="Rodrigue YENGO" userId="9019d928-c12d-48de-bdb2-52a833805ac2" providerId="ADAL" clId="{20734E0D-FF75-44B1-9DFF-D19DBB4D069A}" dt="2026-07-24T20:18:01.893" v="86" actId="27636"/>
          <ac:spMkLst>
            <pc:docMk/>
            <pc:sldMk cId="0" sldId="269"/>
            <ac:spMk id="3" creationId="{00000000-0000-0000-0000-000000000000}"/>
          </ac:spMkLst>
        </pc:spChg>
        <pc:spChg chg="mod">
          <ac:chgData name="Rodrigue YENGO" userId="9019d928-c12d-48de-bdb2-52a833805ac2" providerId="ADAL" clId="{20734E0D-FF75-44B1-9DFF-D19DBB4D069A}" dt="2026-07-24T20:18:01.896" v="89" actId="27636"/>
          <ac:spMkLst>
            <pc:docMk/>
            <pc:sldMk cId="0" sldId="269"/>
            <ac:spMk id="4" creationId="{00000000-0000-0000-0000-000000000000}"/>
          </ac:spMkLst>
        </pc:spChg>
        <pc:spChg chg="mod">
          <ac:chgData name="Rodrigue YENGO" userId="9019d928-c12d-48de-bdb2-52a833805ac2" providerId="ADAL" clId="{20734E0D-FF75-44B1-9DFF-D19DBB4D069A}" dt="2026-07-24T20:18:01.891" v="85" actId="27636"/>
          <ac:spMkLst>
            <pc:docMk/>
            <pc:sldMk cId="0" sldId="269"/>
            <ac:spMk id="5" creationId="{00000000-0000-0000-0000-000000000000}"/>
          </ac:spMkLst>
        </pc:spChg>
        <pc:spChg chg="mod">
          <ac:chgData name="Rodrigue YENGO" userId="9019d928-c12d-48de-bdb2-52a833805ac2" providerId="ADAL" clId="{20734E0D-FF75-44B1-9DFF-D19DBB4D069A}" dt="2026-07-24T20:18:01.898" v="91" actId="27636"/>
          <ac:spMkLst>
            <pc:docMk/>
            <pc:sldMk cId="0" sldId="269"/>
            <ac:spMk id="6" creationId="{00000000-0000-0000-0000-000000000000}"/>
          </ac:spMkLst>
        </pc:spChg>
        <pc:spChg chg="mod">
          <ac:chgData name="Rodrigue YENGO" userId="9019d928-c12d-48de-bdb2-52a833805ac2" providerId="ADAL" clId="{20734E0D-FF75-44B1-9DFF-D19DBB4D069A}" dt="2026-07-24T20:18:01.895" v="88" actId="27636"/>
          <ac:spMkLst>
            <pc:docMk/>
            <pc:sldMk cId="0" sldId="269"/>
            <ac:spMk id="7" creationId="{00000000-0000-0000-0000-000000000000}"/>
          </ac:spMkLst>
        </pc:spChg>
        <pc:spChg chg="mod">
          <ac:chgData name="Rodrigue YENGO" userId="9019d928-c12d-48de-bdb2-52a833805ac2" providerId="ADAL" clId="{20734E0D-FF75-44B1-9DFF-D19DBB4D069A}" dt="2026-07-24T20:18:01.894" v="87" actId="27636"/>
          <ac:spMkLst>
            <pc:docMk/>
            <pc:sldMk cId="0" sldId="269"/>
            <ac:spMk id="8" creationId="{00000000-0000-0000-0000-000000000000}"/>
          </ac:spMkLst>
        </pc:spChg>
        <pc:spChg chg="mod">
          <ac:chgData name="Rodrigue YENGO" userId="9019d928-c12d-48de-bdb2-52a833805ac2" providerId="ADAL" clId="{20734E0D-FF75-44B1-9DFF-D19DBB4D069A}" dt="2026-07-24T20:18:01.897" v="90" actId="27636"/>
          <ac:spMkLst>
            <pc:docMk/>
            <pc:sldMk cId="0" sldId="269"/>
            <ac:spMk id="9" creationId="{00000000-0000-0000-0000-000000000000}"/>
          </ac:spMkLst>
        </pc:spChg>
        <pc:spChg chg="mod">
          <ac:chgData name="Rodrigue YENGO" userId="9019d928-c12d-48de-bdb2-52a833805ac2" providerId="ADAL" clId="{20734E0D-FF75-44B1-9DFF-D19DBB4D069A}" dt="2026-07-24T20:18:01.900" v="93" actId="27636"/>
          <ac:spMkLst>
            <pc:docMk/>
            <pc:sldMk cId="0" sldId="269"/>
            <ac:spMk id="10" creationId="{00000000-0000-0000-0000-000000000000}"/>
          </ac:spMkLst>
        </pc:spChg>
        <pc:spChg chg="mod">
          <ac:chgData name="Rodrigue YENGO" userId="9019d928-c12d-48de-bdb2-52a833805ac2" providerId="ADAL" clId="{20734E0D-FF75-44B1-9DFF-D19DBB4D069A}" dt="2026-07-24T20:18:01.899" v="92" actId="27636"/>
          <ac:spMkLst>
            <pc:docMk/>
            <pc:sldMk cId="0" sldId="269"/>
            <ac:spMk id="11" creationId="{00000000-0000-0000-0000-000000000000}"/>
          </ac:spMkLst>
        </pc:spChg>
        <pc:spChg chg="mod">
          <ac:chgData name="Rodrigue YENGO" userId="9019d928-c12d-48de-bdb2-52a833805ac2" providerId="ADAL" clId="{20734E0D-FF75-44B1-9DFF-D19DBB4D069A}" dt="2026-07-24T20:18:01.902" v="94" actId="27636"/>
          <ac:spMkLst>
            <pc:docMk/>
            <pc:sldMk cId="0" sldId="269"/>
            <ac:spMk id="12" creationId="{00000000-0000-0000-0000-000000000000}"/>
          </ac:spMkLst>
        </pc:spChg>
      </pc:sldChg>
      <pc:sldChg chg="modSp mod">
        <pc:chgData name="Rodrigue YENGO" userId="9019d928-c12d-48de-bdb2-52a833805ac2" providerId="ADAL" clId="{20734E0D-FF75-44B1-9DFF-D19DBB4D069A}" dt="2026-07-24T20:18:01.921" v="102" actId="27636"/>
        <pc:sldMkLst>
          <pc:docMk/>
          <pc:sldMk cId="0" sldId="270"/>
        </pc:sldMkLst>
        <pc:spChg chg="mod">
          <ac:chgData name="Rodrigue YENGO" userId="9019d928-c12d-48de-bdb2-52a833805ac2" providerId="ADAL" clId="{20734E0D-FF75-44B1-9DFF-D19DBB4D069A}" dt="2026-07-24T20:18:01.917" v="99" actId="27636"/>
          <ac:spMkLst>
            <pc:docMk/>
            <pc:sldMk cId="0" sldId="270"/>
            <ac:spMk id="2" creationId="{00000000-0000-0000-0000-000000000000}"/>
          </ac:spMkLst>
        </pc:spChg>
        <pc:spChg chg="mod">
          <ac:chgData name="Rodrigue YENGO" userId="9019d928-c12d-48de-bdb2-52a833805ac2" providerId="ADAL" clId="{20734E0D-FF75-44B1-9DFF-D19DBB4D069A}" dt="2026-07-24T20:18:01.911" v="95" actId="27636"/>
          <ac:spMkLst>
            <pc:docMk/>
            <pc:sldMk cId="0" sldId="270"/>
            <ac:spMk id="4" creationId="{00000000-0000-0000-0000-000000000000}"/>
          </ac:spMkLst>
        </pc:spChg>
        <pc:spChg chg="mod">
          <ac:chgData name="Rodrigue YENGO" userId="9019d928-c12d-48de-bdb2-52a833805ac2" providerId="ADAL" clId="{20734E0D-FF75-44B1-9DFF-D19DBB4D069A}" dt="2026-07-24T20:18:01.921" v="102" actId="27636"/>
          <ac:spMkLst>
            <pc:docMk/>
            <pc:sldMk cId="0" sldId="270"/>
            <ac:spMk id="5" creationId="{00000000-0000-0000-0000-000000000000}"/>
          </ac:spMkLst>
        </pc:spChg>
        <pc:spChg chg="mod">
          <ac:chgData name="Rodrigue YENGO" userId="9019d928-c12d-48de-bdb2-52a833805ac2" providerId="ADAL" clId="{20734E0D-FF75-44B1-9DFF-D19DBB4D069A}" dt="2026-07-24T20:18:01.914" v="97" actId="27636"/>
          <ac:spMkLst>
            <pc:docMk/>
            <pc:sldMk cId="0" sldId="270"/>
            <ac:spMk id="7" creationId="{00000000-0000-0000-0000-000000000000}"/>
          </ac:spMkLst>
        </pc:spChg>
        <pc:spChg chg="mod">
          <ac:chgData name="Rodrigue YENGO" userId="9019d928-c12d-48de-bdb2-52a833805ac2" providerId="ADAL" clId="{20734E0D-FF75-44B1-9DFF-D19DBB4D069A}" dt="2026-07-24T20:18:01.916" v="98" actId="27636"/>
          <ac:spMkLst>
            <pc:docMk/>
            <pc:sldMk cId="0" sldId="270"/>
            <ac:spMk id="8" creationId="{00000000-0000-0000-0000-000000000000}"/>
          </ac:spMkLst>
        </pc:spChg>
        <pc:spChg chg="mod">
          <ac:chgData name="Rodrigue YENGO" userId="9019d928-c12d-48de-bdb2-52a833805ac2" providerId="ADAL" clId="{20734E0D-FF75-44B1-9DFF-D19DBB4D069A}" dt="2026-07-24T20:18:01.920" v="101" actId="27636"/>
          <ac:spMkLst>
            <pc:docMk/>
            <pc:sldMk cId="0" sldId="270"/>
            <ac:spMk id="10" creationId="{00000000-0000-0000-0000-000000000000}"/>
          </ac:spMkLst>
        </pc:spChg>
        <pc:spChg chg="mod">
          <ac:chgData name="Rodrigue YENGO" userId="9019d928-c12d-48de-bdb2-52a833805ac2" providerId="ADAL" clId="{20734E0D-FF75-44B1-9DFF-D19DBB4D069A}" dt="2026-07-24T20:18:01.913" v="96" actId="27636"/>
          <ac:spMkLst>
            <pc:docMk/>
            <pc:sldMk cId="0" sldId="270"/>
            <ac:spMk id="11" creationId="{00000000-0000-0000-0000-000000000000}"/>
          </ac:spMkLst>
        </pc:spChg>
        <pc:spChg chg="mod">
          <ac:chgData name="Rodrigue YENGO" userId="9019d928-c12d-48de-bdb2-52a833805ac2" providerId="ADAL" clId="{20734E0D-FF75-44B1-9DFF-D19DBB4D069A}" dt="2026-07-24T20:18:01.918" v="100" actId="27636"/>
          <ac:spMkLst>
            <pc:docMk/>
            <pc:sldMk cId="0" sldId="270"/>
            <ac:spMk id="12" creationId="{00000000-0000-0000-0000-000000000000}"/>
          </ac:spMkLst>
        </pc:spChg>
      </pc:sldChg>
      <pc:sldChg chg="modSp mod">
        <pc:chgData name="Rodrigue YENGO" userId="9019d928-c12d-48de-bdb2-52a833805ac2" providerId="ADAL" clId="{20734E0D-FF75-44B1-9DFF-D19DBB4D069A}" dt="2026-07-24T20:18:01.948" v="109" actId="27636"/>
        <pc:sldMkLst>
          <pc:docMk/>
          <pc:sldMk cId="0" sldId="271"/>
        </pc:sldMkLst>
        <pc:spChg chg="mod">
          <ac:chgData name="Rodrigue YENGO" userId="9019d928-c12d-48de-bdb2-52a833805ac2" providerId="ADAL" clId="{20734E0D-FF75-44B1-9DFF-D19DBB4D069A}" dt="2026-07-24T20:18:01.942" v="104" actId="27636"/>
          <ac:spMkLst>
            <pc:docMk/>
            <pc:sldMk cId="0" sldId="271"/>
            <ac:spMk id="2" creationId="{00000000-0000-0000-0000-000000000000}"/>
          </ac:spMkLst>
        </pc:spChg>
        <pc:spChg chg="mod">
          <ac:chgData name="Rodrigue YENGO" userId="9019d928-c12d-48de-bdb2-52a833805ac2" providerId="ADAL" clId="{20734E0D-FF75-44B1-9DFF-D19DBB4D069A}" dt="2026-07-24T20:18:01.945" v="107" actId="27636"/>
          <ac:spMkLst>
            <pc:docMk/>
            <pc:sldMk cId="0" sldId="271"/>
            <ac:spMk id="3" creationId="{00000000-0000-0000-0000-000000000000}"/>
          </ac:spMkLst>
        </pc:spChg>
        <pc:spChg chg="mod">
          <ac:chgData name="Rodrigue YENGO" userId="9019d928-c12d-48de-bdb2-52a833805ac2" providerId="ADAL" clId="{20734E0D-FF75-44B1-9DFF-D19DBB4D069A}" dt="2026-07-24T20:18:01.944" v="106" actId="27636"/>
          <ac:spMkLst>
            <pc:docMk/>
            <pc:sldMk cId="0" sldId="271"/>
            <ac:spMk id="4" creationId="{00000000-0000-0000-0000-000000000000}"/>
          </ac:spMkLst>
        </pc:spChg>
        <pc:spChg chg="mod">
          <ac:chgData name="Rodrigue YENGO" userId="9019d928-c12d-48de-bdb2-52a833805ac2" providerId="ADAL" clId="{20734E0D-FF75-44B1-9DFF-D19DBB4D069A}" dt="2026-07-24T20:18:01.947" v="108" actId="27636"/>
          <ac:spMkLst>
            <pc:docMk/>
            <pc:sldMk cId="0" sldId="271"/>
            <ac:spMk id="5" creationId="{00000000-0000-0000-0000-000000000000}"/>
          </ac:spMkLst>
        </pc:spChg>
        <pc:spChg chg="mod">
          <ac:chgData name="Rodrigue YENGO" userId="9019d928-c12d-48de-bdb2-52a833805ac2" providerId="ADAL" clId="{20734E0D-FF75-44B1-9DFF-D19DBB4D069A}" dt="2026-07-24T20:18:01.948" v="109" actId="27636"/>
          <ac:spMkLst>
            <pc:docMk/>
            <pc:sldMk cId="0" sldId="271"/>
            <ac:spMk id="6" creationId="{00000000-0000-0000-0000-000000000000}"/>
          </ac:spMkLst>
        </pc:spChg>
        <pc:spChg chg="mod">
          <ac:chgData name="Rodrigue YENGO" userId="9019d928-c12d-48de-bdb2-52a833805ac2" providerId="ADAL" clId="{20734E0D-FF75-44B1-9DFF-D19DBB4D069A}" dt="2026-07-24T20:18:01.940" v="103" actId="27636"/>
          <ac:spMkLst>
            <pc:docMk/>
            <pc:sldMk cId="0" sldId="271"/>
            <ac:spMk id="7" creationId="{00000000-0000-0000-0000-000000000000}"/>
          </ac:spMkLst>
        </pc:spChg>
        <pc:spChg chg="mod">
          <ac:chgData name="Rodrigue YENGO" userId="9019d928-c12d-48de-bdb2-52a833805ac2" providerId="ADAL" clId="{20734E0D-FF75-44B1-9DFF-D19DBB4D069A}" dt="2026-07-24T20:18:01.943" v="105" actId="27636"/>
          <ac:spMkLst>
            <pc:docMk/>
            <pc:sldMk cId="0" sldId="271"/>
            <ac:spMk id="8" creationId="{00000000-0000-0000-0000-000000000000}"/>
          </ac:spMkLst>
        </pc:spChg>
      </pc:sldChg>
      <pc:sldChg chg="modSp mod">
        <pc:chgData name="Rodrigue YENGO" userId="9019d928-c12d-48de-bdb2-52a833805ac2" providerId="ADAL" clId="{20734E0D-FF75-44B1-9DFF-D19DBB4D069A}" dt="2026-07-24T20:18:01.966" v="118" actId="27636"/>
        <pc:sldMkLst>
          <pc:docMk/>
          <pc:sldMk cId="0" sldId="272"/>
        </pc:sldMkLst>
        <pc:spChg chg="mod">
          <ac:chgData name="Rodrigue YENGO" userId="9019d928-c12d-48de-bdb2-52a833805ac2" providerId="ADAL" clId="{20734E0D-FF75-44B1-9DFF-D19DBB4D069A}" dt="2026-07-24T20:18:01.965" v="117" actId="27636"/>
          <ac:spMkLst>
            <pc:docMk/>
            <pc:sldMk cId="0" sldId="272"/>
            <ac:spMk id="2" creationId="{00000000-0000-0000-0000-000000000000}"/>
          </ac:spMkLst>
        </pc:spChg>
        <pc:spChg chg="mod">
          <ac:chgData name="Rodrigue YENGO" userId="9019d928-c12d-48de-bdb2-52a833805ac2" providerId="ADAL" clId="{20734E0D-FF75-44B1-9DFF-D19DBB4D069A}" dt="2026-07-24T20:18:01.955" v="110" actId="27636"/>
          <ac:spMkLst>
            <pc:docMk/>
            <pc:sldMk cId="0" sldId="272"/>
            <ac:spMk id="3" creationId="{00000000-0000-0000-0000-000000000000}"/>
          </ac:spMkLst>
        </pc:spChg>
        <pc:spChg chg="mod">
          <ac:chgData name="Rodrigue YENGO" userId="9019d928-c12d-48de-bdb2-52a833805ac2" providerId="ADAL" clId="{20734E0D-FF75-44B1-9DFF-D19DBB4D069A}" dt="2026-07-24T20:18:01.961" v="113" actId="27636"/>
          <ac:spMkLst>
            <pc:docMk/>
            <pc:sldMk cId="0" sldId="272"/>
            <ac:spMk id="4" creationId="{00000000-0000-0000-0000-000000000000}"/>
          </ac:spMkLst>
        </pc:spChg>
        <pc:spChg chg="mod">
          <ac:chgData name="Rodrigue YENGO" userId="9019d928-c12d-48de-bdb2-52a833805ac2" providerId="ADAL" clId="{20734E0D-FF75-44B1-9DFF-D19DBB4D069A}" dt="2026-07-24T20:18:01.962" v="114" actId="27636"/>
          <ac:spMkLst>
            <pc:docMk/>
            <pc:sldMk cId="0" sldId="272"/>
            <ac:spMk id="5" creationId="{00000000-0000-0000-0000-000000000000}"/>
          </ac:spMkLst>
        </pc:spChg>
        <pc:spChg chg="mod">
          <ac:chgData name="Rodrigue YENGO" userId="9019d928-c12d-48de-bdb2-52a833805ac2" providerId="ADAL" clId="{20734E0D-FF75-44B1-9DFF-D19DBB4D069A}" dt="2026-07-24T20:18:01.957" v="111" actId="27636"/>
          <ac:spMkLst>
            <pc:docMk/>
            <pc:sldMk cId="0" sldId="272"/>
            <ac:spMk id="6" creationId="{00000000-0000-0000-0000-000000000000}"/>
          </ac:spMkLst>
        </pc:spChg>
        <pc:spChg chg="mod">
          <ac:chgData name="Rodrigue YENGO" userId="9019d928-c12d-48de-bdb2-52a833805ac2" providerId="ADAL" clId="{20734E0D-FF75-44B1-9DFF-D19DBB4D069A}" dt="2026-07-24T20:18:01.964" v="116" actId="27636"/>
          <ac:spMkLst>
            <pc:docMk/>
            <pc:sldMk cId="0" sldId="272"/>
            <ac:spMk id="7" creationId="{00000000-0000-0000-0000-000000000000}"/>
          </ac:spMkLst>
        </pc:spChg>
        <pc:spChg chg="mod">
          <ac:chgData name="Rodrigue YENGO" userId="9019d928-c12d-48de-bdb2-52a833805ac2" providerId="ADAL" clId="{20734E0D-FF75-44B1-9DFF-D19DBB4D069A}" dt="2026-07-24T20:18:01.963" v="115" actId="27636"/>
          <ac:spMkLst>
            <pc:docMk/>
            <pc:sldMk cId="0" sldId="272"/>
            <ac:spMk id="8" creationId="{00000000-0000-0000-0000-000000000000}"/>
          </ac:spMkLst>
        </pc:spChg>
        <pc:spChg chg="mod">
          <ac:chgData name="Rodrigue YENGO" userId="9019d928-c12d-48de-bdb2-52a833805ac2" providerId="ADAL" clId="{20734E0D-FF75-44B1-9DFF-D19DBB4D069A}" dt="2026-07-24T20:18:01.958" v="112" actId="27636"/>
          <ac:spMkLst>
            <pc:docMk/>
            <pc:sldMk cId="0" sldId="272"/>
            <ac:spMk id="9" creationId="{00000000-0000-0000-0000-000000000000}"/>
          </ac:spMkLst>
        </pc:spChg>
        <pc:spChg chg="mod">
          <ac:chgData name="Rodrigue YENGO" userId="9019d928-c12d-48de-bdb2-52a833805ac2" providerId="ADAL" clId="{20734E0D-FF75-44B1-9DFF-D19DBB4D069A}" dt="2026-07-24T20:18:01.966" v="118" actId="27636"/>
          <ac:spMkLst>
            <pc:docMk/>
            <pc:sldMk cId="0" sldId="272"/>
            <ac:spMk id="10" creationId="{00000000-0000-0000-0000-000000000000}"/>
          </ac:spMkLst>
        </pc:spChg>
      </pc:sldChg>
      <pc:sldChg chg="modSp mod">
        <pc:chgData name="Rodrigue YENGO" userId="9019d928-c12d-48de-bdb2-52a833805ac2" providerId="ADAL" clId="{20734E0D-FF75-44B1-9DFF-D19DBB4D069A}" dt="2026-07-24T20:18:01.990" v="128" actId="27636"/>
        <pc:sldMkLst>
          <pc:docMk/>
          <pc:sldMk cId="0" sldId="273"/>
        </pc:sldMkLst>
        <pc:spChg chg="mod">
          <ac:chgData name="Rodrigue YENGO" userId="9019d928-c12d-48de-bdb2-52a833805ac2" providerId="ADAL" clId="{20734E0D-FF75-44B1-9DFF-D19DBB4D069A}" dt="2026-07-24T20:18:01.978" v="121" actId="27636"/>
          <ac:spMkLst>
            <pc:docMk/>
            <pc:sldMk cId="0" sldId="273"/>
            <ac:spMk id="2" creationId="{00000000-0000-0000-0000-000000000000}"/>
          </ac:spMkLst>
        </pc:spChg>
        <pc:spChg chg="mod">
          <ac:chgData name="Rodrigue YENGO" userId="9019d928-c12d-48de-bdb2-52a833805ac2" providerId="ADAL" clId="{20734E0D-FF75-44B1-9DFF-D19DBB4D069A}" dt="2026-07-24T20:18:01.975" v="119" actId="27636"/>
          <ac:spMkLst>
            <pc:docMk/>
            <pc:sldMk cId="0" sldId="273"/>
            <ac:spMk id="3" creationId="{00000000-0000-0000-0000-000000000000}"/>
          </ac:spMkLst>
        </pc:spChg>
        <pc:spChg chg="mod">
          <ac:chgData name="Rodrigue YENGO" userId="9019d928-c12d-48de-bdb2-52a833805ac2" providerId="ADAL" clId="{20734E0D-FF75-44B1-9DFF-D19DBB4D069A}" dt="2026-07-24T20:18:01.980" v="123" actId="27636"/>
          <ac:spMkLst>
            <pc:docMk/>
            <pc:sldMk cId="0" sldId="273"/>
            <ac:spMk id="5" creationId="{00000000-0000-0000-0000-000000000000}"/>
          </ac:spMkLst>
        </pc:spChg>
        <pc:spChg chg="mod">
          <ac:chgData name="Rodrigue YENGO" userId="9019d928-c12d-48de-bdb2-52a833805ac2" providerId="ADAL" clId="{20734E0D-FF75-44B1-9DFF-D19DBB4D069A}" dt="2026-07-24T20:18:01.983" v="126" actId="27636"/>
          <ac:spMkLst>
            <pc:docMk/>
            <pc:sldMk cId="0" sldId="273"/>
            <ac:spMk id="6" creationId="{00000000-0000-0000-0000-000000000000}"/>
          </ac:spMkLst>
        </pc:spChg>
        <pc:spChg chg="mod">
          <ac:chgData name="Rodrigue YENGO" userId="9019d928-c12d-48de-bdb2-52a833805ac2" providerId="ADAL" clId="{20734E0D-FF75-44B1-9DFF-D19DBB4D069A}" dt="2026-07-24T20:18:01.979" v="122" actId="27636"/>
          <ac:spMkLst>
            <pc:docMk/>
            <pc:sldMk cId="0" sldId="273"/>
            <ac:spMk id="8" creationId="{00000000-0000-0000-0000-000000000000}"/>
          </ac:spMkLst>
        </pc:spChg>
        <pc:spChg chg="mod">
          <ac:chgData name="Rodrigue YENGO" userId="9019d928-c12d-48de-bdb2-52a833805ac2" providerId="ADAL" clId="{20734E0D-FF75-44B1-9DFF-D19DBB4D069A}" dt="2026-07-24T20:18:01.976" v="120" actId="27636"/>
          <ac:spMkLst>
            <pc:docMk/>
            <pc:sldMk cId="0" sldId="273"/>
            <ac:spMk id="9" creationId="{00000000-0000-0000-0000-000000000000}"/>
          </ac:spMkLst>
        </pc:spChg>
        <pc:spChg chg="mod">
          <ac:chgData name="Rodrigue YENGO" userId="9019d928-c12d-48de-bdb2-52a833805ac2" providerId="ADAL" clId="{20734E0D-FF75-44B1-9DFF-D19DBB4D069A}" dt="2026-07-24T20:18:01.988" v="127" actId="27636"/>
          <ac:spMkLst>
            <pc:docMk/>
            <pc:sldMk cId="0" sldId="273"/>
            <ac:spMk id="11" creationId="{00000000-0000-0000-0000-000000000000}"/>
          </ac:spMkLst>
        </pc:spChg>
        <pc:spChg chg="mod">
          <ac:chgData name="Rodrigue YENGO" userId="9019d928-c12d-48de-bdb2-52a833805ac2" providerId="ADAL" clId="{20734E0D-FF75-44B1-9DFF-D19DBB4D069A}" dt="2026-07-24T20:18:01.990" v="128" actId="27636"/>
          <ac:spMkLst>
            <pc:docMk/>
            <pc:sldMk cId="0" sldId="273"/>
            <ac:spMk id="12" creationId="{00000000-0000-0000-0000-000000000000}"/>
          </ac:spMkLst>
        </pc:spChg>
        <pc:spChg chg="mod">
          <ac:chgData name="Rodrigue YENGO" userId="9019d928-c12d-48de-bdb2-52a833805ac2" providerId="ADAL" clId="{20734E0D-FF75-44B1-9DFF-D19DBB4D069A}" dt="2026-07-24T20:18:01.981" v="124" actId="27636"/>
          <ac:spMkLst>
            <pc:docMk/>
            <pc:sldMk cId="0" sldId="273"/>
            <ac:spMk id="14" creationId="{00000000-0000-0000-0000-000000000000}"/>
          </ac:spMkLst>
        </pc:spChg>
        <pc:spChg chg="mod">
          <ac:chgData name="Rodrigue YENGO" userId="9019d928-c12d-48de-bdb2-52a833805ac2" providerId="ADAL" clId="{20734E0D-FF75-44B1-9DFF-D19DBB4D069A}" dt="2026-07-24T20:18:01.982" v="125" actId="27636"/>
          <ac:spMkLst>
            <pc:docMk/>
            <pc:sldMk cId="0" sldId="273"/>
            <ac:spMk id="15" creationId="{00000000-0000-0000-0000-000000000000}"/>
          </ac:spMkLst>
        </pc:spChg>
      </pc:sldChg>
      <pc:sldChg chg="modSp mod">
        <pc:chgData name="Rodrigue YENGO" userId="9019d928-c12d-48de-bdb2-52a833805ac2" providerId="ADAL" clId="{20734E0D-FF75-44B1-9DFF-D19DBB4D069A}" dt="2026-07-24T20:18:02.007" v="136" actId="27636"/>
        <pc:sldMkLst>
          <pc:docMk/>
          <pc:sldMk cId="0" sldId="274"/>
        </pc:sldMkLst>
        <pc:spChg chg="mod">
          <ac:chgData name="Rodrigue YENGO" userId="9019d928-c12d-48de-bdb2-52a833805ac2" providerId="ADAL" clId="{20734E0D-FF75-44B1-9DFF-D19DBB4D069A}" dt="2026-07-24T20:18:02.006" v="135" actId="27636"/>
          <ac:spMkLst>
            <pc:docMk/>
            <pc:sldMk cId="0" sldId="274"/>
            <ac:spMk id="2" creationId="{00000000-0000-0000-0000-000000000000}"/>
          </ac:spMkLst>
        </pc:spChg>
        <pc:spChg chg="mod">
          <ac:chgData name="Rodrigue YENGO" userId="9019d928-c12d-48de-bdb2-52a833805ac2" providerId="ADAL" clId="{20734E0D-FF75-44B1-9DFF-D19DBB4D069A}" dt="2026-07-24T20:18:01.997" v="129" actId="27636"/>
          <ac:spMkLst>
            <pc:docMk/>
            <pc:sldMk cId="0" sldId="274"/>
            <ac:spMk id="3" creationId="{00000000-0000-0000-0000-000000000000}"/>
          </ac:spMkLst>
        </pc:spChg>
        <pc:spChg chg="mod">
          <ac:chgData name="Rodrigue YENGO" userId="9019d928-c12d-48de-bdb2-52a833805ac2" providerId="ADAL" clId="{20734E0D-FF75-44B1-9DFF-D19DBB4D069A}" dt="2026-07-24T20:18:02.007" v="136" actId="27636"/>
          <ac:spMkLst>
            <pc:docMk/>
            <pc:sldMk cId="0" sldId="274"/>
            <ac:spMk id="5" creationId="{00000000-0000-0000-0000-000000000000}"/>
          </ac:spMkLst>
        </pc:spChg>
        <pc:spChg chg="mod">
          <ac:chgData name="Rodrigue YENGO" userId="9019d928-c12d-48de-bdb2-52a833805ac2" providerId="ADAL" clId="{20734E0D-FF75-44B1-9DFF-D19DBB4D069A}" dt="2026-07-24T20:18:01.999" v="130" actId="27636"/>
          <ac:spMkLst>
            <pc:docMk/>
            <pc:sldMk cId="0" sldId="274"/>
            <ac:spMk id="6" creationId="{00000000-0000-0000-0000-000000000000}"/>
          </ac:spMkLst>
        </pc:spChg>
        <pc:spChg chg="mod">
          <ac:chgData name="Rodrigue YENGO" userId="9019d928-c12d-48de-bdb2-52a833805ac2" providerId="ADAL" clId="{20734E0D-FF75-44B1-9DFF-D19DBB4D069A}" dt="2026-07-24T20:18:02.002" v="132" actId="27636"/>
          <ac:spMkLst>
            <pc:docMk/>
            <pc:sldMk cId="0" sldId="274"/>
            <ac:spMk id="8" creationId="{00000000-0000-0000-0000-000000000000}"/>
          </ac:spMkLst>
        </pc:spChg>
        <pc:spChg chg="mod">
          <ac:chgData name="Rodrigue YENGO" userId="9019d928-c12d-48de-bdb2-52a833805ac2" providerId="ADAL" clId="{20734E0D-FF75-44B1-9DFF-D19DBB4D069A}" dt="2026-07-24T20:18:02.001" v="131" actId="27636"/>
          <ac:spMkLst>
            <pc:docMk/>
            <pc:sldMk cId="0" sldId="274"/>
            <ac:spMk id="9" creationId="{00000000-0000-0000-0000-000000000000}"/>
          </ac:spMkLst>
        </pc:spChg>
        <pc:spChg chg="mod">
          <ac:chgData name="Rodrigue YENGO" userId="9019d928-c12d-48de-bdb2-52a833805ac2" providerId="ADAL" clId="{20734E0D-FF75-44B1-9DFF-D19DBB4D069A}" dt="2026-07-24T20:18:02.005" v="134" actId="27636"/>
          <ac:spMkLst>
            <pc:docMk/>
            <pc:sldMk cId="0" sldId="274"/>
            <ac:spMk id="11" creationId="{00000000-0000-0000-0000-000000000000}"/>
          </ac:spMkLst>
        </pc:spChg>
        <pc:spChg chg="mod">
          <ac:chgData name="Rodrigue YENGO" userId="9019d928-c12d-48de-bdb2-52a833805ac2" providerId="ADAL" clId="{20734E0D-FF75-44B1-9DFF-D19DBB4D069A}" dt="2026-07-24T20:18:02.004" v="133" actId="27636"/>
          <ac:spMkLst>
            <pc:docMk/>
            <pc:sldMk cId="0" sldId="274"/>
            <ac:spMk id="12" creationId="{00000000-0000-0000-0000-000000000000}"/>
          </ac:spMkLst>
        </pc:spChg>
      </pc:sldChg>
      <pc:sldChg chg="modSp mod">
        <pc:chgData name="Rodrigue YENGO" userId="9019d928-c12d-48de-bdb2-52a833805ac2" providerId="ADAL" clId="{20734E0D-FF75-44B1-9DFF-D19DBB4D069A}" dt="2026-07-24T20:18:02.032" v="147" actId="27636"/>
        <pc:sldMkLst>
          <pc:docMk/>
          <pc:sldMk cId="0" sldId="275"/>
        </pc:sldMkLst>
        <pc:spChg chg="mod">
          <ac:chgData name="Rodrigue YENGO" userId="9019d928-c12d-48de-bdb2-52a833805ac2" providerId="ADAL" clId="{20734E0D-FF75-44B1-9DFF-D19DBB4D069A}" dt="2026-07-24T20:18:02.016" v="137" actId="27636"/>
          <ac:spMkLst>
            <pc:docMk/>
            <pc:sldMk cId="0" sldId="275"/>
            <ac:spMk id="3" creationId="{00000000-0000-0000-0000-000000000000}"/>
          </ac:spMkLst>
        </pc:spChg>
        <pc:spChg chg="mod">
          <ac:chgData name="Rodrigue YENGO" userId="9019d928-c12d-48de-bdb2-52a833805ac2" providerId="ADAL" clId="{20734E0D-FF75-44B1-9DFF-D19DBB4D069A}" dt="2026-07-24T20:18:02.032" v="147" actId="27636"/>
          <ac:spMkLst>
            <pc:docMk/>
            <pc:sldMk cId="0" sldId="275"/>
            <ac:spMk id="4" creationId="{00000000-0000-0000-0000-000000000000}"/>
          </ac:spMkLst>
        </pc:spChg>
        <pc:spChg chg="mod">
          <ac:chgData name="Rodrigue YENGO" userId="9019d928-c12d-48de-bdb2-52a833805ac2" providerId="ADAL" clId="{20734E0D-FF75-44B1-9DFF-D19DBB4D069A}" dt="2026-07-24T20:18:02.029" v="145" actId="27636"/>
          <ac:spMkLst>
            <pc:docMk/>
            <pc:sldMk cId="0" sldId="275"/>
            <ac:spMk id="5" creationId="{00000000-0000-0000-0000-000000000000}"/>
          </ac:spMkLst>
        </pc:spChg>
        <pc:spChg chg="mod">
          <ac:chgData name="Rodrigue YENGO" userId="9019d928-c12d-48de-bdb2-52a833805ac2" providerId="ADAL" clId="{20734E0D-FF75-44B1-9DFF-D19DBB4D069A}" dt="2026-07-24T20:18:02.019" v="139" actId="27636"/>
          <ac:spMkLst>
            <pc:docMk/>
            <pc:sldMk cId="0" sldId="275"/>
            <ac:spMk id="6" creationId="{00000000-0000-0000-0000-000000000000}"/>
          </ac:spMkLst>
        </pc:spChg>
        <pc:spChg chg="mod">
          <ac:chgData name="Rodrigue YENGO" userId="9019d928-c12d-48de-bdb2-52a833805ac2" providerId="ADAL" clId="{20734E0D-FF75-44B1-9DFF-D19DBB4D069A}" dt="2026-07-24T20:18:02.023" v="141" actId="27636"/>
          <ac:spMkLst>
            <pc:docMk/>
            <pc:sldMk cId="0" sldId="275"/>
            <ac:spMk id="7" creationId="{00000000-0000-0000-0000-000000000000}"/>
          </ac:spMkLst>
        </pc:spChg>
        <pc:spChg chg="mod">
          <ac:chgData name="Rodrigue YENGO" userId="9019d928-c12d-48de-bdb2-52a833805ac2" providerId="ADAL" clId="{20734E0D-FF75-44B1-9DFF-D19DBB4D069A}" dt="2026-07-24T20:18:02.027" v="144" actId="27636"/>
          <ac:spMkLst>
            <pc:docMk/>
            <pc:sldMk cId="0" sldId="275"/>
            <ac:spMk id="8" creationId="{00000000-0000-0000-0000-000000000000}"/>
          </ac:spMkLst>
        </pc:spChg>
        <pc:spChg chg="mod">
          <ac:chgData name="Rodrigue YENGO" userId="9019d928-c12d-48de-bdb2-52a833805ac2" providerId="ADAL" clId="{20734E0D-FF75-44B1-9DFF-D19DBB4D069A}" dt="2026-07-24T20:18:02.030" v="146" actId="27636"/>
          <ac:spMkLst>
            <pc:docMk/>
            <pc:sldMk cId="0" sldId="275"/>
            <ac:spMk id="9" creationId="{00000000-0000-0000-0000-000000000000}"/>
          </ac:spMkLst>
        </pc:spChg>
        <pc:spChg chg="mod">
          <ac:chgData name="Rodrigue YENGO" userId="9019d928-c12d-48de-bdb2-52a833805ac2" providerId="ADAL" clId="{20734E0D-FF75-44B1-9DFF-D19DBB4D069A}" dt="2026-07-24T20:18:02.020" v="140" actId="27636"/>
          <ac:spMkLst>
            <pc:docMk/>
            <pc:sldMk cId="0" sldId="275"/>
            <ac:spMk id="10" creationId="{00000000-0000-0000-0000-000000000000}"/>
          </ac:spMkLst>
        </pc:spChg>
        <pc:spChg chg="mod">
          <ac:chgData name="Rodrigue YENGO" userId="9019d928-c12d-48de-bdb2-52a833805ac2" providerId="ADAL" clId="{20734E0D-FF75-44B1-9DFF-D19DBB4D069A}" dt="2026-07-24T20:18:02.025" v="142" actId="27636"/>
          <ac:spMkLst>
            <pc:docMk/>
            <pc:sldMk cId="0" sldId="275"/>
            <ac:spMk id="11" creationId="{00000000-0000-0000-0000-000000000000}"/>
          </ac:spMkLst>
        </pc:spChg>
        <pc:spChg chg="mod">
          <ac:chgData name="Rodrigue YENGO" userId="9019d928-c12d-48de-bdb2-52a833805ac2" providerId="ADAL" clId="{20734E0D-FF75-44B1-9DFF-D19DBB4D069A}" dt="2026-07-24T20:18:02.026" v="143" actId="27636"/>
          <ac:spMkLst>
            <pc:docMk/>
            <pc:sldMk cId="0" sldId="275"/>
            <ac:spMk id="12" creationId="{00000000-0000-0000-0000-000000000000}"/>
          </ac:spMkLst>
        </pc:spChg>
        <pc:spChg chg="mod">
          <ac:chgData name="Rodrigue YENGO" userId="9019d928-c12d-48de-bdb2-52a833805ac2" providerId="ADAL" clId="{20734E0D-FF75-44B1-9DFF-D19DBB4D069A}" dt="2026-07-24T20:18:02.017" v="138" actId="27636"/>
          <ac:spMkLst>
            <pc:docMk/>
            <pc:sldMk cId="0" sldId="275"/>
            <ac:spMk id="13" creationId="{00000000-0000-0000-0000-000000000000}"/>
          </ac:spMkLst>
        </pc:spChg>
      </pc:sldChg>
      <pc:sldChg chg="modSp mod">
        <pc:chgData name="Rodrigue YENGO" userId="9019d928-c12d-48de-bdb2-52a833805ac2" providerId="ADAL" clId="{20734E0D-FF75-44B1-9DFF-D19DBB4D069A}" dt="2026-07-24T20:18:02.054" v="157" actId="27636"/>
        <pc:sldMkLst>
          <pc:docMk/>
          <pc:sldMk cId="0" sldId="276"/>
        </pc:sldMkLst>
        <pc:spChg chg="mod">
          <ac:chgData name="Rodrigue YENGO" userId="9019d928-c12d-48de-bdb2-52a833805ac2" providerId="ADAL" clId="{20734E0D-FF75-44B1-9DFF-D19DBB4D069A}" dt="2026-07-24T20:18:02.045" v="151" actId="27636"/>
          <ac:spMkLst>
            <pc:docMk/>
            <pc:sldMk cId="0" sldId="276"/>
            <ac:spMk id="3" creationId="{00000000-0000-0000-0000-000000000000}"/>
          </ac:spMkLst>
        </pc:spChg>
        <pc:spChg chg="mod">
          <ac:chgData name="Rodrigue YENGO" userId="9019d928-c12d-48de-bdb2-52a833805ac2" providerId="ADAL" clId="{20734E0D-FF75-44B1-9DFF-D19DBB4D069A}" dt="2026-07-24T20:18:02.052" v="156" actId="27636"/>
          <ac:spMkLst>
            <pc:docMk/>
            <pc:sldMk cId="0" sldId="276"/>
            <ac:spMk id="4" creationId="{00000000-0000-0000-0000-000000000000}"/>
          </ac:spMkLst>
        </pc:spChg>
        <pc:spChg chg="mod">
          <ac:chgData name="Rodrigue YENGO" userId="9019d928-c12d-48de-bdb2-52a833805ac2" providerId="ADAL" clId="{20734E0D-FF75-44B1-9DFF-D19DBB4D069A}" dt="2026-07-24T20:18:02.048" v="154" actId="27636"/>
          <ac:spMkLst>
            <pc:docMk/>
            <pc:sldMk cId="0" sldId="276"/>
            <ac:spMk id="5" creationId="{00000000-0000-0000-0000-000000000000}"/>
          </ac:spMkLst>
        </pc:spChg>
        <pc:spChg chg="mod">
          <ac:chgData name="Rodrigue YENGO" userId="9019d928-c12d-48de-bdb2-52a833805ac2" providerId="ADAL" clId="{20734E0D-FF75-44B1-9DFF-D19DBB4D069A}" dt="2026-07-24T20:18:02.043" v="149" actId="27636"/>
          <ac:spMkLst>
            <pc:docMk/>
            <pc:sldMk cId="0" sldId="276"/>
            <ac:spMk id="6" creationId="{00000000-0000-0000-0000-000000000000}"/>
          </ac:spMkLst>
        </pc:spChg>
        <pc:spChg chg="mod">
          <ac:chgData name="Rodrigue YENGO" userId="9019d928-c12d-48de-bdb2-52a833805ac2" providerId="ADAL" clId="{20734E0D-FF75-44B1-9DFF-D19DBB4D069A}" dt="2026-07-24T20:18:02.047" v="153" actId="27636"/>
          <ac:spMkLst>
            <pc:docMk/>
            <pc:sldMk cId="0" sldId="276"/>
            <ac:spMk id="7" creationId="{00000000-0000-0000-0000-000000000000}"/>
          </ac:spMkLst>
        </pc:spChg>
        <pc:spChg chg="mod">
          <ac:chgData name="Rodrigue YENGO" userId="9019d928-c12d-48de-bdb2-52a833805ac2" providerId="ADAL" clId="{20734E0D-FF75-44B1-9DFF-D19DBB4D069A}" dt="2026-07-24T20:18:02.040" v="148" actId="27636"/>
          <ac:spMkLst>
            <pc:docMk/>
            <pc:sldMk cId="0" sldId="276"/>
            <ac:spMk id="8" creationId="{00000000-0000-0000-0000-000000000000}"/>
          </ac:spMkLst>
        </pc:spChg>
        <pc:spChg chg="mod">
          <ac:chgData name="Rodrigue YENGO" userId="9019d928-c12d-48de-bdb2-52a833805ac2" providerId="ADAL" clId="{20734E0D-FF75-44B1-9DFF-D19DBB4D069A}" dt="2026-07-24T20:18:02.050" v="155" actId="27636"/>
          <ac:spMkLst>
            <pc:docMk/>
            <pc:sldMk cId="0" sldId="276"/>
            <ac:spMk id="9" creationId="{00000000-0000-0000-0000-000000000000}"/>
          </ac:spMkLst>
        </pc:spChg>
        <pc:spChg chg="mod">
          <ac:chgData name="Rodrigue YENGO" userId="9019d928-c12d-48de-bdb2-52a833805ac2" providerId="ADAL" clId="{20734E0D-FF75-44B1-9DFF-D19DBB4D069A}" dt="2026-07-24T20:18:02.054" v="157" actId="27636"/>
          <ac:spMkLst>
            <pc:docMk/>
            <pc:sldMk cId="0" sldId="276"/>
            <ac:spMk id="10" creationId="{00000000-0000-0000-0000-000000000000}"/>
          </ac:spMkLst>
        </pc:spChg>
        <pc:spChg chg="mod">
          <ac:chgData name="Rodrigue YENGO" userId="9019d928-c12d-48de-bdb2-52a833805ac2" providerId="ADAL" clId="{20734E0D-FF75-44B1-9DFF-D19DBB4D069A}" dt="2026-07-24T20:18:02.046" v="152" actId="27636"/>
          <ac:spMkLst>
            <pc:docMk/>
            <pc:sldMk cId="0" sldId="276"/>
            <ac:spMk id="11" creationId="{00000000-0000-0000-0000-000000000000}"/>
          </ac:spMkLst>
        </pc:spChg>
        <pc:spChg chg="mod">
          <ac:chgData name="Rodrigue YENGO" userId="9019d928-c12d-48de-bdb2-52a833805ac2" providerId="ADAL" clId="{20734E0D-FF75-44B1-9DFF-D19DBB4D069A}" dt="2026-07-24T20:18:02.044" v="150" actId="27636"/>
          <ac:spMkLst>
            <pc:docMk/>
            <pc:sldMk cId="0" sldId="276"/>
            <ac:spMk id="12" creationId="{00000000-0000-0000-0000-000000000000}"/>
          </ac:spMkLst>
        </pc:spChg>
      </pc:sldChg>
      <pc:sldChg chg="modSp mod">
        <pc:chgData name="Rodrigue YENGO" userId="9019d928-c12d-48de-bdb2-52a833805ac2" providerId="ADAL" clId="{20734E0D-FF75-44B1-9DFF-D19DBB4D069A}" dt="2026-07-24T20:18:02.080" v="165" actId="27636"/>
        <pc:sldMkLst>
          <pc:docMk/>
          <pc:sldMk cId="0" sldId="277"/>
        </pc:sldMkLst>
        <pc:spChg chg="mod">
          <ac:chgData name="Rodrigue YENGO" userId="9019d928-c12d-48de-bdb2-52a833805ac2" providerId="ADAL" clId="{20734E0D-FF75-44B1-9DFF-D19DBB4D069A}" dt="2026-07-24T20:18:02.080" v="165" actId="27636"/>
          <ac:spMkLst>
            <pc:docMk/>
            <pc:sldMk cId="0" sldId="277"/>
            <ac:spMk id="2" creationId="{00000000-0000-0000-0000-000000000000}"/>
          </ac:spMkLst>
        </pc:spChg>
        <pc:spChg chg="mod">
          <ac:chgData name="Rodrigue YENGO" userId="9019d928-c12d-48de-bdb2-52a833805ac2" providerId="ADAL" clId="{20734E0D-FF75-44B1-9DFF-D19DBB4D069A}" dt="2026-07-24T20:18:02.077" v="164" actId="27636"/>
          <ac:spMkLst>
            <pc:docMk/>
            <pc:sldMk cId="0" sldId="277"/>
            <ac:spMk id="4" creationId="{00000000-0000-0000-0000-000000000000}"/>
          </ac:spMkLst>
        </pc:spChg>
        <pc:spChg chg="mod">
          <ac:chgData name="Rodrigue YENGO" userId="9019d928-c12d-48de-bdb2-52a833805ac2" providerId="ADAL" clId="{20734E0D-FF75-44B1-9DFF-D19DBB4D069A}" dt="2026-07-24T20:18:02.068" v="160" actId="27636"/>
          <ac:spMkLst>
            <pc:docMk/>
            <pc:sldMk cId="0" sldId="277"/>
            <ac:spMk id="5" creationId="{00000000-0000-0000-0000-000000000000}"/>
          </ac:spMkLst>
        </pc:spChg>
        <pc:spChg chg="mod">
          <ac:chgData name="Rodrigue YENGO" userId="9019d928-c12d-48de-bdb2-52a833805ac2" providerId="ADAL" clId="{20734E0D-FF75-44B1-9DFF-D19DBB4D069A}" dt="2026-07-24T20:18:02.066" v="159" actId="27636"/>
          <ac:spMkLst>
            <pc:docMk/>
            <pc:sldMk cId="0" sldId="277"/>
            <ac:spMk id="7" creationId="{00000000-0000-0000-0000-000000000000}"/>
          </ac:spMkLst>
        </pc:spChg>
        <pc:spChg chg="mod">
          <ac:chgData name="Rodrigue YENGO" userId="9019d928-c12d-48de-bdb2-52a833805ac2" providerId="ADAL" clId="{20734E0D-FF75-44B1-9DFF-D19DBB4D069A}" dt="2026-07-24T20:18:02.075" v="163" actId="27636"/>
          <ac:spMkLst>
            <pc:docMk/>
            <pc:sldMk cId="0" sldId="277"/>
            <ac:spMk id="8" creationId="{00000000-0000-0000-0000-000000000000}"/>
          </ac:spMkLst>
        </pc:spChg>
        <pc:spChg chg="mod">
          <ac:chgData name="Rodrigue YENGO" userId="9019d928-c12d-48de-bdb2-52a833805ac2" providerId="ADAL" clId="{20734E0D-FF75-44B1-9DFF-D19DBB4D069A}" dt="2026-07-24T20:18:02.064" v="158" actId="27636"/>
          <ac:spMkLst>
            <pc:docMk/>
            <pc:sldMk cId="0" sldId="277"/>
            <ac:spMk id="10" creationId="{00000000-0000-0000-0000-000000000000}"/>
          </ac:spMkLst>
        </pc:spChg>
        <pc:spChg chg="mod">
          <ac:chgData name="Rodrigue YENGO" userId="9019d928-c12d-48de-bdb2-52a833805ac2" providerId="ADAL" clId="{20734E0D-FF75-44B1-9DFF-D19DBB4D069A}" dt="2026-07-24T20:18:02.070" v="161" actId="27636"/>
          <ac:spMkLst>
            <pc:docMk/>
            <pc:sldMk cId="0" sldId="277"/>
            <ac:spMk id="11" creationId="{00000000-0000-0000-0000-000000000000}"/>
          </ac:spMkLst>
        </pc:spChg>
        <pc:spChg chg="mod">
          <ac:chgData name="Rodrigue YENGO" userId="9019d928-c12d-48de-bdb2-52a833805ac2" providerId="ADAL" clId="{20734E0D-FF75-44B1-9DFF-D19DBB4D069A}" dt="2026-07-24T20:18:02.072" v="162" actId="27636"/>
          <ac:spMkLst>
            <pc:docMk/>
            <pc:sldMk cId="0" sldId="277"/>
            <ac:spMk id="12" creationId="{00000000-0000-0000-0000-000000000000}"/>
          </ac:spMkLst>
        </pc:spChg>
      </pc:sldChg>
      <pc:sldChg chg="modSp mod">
        <pc:chgData name="Rodrigue YENGO" userId="9019d928-c12d-48de-bdb2-52a833805ac2" providerId="ADAL" clId="{20734E0D-FF75-44B1-9DFF-D19DBB4D069A}" dt="2026-07-24T20:18:02.108" v="172" actId="27636"/>
        <pc:sldMkLst>
          <pc:docMk/>
          <pc:sldMk cId="0" sldId="278"/>
        </pc:sldMkLst>
        <pc:spChg chg="mod">
          <ac:chgData name="Rodrigue YENGO" userId="9019d928-c12d-48de-bdb2-52a833805ac2" providerId="ADAL" clId="{20734E0D-FF75-44B1-9DFF-D19DBB4D069A}" dt="2026-07-24T20:18:02.099" v="166" actId="27636"/>
          <ac:spMkLst>
            <pc:docMk/>
            <pc:sldMk cId="0" sldId="278"/>
            <ac:spMk id="2" creationId="{00000000-0000-0000-0000-000000000000}"/>
          </ac:spMkLst>
        </pc:spChg>
        <pc:spChg chg="mod">
          <ac:chgData name="Rodrigue YENGO" userId="9019d928-c12d-48de-bdb2-52a833805ac2" providerId="ADAL" clId="{20734E0D-FF75-44B1-9DFF-D19DBB4D069A}" dt="2026-07-24T20:18:02.107" v="171" actId="27636"/>
          <ac:spMkLst>
            <pc:docMk/>
            <pc:sldMk cId="0" sldId="278"/>
            <ac:spMk id="3" creationId="{00000000-0000-0000-0000-000000000000}"/>
          </ac:spMkLst>
        </pc:spChg>
        <pc:spChg chg="mod">
          <ac:chgData name="Rodrigue YENGO" userId="9019d928-c12d-48de-bdb2-52a833805ac2" providerId="ADAL" clId="{20734E0D-FF75-44B1-9DFF-D19DBB4D069A}" dt="2026-07-24T20:18:02.108" v="172" actId="27636"/>
          <ac:spMkLst>
            <pc:docMk/>
            <pc:sldMk cId="0" sldId="278"/>
            <ac:spMk id="4" creationId="{00000000-0000-0000-0000-000000000000}"/>
          </ac:spMkLst>
        </pc:spChg>
        <pc:spChg chg="mod">
          <ac:chgData name="Rodrigue YENGO" userId="9019d928-c12d-48de-bdb2-52a833805ac2" providerId="ADAL" clId="{20734E0D-FF75-44B1-9DFF-D19DBB4D069A}" dt="2026-07-24T20:18:02.102" v="168" actId="27636"/>
          <ac:spMkLst>
            <pc:docMk/>
            <pc:sldMk cId="0" sldId="278"/>
            <ac:spMk id="5" creationId="{00000000-0000-0000-0000-000000000000}"/>
          </ac:spMkLst>
        </pc:spChg>
        <pc:spChg chg="mod">
          <ac:chgData name="Rodrigue YENGO" userId="9019d928-c12d-48de-bdb2-52a833805ac2" providerId="ADAL" clId="{20734E0D-FF75-44B1-9DFF-D19DBB4D069A}" dt="2026-07-24T20:18:02.101" v="167" actId="27636"/>
          <ac:spMkLst>
            <pc:docMk/>
            <pc:sldMk cId="0" sldId="278"/>
            <ac:spMk id="6" creationId="{00000000-0000-0000-0000-000000000000}"/>
          </ac:spMkLst>
        </pc:spChg>
        <pc:spChg chg="mod">
          <ac:chgData name="Rodrigue YENGO" userId="9019d928-c12d-48de-bdb2-52a833805ac2" providerId="ADAL" clId="{20734E0D-FF75-44B1-9DFF-D19DBB4D069A}" dt="2026-07-24T20:18:02.106" v="170" actId="27636"/>
          <ac:spMkLst>
            <pc:docMk/>
            <pc:sldMk cId="0" sldId="278"/>
            <ac:spMk id="7" creationId="{00000000-0000-0000-0000-000000000000}"/>
          </ac:spMkLst>
        </pc:spChg>
        <pc:spChg chg="mod">
          <ac:chgData name="Rodrigue YENGO" userId="9019d928-c12d-48de-bdb2-52a833805ac2" providerId="ADAL" clId="{20734E0D-FF75-44B1-9DFF-D19DBB4D069A}" dt="2026-07-24T20:18:02.104" v="169" actId="27636"/>
          <ac:spMkLst>
            <pc:docMk/>
            <pc:sldMk cId="0" sldId="278"/>
            <ac:spMk id="8" creationId="{00000000-0000-0000-0000-000000000000}"/>
          </ac:spMkLst>
        </pc:spChg>
      </pc:sldChg>
      <pc:sldChg chg="modSp mod">
        <pc:chgData name="Rodrigue YENGO" userId="9019d928-c12d-48de-bdb2-52a833805ac2" providerId="ADAL" clId="{20734E0D-FF75-44B1-9DFF-D19DBB4D069A}" dt="2026-07-24T20:18:02.146" v="181" actId="27636"/>
        <pc:sldMkLst>
          <pc:docMk/>
          <pc:sldMk cId="0" sldId="279"/>
        </pc:sldMkLst>
        <pc:spChg chg="mod">
          <ac:chgData name="Rodrigue YENGO" userId="9019d928-c12d-48de-bdb2-52a833805ac2" providerId="ADAL" clId="{20734E0D-FF75-44B1-9DFF-D19DBB4D069A}" dt="2026-07-24T20:18:02.127" v="175" actId="27636"/>
          <ac:spMkLst>
            <pc:docMk/>
            <pc:sldMk cId="0" sldId="279"/>
            <ac:spMk id="2" creationId="{00000000-0000-0000-0000-000000000000}"/>
          </ac:spMkLst>
        </pc:spChg>
        <pc:spChg chg="mod">
          <ac:chgData name="Rodrigue YENGO" userId="9019d928-c12d-48de-bdb2-52a833805ac2" providerId="ADAL" clId="{20734E0D-FF75-44B1-9DFF-D19DBB4D069A}" dt="2026-07-24T20:18:02.118" v="173" actId="27636"/>
          <ac:spMkLst>
            <pc:docMk/>
            <pc:sldMk cId="0" sldId="279"/>
            <ac:spMk id="3" creationId="{00000000-0000-0000-0000-000000000000}"/>
          </ac:spMkLst>
        </pc:spChg>
        <pc:spChg chg="mod">
          <ac:chgData name="Rodrigue YENGO" userId="9019d928-c12d-48de-bdb2-52a833805ac2" providerId="ADAL" clId="{20734E0D-FF75-44B1-9DFF-D19DBB4D069A}" dt="2026-07-24T20:18:02.123" v="174" actId="27636"/>
          <ac:spMkLst>
            <pc:docMk/>
            <pc:sldMk cId="0" sldId="279"/>
            <ac:spMk id="4" creationId="{00000000-0000-0000-0000-000000000000}"/>
          </ac:spMkLst>
        </pc:spChg>
        <pc:spChg chg="mod">
          <ac:chgData name="Rodrigue YENGO" userId="9019d928-c12d-48de-bdb2-52a833805ac2" providerId="ADAL" clId="{20734E0D-FF75-44B1-9DFF-D19DBB4D069A}" dt="2026-07-24T20:18:02.146" v="181" actId="27636"/>
          <ac:spMkLst>
            <pc:docMk/>
            <pc:sldMk cId="0" sldId="279"/>
            <ac:spMk id="5" creationId="{00000000-0000-0000-0000-000000000000}"/>
          </ac:spMkLst>
        </pc:spChg>
        <pc:spChg chg="mod">
          <ac:chgData name="Rodrigue YENGO" userId="9019d928-c12d-48de-bdb2-52a833805ac2" providerId="ADAL" clId="{20734E0D-FF75-44B1-9DFF-D19DBB4D069A}" dt="2026-07-24T20:18:02.140" v="179" actId="27636"/>
          <ac:spMkLst>
            <pc:docMk/>
            <pc:sldMk cId="0" sldId="279"/>
            <ac:spMk id="6" creationId="{00000000-0000-0000-0000-000000000000}"/>
          </ac:spMkLst>
        </pc:spChg>
        <pc:spChg chg="mod">
          <ac:chgData name="Rodrigue YENGO" userId="9019d928-c12d-48de-bdb2-52a833805ac2" providerId="ADAL" clId="{20734E0D-FF75-44B1-9DFF-D19DBB4D069A}" dt="2026-07-24T20:18:02.134" v="177" actId="27636"/>
          <ac:spMkLst>
            <pc:docMk/>
            <pc:sldMk cId="0" sldId="279"/>
            <ac:spMk id="7" creationId="{00000000-0000-0000-0000-000000000000}"/>
          </ac:spMkLst>
        </pc:spChg>
        <pc:spChg chg="mod">
          <ac:chgData name="Rodrigue YENGO" userId="9019d928-c12d-48de-bdb2-52a833805ac2" providerId="ADAL" clId="{20734E0D-FF75-44B1-9DFF-D19DBB4D069A}" dt="2026-07-24T20:18:02.131" v="176" actId="27636"/>
          <ac:spMkLst>
            <pc:docMk/>
            <pc:sldMk cId="0" sldId="279"/>
            <ac:spMk id="8" creationId="{00000000-0000-0000-0000-000000000000}"/>
          </ac:spMkLst>
        </pc:spChg>
        <pc:spChg chg="mod">
          <ac:chgData name="Rodrigue YENGO" userId="9019d928-c12d-48de-bdb2-52a833805ac2" providerId="ADAL" clId="{20734E0D-FF75-44B1-9DFF-D19DBB4D069A}" dt="2026-07-24T20:18:02.137" v="178" actId="27636"/>
          <ac:spMkLst>
            <pc:docMk/>
            <pc:sldMk cId="0" sldId="279"/>
            <ac:spMk id="9" creationId="{00000000-0000-0000-0000-000000000000}"/>
          </ac:spMkLst>
        </pc:spChg>
        <pc:spChg chg="mod">
          <ac:chgData name="Rodrigue YENGO" userId="9019d928-c12d-48de-bdb2-52a833805ac2" providerId="ADAL" clId="{20734E0D-FF75-44B1-9DFF-D19DBB4D069A}" dt="2026-07-24T20:18:02.142" v="180" actId="27636"/>
          <ac:spMkLst>
            <pc:docMk/>
            <pc:sldMk cId="0" sldId="279"/>
            <ac:spMk id="10" creationId="{00000000-0000-0000-0000-000000000000}"/>
          </ac:spMkLst>
        </pc:spChg>
      </pc:sldChg>
      <pc:sldChg chg="modSp mod">
        <pc:chgData name="Rodrigue YENGO" userId="9019d928-c12d-48de-bdb2-52a833805ac2" providerId="ADAL" clId="{20734E0D-FF75-44B1-9DFF-D19DBB4D069A}" dt="2026-07-24T20:18:02.191" v="188" actId="27636"/>
        <pc:sldMkLst>
          <pc:docMk/>
          <pc:sldMk cId="0" sldId="280"/>
        </pc:sldMkLst>
        <pc:spChg chg="mod">
          <ac:chgData name="Rodrigue YENGO" userId="9019d928-c12d-48de-bdb2-52a833805ac2" providerId="ADAL" clId="{20734E0D-FF75-44B1-9DFF-D19DBB4D069A}" dt="2026-07-24T20:18:02.181" v="183" actId="27636"/>
          <ac:spMkLst>
            <pc:docMk/>
            <pc:sldMk cId="0" sldId="280"/>
            <ac:spMk id="2" creationId="{00000000-0000-0000-0000-000000000000}"/>
          </ac:spMkLst>
        </pc:spChg>
        <pc:spChg chg="mod">
          <ac:chgData name="Rodrigue YENGO" userId="9019d928-c12d-48de-bdb2-52a833805ac2" providerId="ADAL" clId="{20734E0D-FF75-44B1-9DFF-D19DBB4D069A}" dt="2026-07-24T20:18:02.190" v="187" actId="27636"/>
          <ac:spMkLst>
            <pc:docMk/>
            <pc:sldMk cId="0" sldId="280"/>
            <ac:spMk id="3" creationId="{00000000-0000-0000-0000-000000000000}"/>
          </ac:spMkLst>
        </pc:spChg>
        <pc:spChg chg="mod">
          <ac:chgData name="Rodrigue YENGO" userId="9019d928-c12d-48de-bdb2-52a833805ac2" providerId="ADAL" clId="{20734E0D-FF75-44B1-9DFF-D19DBB4D069A}" dt="2026-07-24T20:18:02.178" v="182" actId="27636"/>
          <ac:spMkLst>
            <pc:docMk/>
            <pc:sldMk cId="0" sldId="280"/>
            <ac:spMk id="5" creationId="{00000000-0000-0000-0000-000000000000}"/>
          </ac:spMkLst>
        </pc:spChg>
        <pc:spChg chg="mod">
          <ac:chgData name="Rodrigue YENGO" userId="9019d928-c12d-48de-bdb2-52a833805ac2" providerId="ADAL" clId="{20734E0D-FF75-44B1-9DFF-D19DBB4D069A}" dt="2026-07-24T20:18:02.191" v="188" actId="27636"/>
          <ac:spMkLst>
            <pc:docMk/>
            <pc:sldMk cId="0" sldId="280"/>
            <ac:spMk id="6" creationId="{00000000-0000-0000-0000-000000000000}"/>
          </ac:spMkLst>
        </pc:spChg>
        <pc:spChg chg="mod">
          <ac:chgData name="Rodrigue YENGO" userId="9019d928-c12d-48de-bdb2-52a833805ac2" providerId="ADAL" clId="{20734E0D-FF75-44B1-9DFF-D19DBB4D069A}" dt="2026-07-24T20:18:02.183" v="184" actId="27636"/>
          <ac:spMkLst>
            <pc:docMk/>
            <pc:sldMk cId="0" sldId="280"/>
            <ac:spMk id="8" creationId="{00000000-0000-0000-0000-000000000000}"/>
          </ac:spMkLst>
        </pc:spChg>
        <pc:spChg chg="mod">
          <ac:chgData name="Rodrigue YENGO" userId="9019d928-c12d-48de-bdb2-52a833805ac2" providerId="ADAL" clId="{20734E0D-FF75-44B1-9DFF-D19DBB4D069A}" dt="2026-07-24T20:18:02.187" v="185" actId="27636"/>
          <ac:spMkLst>
            <pc:docMk/>
            <pc:sldMk cId="0" sldId="280"/>
            <ac:spMk id="11" creationId="{00000000-0000-0000-0000-000000000000}"/>
          </ac:spMkLst>
        </pc:spChg>
        <pc:spChg chg="mod">
          <ac:chgData name="Rodrigue YENGO" userId="9019d928-c12d-48de-bdb2-52a833805ac2" providerId="ADAL" clId="{20734E0D-FF75-44B1-9DFF-D19DBB4D069A}" dt="2026-07-24T20:18:02.188" v="186" actId="27636"/>
          <ac:spMkLst>
            <pc:docMk/>
            <pc:sldMk cId="0" sldId="280"/>
            <ac:spMk id="12" creationId="{00000000-0000-0000-0000-000000000000}"/>
          </ac:spMkLst>
        </pc:spChg>
      </pc:sldChg>
      <pc:sldChg chg="modSp mod">
        <pc:chgData name="Rodrigue YENGO" userId="9019d928-c12d-48de-bdb2-52a833805ac2" providerId="ADAL" clId="{20734E0D-FF75-44B1-9DFF-D19DBB4D069A}" dt="2026-07-24T20:18:02.212" v="198" actId="27636"/>
        <pc:sldMkLst>
          <pc:docMk/>
          <pc:sldMk cId="0" sldId="281"/>
        </pc:sldMkLst>
        <pc:spChg chg="mod">
          <ac:chgData name="Rodrigue YENGO" userId="9019d928-c12d-48de-bdb2-52a833805ac2" providerId="ADAL" clId="{20734E0D-FF75-44B1-9DFF-D19DBB4D069A}" dt="2026-07-24T20:18:02.199" v="189" actId="27636"/>
          <ac:spMkLst>
            <pc:docMk/>
            <pc:sldMk cId="0" sldId="281"/>
            <ac:spMk id="2" creationId="{00000000-0000-0000-0000-000000000000}"/>
          </ac:spMkLst>
        </pc:spChg>
        <pc:spChg chg="mod">
          <ac:chgData name="Rodrigue YENGO" userId="9019d928-c12d-48de-bdb2-52a833805ac2" providerId="ADAL" clId="{20734E0D-FF75-44B1-9DFF-D19DBB4D069A}" dt="2026-07-24T20:18:02.205" v="192" actId="27636"/>
          <ac:spMkLst>
            <pc:docMk/>
            <pc:sldMk cId="0" sldId="281"/>
            <ac:spMk id="3" creationId="{00000000-0000-0000-0000-000000000000}"/>
          </ac:spMkLst>
        </pc:spChg>
        <pc:spChg chg="mod">
          <ac:chgData name="Rodrigue YENGO" userId="9019d928-c12d-48de-bdb2-52a833805ac2" providerId="ADAL" clId="{20734E0D-FF75-44B1-9DFF-D19DBB4D069A}" dt="2026-07-24T20:18:02.204" v="191" actId="27636"/>
          <ac:spMkLst>
            <pc:docMk/>
            <pc:sldMk cId="0" sldId="281"/>
            <ac:spMk id="5" creationId="{00000000-0000-0000-0000-000000000000}"/>
          </ac:spMkLst>
        </pc:spChg>
        <pc:spChg chg="mod">
          <ac:chgData name="Rodrigue YENGO" userId="9019d928-c12d-48de-bdb2-52a833805ac2" providerId="ADAL" clId="{20734E0D-FF75-44B1-9DFF-D19DBB4D069A}" dt="2026-07-24T20:18:02.206" v="193" actId="27636"/>
          <ac:spMkLst>
            <pc:docMk/>
            <pc:sldMk cId="0" sldId="281"/>
            <ac:spMk id="6" creationId="{00000000-0000-0000-0000-000000000000}"/>
          </ac:spMkLst>
        </pc:spChg>
        <pc:spChg chg="mod">
          <ac:chgData name="Rodrigue YENGO" userId="9019d928-c12d-48de-bdb2-52a833805ac2" providerId="ADAL" clId="{20734E0D-FF75-44B1-9DFF-D19DBB4D069A}" dt="2026-07-24T20:18:02.208" v="194" actId="27636"/>
          <ac:spMkLst>
            <pc:docMk/>
            <pc:sldMk cId="0" sldId="281"/>
            <ac:spMk id="8" creationId="{00000000-0000-0000-0000-000000000000}"/>
          </ac:spMkLst>
        </pc:spChg>
        <pc:spChg chg="mod">
          <ac:chgData name="Rodrigue YENGO" userId="9019d928-c12d-48de-bdb2-52a833805ac2" providerId="ADAL" clId="{20734E0D-FF75-44B1-9DFF-D19DBB4D069A}" dt="2026-07-24T20:18:02.212" v="198" actId="27636"/>
          <ac:spMkLst>
            <pc:docMk/>
            <pc:sldMk cId="0" sldId="281"/>
            <ac:spMk id="9" creationId="{00000000-0000-0000-0000-000000000000}"/>
          </ac:spMkLst>
        </pc:spChg>
        <pc:spChg chg="mod">
          <ac:chgData name="Rodrigue YENGO" userId="9019d928-c12d-48de-bdb2-52a833805ac2" providerId="ADAL" clId="{20734E0D-FF75-44B1-9DFF-D19DBB4D069A}" dt="2026-07-24T20:18:02.202" v="190" actId="27636"/>
          <ac:spMkLst>
            <pc:docMk/>
            <pc:sldMk cId="0" sldId="281"/>
            <ac:spMk id="11" creationId="{00000000-0000-0000-0000-000000000000}"/>
          </ac:spMkLst>
        </pc:spChg>
        <pc:spChg chg="mod">
          <ac:chgData name="Rodrigue YENGO" userId="9019d928-c12d-48de-bdb2-52a833805ac2" providerId="ADAL" clId="{20734E0D-FF75-44B1-9DFF-D19DBB4D069A}" dt="2026-07-24T20:18:02.210" v="196" actId="27636"/>
          <ac:spMkLst>
            <pc:docMk/>
            <pc:sldMk cId="0" sldId="281"/>
            <ac:spMk id="12" creationId="{00000000-0000-0000-0000-000000000000}"/>
          </ac:spMkLst>
        </pc:spChg>
        <pc:spChg chg="mod">
          <ac:chgData name="Rodrigue YENGO" userId="9019d928-c12d-48de-bdb2-52a833805ac2" providerId="ADAL" clId="{20734E0D-FF75-44B1-9DFF-D19DBB4D069A}" dt="2026-07-24T20:18:02.210" v="197" actId="27636"/>
          <ac:spMkLst>
            <pc:docMk/>
            <pc:sldMk cId="0" sldId="281"/>
            <ac:spMk id="14" creationId="{00000000-0000-0000-0000-000000000000}"/>
          </ac:spMkLst>
        </pc:spChg>
        <pc:spChg chg="mod">
          <ac:chgData name="Rodrigue YENGO" userId="9019d928-c12d-48de-bdb2-52a833805ac2" providerId="ADAL" clId="{20734E0D-FF75-44B1-9DFF-D19DBB4D069A}" dt="2026-07-24T20:18:02.209" v="195" actId="27636"/>
          <ac:spMkLst>
            <pc:docMk/>
            <pc:sldMk cId="0" sldId="281"/>
            <ac:spMk id="15" creationId="{00000000-0000-0000-0000-000000000000}"/>
          </ac:spMkLst>
        </pc:spChg>
      </pc:sldChg>
      <pc:sldChg chg="modSp mod">
        <pc:chgData name="Rodrigue YENGO" userId="9019d928-c12d-48de-bdb2-52a833805ac2" providerId="ADAL" clId="{20734E0D-FF75-44B1-9DFF-D19DBB4D069A}" dt="2026-07-24T20:18:02.240" v="209" actId="27636"/>
        <pc:sldMkLst>
          <pc:docMk/>
          <pc:sldMk cId="0" sldId="282"/>
        </pc:sldMkLst>
        <pc:spChg chg="mod">
          <ac:chgData name="Rodrigue YENGO" userId="9019d928-c12d-48de-bdb2-52a833805ac2" providerId="ADAL" clId="{20734E0D-FF75-44B1-9DFF-D19DBB4D069A}" dt="2026-07-24T20:18:02.240" v="209" actId="27636"/>
          <ac:spMkLst>
            <pc:docMk/>
            <pc:sldMk cId="0" sldId="282"/>
            <ac:spMk id="3" creationId="{00000000-0000-0000-0000-000000000000}"/>
          </ac:spMkLst>
        </pc:spChg>
        <pc:spChg chg="mod">
          <ac:chgData name="Rodrigue YENGO" userId="9019d928-c12d-48de-bdb2-52a833805ac2" providerId="ADAL" clId="{20734E0D-FF75-44B1-9DFF-D19DBB4D069A}" dt="2026-07-24T20:18:02.231" v="204" actId="27636"/>
          <ac:spMkLst>
            <pc:docMk/>
            <pc:sldMk cId="0" sldId="282"/>
            <ac:spMk id="4" creationId="{00000000-0000-0000-0000-000000000000}"/>
          </ac:spMkLst>
        </pc:spChg>
        <pc:spChg chg="mod">
          <ac:chgData name="Rodrigue YENGO" userId="9019d928-c12d-48de-bdb2-52a833805ac2" providerId="ADAL" clId="{20734E0D-FF75-44B1-9DFF-D19DBB4D069A}" dt="2026-07-24T20:18:02.226" v="201" actId="27636"/>
          <ac:spMkLst>
            <pc:docMk/>
            <pc:sldMk cId="0" sldId="282"/>
            <ac:spMk id="5" creationId="{00000000-0000-0000-0000-000000000000}"/>
          </ac:spMkLst>
        </pc:spChg>
        <pc:spChg chg="mod">
          <ac:chgData name="Rodrigue YENGO" userId="9019d928-c12d-48de-bdb2-52a833805ac2" providerId="ADAL" clId="{20734E0D-FF75-44B1-9DFF-D19DBB4D069A}" dt="2026-07-24T20:18:02.228" v="202" actId="27636"/>
          <ac:spMkLst>
            <pc:docMk/>
            <pc:sldMk cId="0" sldId="282"/>
            <ac:spMk id="6" creationId="{00000000-0000-0000-0000-000000000000}"/>
          </ac:spMkLst>
        </pc:spChg>
        <pc:spChg chg="mod">
          <ac:chgData name="Rodrigue YENGO" userId="9019d928-c12d-48de-bdb2-52a833805ac2" providerId="ADAL" clId="{20734E0D-FF75-44B1-9DFF-D19DBB4D069A}" dt="2026-07-24T20:18:02.236" v="206" actId="27636"/>
          <ac:spMkLst>
            <pc:docMk/>
            <pc:sldMk cId="0" sldId="282"/>
            <ac:spMk id="7" creationId="{00000000-0000-0000-0000-000000000000}"/>
          </ac:spMkLst>
        </pc:spChg>
        <pc:spChg chg="mod">
          <ac:chgData name="Rodrigue YENGO" userId="9019d928-c12d-48de-bdb2-52a833805ac2" providerId="ADAL" clId="{20734E0D-FF75-44B1-9DFF-D19DBB4D069A}" dt="2026-07-24T20:18:02.233" v="205" actId="27636"/>
          <ac:spMkLst>
            <pc:docMk/>
            <pc:sldMk cId="0" sldId="282"/>
            <ac:spMk id="8" creationId="{00000000-0000-0000-0000-000000000000}"/>
          </ac:spMkLst>
        </pc:spChg>
        <pc:spChg chg="mod">
          <ac:chgData name="Rodrigue YENGO" userId="9019d928-c12d-48de-bdb2-52a833805ac2" providerId="ADAL" clId="{20734E0D-FF75-44B1-9DFF-D19DBB4D069A}" dt="2026-07-24T20:18:02.237" v="207" actId="27636"/>
          <ac:spMkLst>
            <pc:docMk/>
            <pc:sldMk cId="0" sldId="282"/>
            <ac:spMk id="9" creationId="{00000000-0000-0000-0000-000000000000}"/>
          </ac:spMkLst>
        </pc:spChg>
        <pc:spChg chg="mod">
          <ac:chgData name="Rodrigue YENGO" userId="9019d928-c12d-48de-bdb2-52a833805ac2" providerId="ADAL" clId="{20734E0D-FF75-44B1-9DFF-D19DBB4D069A}" dt="2026-07-24T20:18:02.239" v="208" actId="27636"/>
          <ac:spMkLst>
            <pc:docMk/>
            <pc:sldMk cId="0" sldId="282"/>
            <ac:spMk id="10" creationId="{00000000-0000-0000-0000-000000000000}"/>
          </ac:spMkLst>
        </pc:spChg>
        <pc:spChg chg="mod">
          <ac:chgData name="Rodrigue YENGO" userId="9019d928-c12d-48de-bdb2-52a833805ac2" providerId="ADAL" clId="{20734E0D-FF75-44B1-9DFF-D19DBB4D069A}" dt="2026-07-24T20:18:02.230" v="203" actId="27636"/>
          <ac:spMkLst>
            <pc:docMk/>
            <pc:sldMk cId="0" sldId="282"/>
            <ac:spMk id="11" creationId="{00000000-0000-0000-0000-000000000000}"/>
          </ac:spMkLst>
        </pc:spChg>
        <pc:spChg chg="mod">
          <ac:chgData name="Rodrigue YENGO" userId="9019d928-c12d-48de-bdb2-52a833805ac2" providerId="ADAL" clId="{20734E0D-FF75-44B1-9DFF-D19DBB4D069A}" dt="2026-07-24T20:18:02.222" v="199" actId="27636"/>
          <ac:spMkLst>
            <pc:docMk/>
            <pc:sldMk cId="0" sldId="282"/>
            <ac:spMk id="12" creationId="{00000000-0000-0000-0000-000000000000}"/>
          </ac:spMkLst>
        </pc:spChg>
        <pc:spChg chg="mod">
          <ac:chgData name="Rodrigue YENGO" userId="9019d928-c12d-48de-bdb2-52a833805ac2" providerId="ADAL" clId="{20734E0D-FF75-44B1-9DFF-D19DBB4D069A}" dt="2026-07-24T20:18:02.225" v="200" actId="27636"/>
          <ac:spMkLst>
            <pc:docMk/>
            <pc:sldMk cId="0" sldId="282"/>
            <ac:spMk id="13" creationId="{00000000-0000-0000-0000-000000000000}"/>
          </ac:spMkLst>
        </pc:spChg>
      </pc:sldChg>
      <pc:sldChg chg="modSp mod">
        <pc:chgData name="Rodrigue YENGO" userId="9019d928-c12d-48de-bdb2-52a833805ac2" providerId="ADAL" clId="{20734E0D-FF75-44B1-9DFF-D19DBB4D069A}" dt="2026-07-24T20:18:02.263" v="219" actId="27636"/>
        <pc:sldMkLst>
          <pc:docMk/>
          <pc:sldMk cId="0" sldId="283"/>
        </pc:sldMkLst>
        <pc:spChg chg="mod">
          <ac:chgData name="Rodrigue YENGO" userId="9019d928-c12d-48de-bdb2-52a833805ac2" providerId="ADAL" clId="{20734E0D-FF75-44B1-9DFF-D19DBB4D069A}" dt="2026-07-24T20:18:02.253" v="212" actId="27636"/>
          <ac:spMkLst>
            <pc:docMk/>
            <pc:sldMk cId="0" sldId="283"/>
            <ac:spMk id="3" creationId="{00000000-0000-0000-0000-000000000000}"/>
          </ac:spMkLst>
        </pc:spChg>
        <pc:spChg chg="mod">
          <ac:chgData name="Rodrigue YENGO" userId="9019d928-c12d-48de-bdb2-52a833805ac2" providerId="ADAL" clId="{20734E0D-FF75-44B1-9DFF-D19DBB4D069A}" dt="2026-07-24T20:18:02.261" v="218" actId="27636"/>
          <ac:spMkLst>
            <pc:docMk/>
            <pc:sldMk cId="0" sldId="283"/>
            <ac:spMk id="4" creationId="{00000000-0000-0000-0000-000000000000}"/>
          </ac:spMkLst>
        </pc:spChg>
        <pc:spChg chg="mod">
          <ac:chgData name="Rodrigue YENGO" userId="9019d928-c12d-48de-bdb2-52a833805ac2" providerId="ADAL" clId="{20734E0D-FF75-44B1-9DFF-D19DBB4D069A}" dt="2026-07-24T20:18:02.259" v="216" actId="27636"/>
          <ac:spMkLst>
            <pc:docMk/>
            <pc:sldMk cId="0" sldId="283"/>
            <ac:spMk id="5" creationId="{00000000-0000-0000-0000-000000000000}"/>
          </ac:spMkLst>
        </pc:spChg>
        <pc:spChg chg="mod">
          <ac:chgData name="Rodrigue YENGO" userId="9019d928-c12d-48de-bdb2-52a833805ac2" providerId="ADAL" clId="{20734E0D-FF75-44B1-9DFF-D19DBB4D069A}" dt="2026-07-24T20:18:02.258" v="215" actId="27636"/>
          <ac:spMkLst>
            <pc:docMk/>
            <pc:sldMk cId="0" sldId="283"/>
            <ac:spMk id="6" creationId="{00000000-0000-0000-0000-000000000000}"/>
          </ac:spMkLst>
        </pc:spChg>
        <pc:spChg chg="mod">
          <ac:chgData name="Rodrigue YENGO" userId="9019d928-c12d-48de-bdb2-52a833805ac2" providerId="ADAL" clId="{20734E0D-FF75-44B1-9DFF-D19DBB4D069A}" dt="2026-07-24T20:18:02.256" v="214" actId="27636"/>
          <ac:spMkLst>
            <pc:docMk/>
            <pc:sldMk cId="0" sldId="283"/>
            <ac:spMk id="7" creationId="{00000000-0000-0000-0000-000000000000}"/>
          </ac:spMkLst>
        </pc:spChg>
        <pc:spChg chg="mod">
          <ac:chgData name="Rodrigue YENGO" userId="9019d928-c12d-48de-bdb2-52a833805ac2" providerId="ADAL" clId="{20734E0D-FF75-44B1-9DFF-D19DBB4D069A}" dt="2026-07-24T20:18:02.255" v="213" actId="27636"/>
          <ac:spMkLst>
            <pc:docMk/>
            <pc:sldMk cId="0" sldId="283"/>
            <ac:spMk id="8" creationId="{00000000-0000-0000-0000-000000000000}"/>
          </ac:spMkLst>
        </pc:spChg>
        <pc:spChg chg="mod">
          <ac:chgData name="Rodrigue YENGO" userId="9019d928-c12d-48de-bdb2-52a833805ac2" providerId="ADAL" clId="{20734E0D-FF75-44B1-9DFF-D19DBB4D069A}" dt="2026-07-24T20:18:02.250" v="210" actId="27636"/>
          <ac:spMkLst>
            <pc:docMk/>
            <pc:sldMk cId="0" sldId="283"/>
            <ac:spMk id="9" creationId="{00000000-0000-0000-0000-000000000000}"/>
          </ac:spMkLst>
        </pc:spChg>
        <pc:spChg chg="mod">
          <ac:chgData name="Rodrigue YENGO" userId="9019d928-c12d-48de-bdb2-52a833805ac2" providerId="ADAL" clId="{20734E0D-FF75-44B1-9DFF-D19DBB4D069A}" dt="2026-07-24T20:18:02.251" v="211" actId="27636"/>
          <ac:spMkLst>
            <pc:docMk/>
            <pc:sldMk cId="0" sldId="283"/>
            <ac:spMk id="10" creationId="{00000000-0000-0000-0000-000000000000}"/>
          </ac:spMkLst>
        </pc:spChg>
        <pc:spChg chg="mod">
          <ac:chgData name="Rodrigue YENGO" userId="9019d928-c12d-48de-bdb2-52a833805ac2" providerId="ADAL" clId="{20734E0D-FF75-44B1-9DFF-D19DBB4D069A}" dt="2026-07-24T20:18:02.263" v="219" actId="27636"/>
          <ac:spMkLst>
            <pc:docMk/>
            <pc:sldMk cId="0" sldId="283"/>
            <ac:spMk id="11" creationId="{00000000-0000-0000-0000-000000000000}"/>
          </ac:spMkLst>
        </pc:spChg>
        <pc:spChg chg="mod">
          <ac:chgData name="Rodrigue YENGO" userId="9019d928-c12d-48de-bdb2-52a833805ac2" providerId="ADAL" clId="{20734E0D-FF75-44B1-9DFF-D19DBB4D069A}" dt="2026-07-24T20:18:02.260" v="217" actId="27636"/>
          <ac:spMkLst>
            <pc:docMk/>
            <pc:sldMk cId="0" sldId="283"/>
            <ac:spMk id="12" creationId="{00000000-0000-0000-0000-000000000000}"/>
          </ac:spMkLst>
        </pc:spChg>
      </pc:sldChg>
      <pc:sldChg chg="modSp mod">
        <pc:chgData name="Rodrigue YENGO" userId="9019d928-c12d-48de-bdb2-52a833805ac2" providerId="ADAL" clId="{20734E0D-FF75-44B1-9DFF-D19DBB4D069A}" dt="2026-07-24T20:18:02.295" v="227" actId="27636"/>
        <pc:sldMkLst>
          <pc:docMk/>
          <pc:sldMk cId="0" sldId="284"/>
        </pc:sldMkLst>
        <pc:spChg chg="mod">
          <ac:chgData name="Rodrigue YENGO" userId="9019d928-c12d-48de-bdb2-52a833805ac2" providerId="ADAL" clId="{20734E0D-FF75-44B1-9DFF-D19DBB4D069A}" dt="2026-07-24T20:18:02.286" v="220" actId="27636"/>
          <ac:spMkLst>
            <pc:docMk/>
            <pc:sldMk cId="0" sldId="284"/>
            <ac:spMk id="2" creationId="{00000000-0000-0000-0000-000000000000}"/>
          </ac:spMkLst>
        </pc:spChg>
        <pc:spChg chg="mod">
          <ac:chgData name="Rodrigue YENGO" userId="9019d928-c12d-48de-bdb2-52a833805ac2" providerId="ADAL" clId="{20734E0D-FF75-44B1-9DFF-D19DBB4D069A}" dt="2026-07-24T20:18:02.291" v="224" actId="27636"/>
          <ac:spMkLst>
            <pc:docMk/>
            <pc:sldMk cId="0" sldId="284"/>
            <ac:spMk id="4" creationId="{00000000-0000-0000-0000-000000000000}"/>
          </ac:spMkLst>
        </pc:spChg>
        <pc:spChg chg="mod">
          <ac:chgData name="Rodrigue YENGO" userId="9019d928-c12d-48de-bdb2-52a833805ac2" providerId="ADAL" clId="{20734E0D-FF75-44B1-9DFF-D19DBB4D069A}" dt="2026-07-24T20:18:02.290" v="223" actId="27636"/>
          <ac:spMkLst>
            <pc:docMk/>
            <pc:sldMk cId="0" sldId="284"/>
            <ac:spMk id="5" creationId="{00000000-0000-0000-0000-000000000000}"/>
          </ac:spMkLst>
        </pc:spChg>
        <pc:spChg chg="mod">
          <ac:chgData name="Rodrigue YENGO" userId="9019d928-c12d-48de-bdb2-52a833805ac2" providerId="ADAL" clId="{20734E0D-FF75-44B1-9DFF-D19DBB4D069A}" dt="2026-07-24T20:18:02.295" v="227" actId="27636"/>
          <ac:spMkLst>
            <pc:docMk/>
            <pc:sldMk cId="0" sldId="284"/>
            <ac:spMk id="7" creationId="{00000000-0000-0000-0000-000000000000}"/>
          </ac:spMkLst>
        </pc:spChg>
        <pc:spChg chg="mod">
          <ac:chgData name="Rodrigue YENGO" userId="9019d928-c12d-48de-bdb2-52a833805ac2" providerId="ADAL" clId="{20734E0D-FF75-44B1-9DFF-D19DBB4D069A}" dt="2026-07-24T20:18:02.288" v="221" actId="27636"/>
          <ac:spMkLst>
            <pc:docMk/>
            <pc:sldMk cId="0" sldId="284"/>
            <ac:spMk id="8" creationId="{00000000-0000-0000-0000-000000000000}"/>
          </ac:spMkLst>
        </pc:spChg>
        <pc:spChg chg="mod">
          <ac:chgData name="Rodrigue YENGO" userId="9019d928-c12d-48de-bdb2-52a833805ac2" providerId="ADAL" clId="{20734E0D-FF75-44B1-9DFF-D19DBB4D069A}" dt="2026-07-24T20:18:02.294" v="226" actId="27636"/>
          <ac:spMkLst>
            <pc:docMk/>
            <pc:sldMk cId="0" sldId="284"/>
            <ac:spMk id="10" creationId="{00000000-0000-0000-0000-000000000000}"/>
          </ac:spMkLst>
        </pc:spChg>
        <pc:spChg chg="mod">
          <ac:chgData name="Rodrigue YENGO" userId="9019d928-c12d-48de-bdb2-52a833805ac2" providerId="ADAL" clId="{20734E0D-FF75-44B1-9DFF-D19DBB4D069A}" dt="2026-07-24T20:18:02.289" v="222" actId="27636"/>
          <ac:spMkLst>
            <pc:docMk/>
            <pc:sldMk cId="0" sldId="284"/>
            <ac:spMk id="11" creationId="{00000000-0000-0000-0000-000000000000}"/>
          </ac:spMkLst>
        </pc:spChg>
        <pc:spChg chg="mod">
          <ac:chgData name="Rodrigue YENGO" userId="9019d928-c12d-48de-bdb2-52a833805ac2" providerId="ADAL" clId="{20734E0D-FF75-44B1-9DFF-D19DBB4D069A}" dt="2026-07-24T20:18:02.293" v="225" actId="27636"/>
          <ac:spMkLst>
            <pc:docMk/>
            <pc:sldMk cId="0" sldId="284"/>
            <ac:spMk id="12" creationId="{00000000-0000-0000-0000-000000000000}"/>
          </ac:spMkLst>
        </pc:spChg>
      </pc:sldChg>
      <pc:sldChg chg="modSp mod">
        <pc:chgData name="Rodrigue YENGO" userId="9019d928-c12d-48de-bdb2-52a833805ac2" providerId="ADAL" clId="{20734E0D-FF75-44B1-9DFF-D19DBB4D069A}" dt="2026-07-24T20:18:02.311" v="234" actId="27636"/>
        <pc:sldMkLst>
          <pc:docMk/>
          <pc:sldMk cId="0" sldId="285"/>
        </pc:sldMkLst>
        <pc:spChg chg="mod">
          <ac:chgData name="Rodrigue YENGO" userId="9019d928-c12d-48de-bdb2-52a833805ac2" providerId="ADAL" clId="{20734E0D-FF75-44B1-9DFF-D19DBB4D069A}" dt="2026-07-24T20:18:02.311" v="234" actId="27636"/>
          <ac:spMkLst>
            <pc:docMk/>
            <pc:sldMk cId="0" sldId="285"/>
            <ac:spMk id="2" creationId="{00000000-0000-0000-0000-000000000000}"/>
          </ac:spMkLst>
        </pc:spChg>
        <pc:spChg chg="mod">
          <ac:chgData name="Rodrigue YENGO" userId="9019d928-c12d-48de-bdb2-52a833805ac2" providerId="ADAL" clId="{20734E0D-FF75-44B1-9DFF-D19DBB4D069A}" dt="2026-07-24T20:18:02.308" v="232" actId="27636"/>
          <ac:spMkLst>
            <pc:docMk/>
            <pc:sldMk cId="0" sldId="285"/>
            <ac:spMk id="3" creationId="{00000000-0000-0000-0000-000000000000}"/>
          </ac:spMkLst>
        </pc:spChg>
        <pc:spChg chg="mod">
          <ac:chgData name="Rodrigue YENGO" userId="9019d928-c12d-48de-bdb2-52a833805ac2" providerId="ADAL" clId="{20734E0D-FF75-44B1-9DFF-D19DBB4D069A}" dt="2026-07-24T20:18:02.307" v="231" actId="27636"/>
          <ac:spMkLst>
            <pc:docMk/>
            <pc:sldMk cId="0" sldId="285"/>
            <ac:spMk id="4" creationId="{00000000-0000-0000-0000-000000000000}"/>
          </ac:spMkLst>
        </pc:spChg>
        <pc:spChg chg="mod">
          <ac:chgData name="Rodrigue YENGO" userId="9019d928-c12d-48de-bdb2-52a833805ac2" providerId="ADAL" clId="{20734E0D-FF75-44B1-9DFF-D19DBB4D069A}" dt="2026-07-24T20:18:02.310" v="233" actId="27636"/>
          <ac:spMkLst>
            <pc:docMk/>
            <pc:sldMk cId="0" sldId="285"/>
            <ac:spMk id="5" creationId="{00000000-0000-0000-0000-000000000000}"/>
          </ac:spMkLst>
        </pc:spChg>
        <pc:spChg chg="mod">
          <ac:chgData name="Rodrigue YENGO" userId="9019d928-c12d-48de-bdb2-52a833805ac2" providerId="ADAL" clId="{20734E0D-FF75-44B1-9DFF-D19DBB4D069A}" dt="2026-07-24T20:18:02.306" v="230" actId="27636"/>
          <ac:spMkLst>
            <pc:docMk/>
            <pc:sldMk cId="0" sldId="285"/>
            <ac:spMk id="6" creationId="{00000000-0000-0000-0000-000000000000}"/>
          </ac:spMkLst>
        </pc:spChg>
        <pc:spChg chg="mod">
          <ac:chgData name="Rodrigue YENGO" userId="9019d928-c12d-48de-bdb2-52a833805ac2" providerId="ADAL" clId="{20734E0D-FF75-44B1-9DFF-D19DBB4D069A}" dt="2026-07-24T20:18:02.305" v="229" actId="27636"/>
          <ac:spMkLst>
            <pc:docMk/>
            <pc:sldMk cId="0" sldId="285"/>
            <ac:spMk id="7" creationId="{00000000-0000-0000-0000-000000000000}"/>
          </ac:spMkLst>
        </pc:spChg>
        <pc:spChg chg="mod">
          <ac:chgData name="Rodrigue YENGO" userId="9019d928-c12d-48de-bdb2-52a833805ac2" providerId="ADAL" clId="{20734E0D-FF75-44B1-9DFF-D19DBB4D069A}" dt="2026-07-24T20:18:02.303" v="228" actId="27636"/>
          <ac:spMkLst>
            <pc:docMk/>
            <pc:sldMk cId="0" sldId="285"/>
            <ac:spMk id="8" creationId="{00000000-0000-0000-0000-000000000000}"/>
          </ac:spMkLst>
        </pc:spChg>
      </pc:sldChg>
      <pc:sldChg chg="modSp mod">
        <pc:chgData name="Rodrigue YENGO" userId="9019d928-c12d-48de-bdb2-52a833805ac2" providerId="ADAL" clId="{20734E0D-FF75-44B1-9DFF-D19DBB4D069A}" dt="2026-07-24T20:18:02.326" v="239" actId="27636"/>
        <pc:sldMkLst>
          <pc:docMk/>
          <pc:sldMk cId="0" sldId="286"/>
        </pc:sldMkLst>
        <pc:spChg chg="mod">
          <ac:chgData name="Rodrigue YENGO" userId="9019d928-c12d-48de-bdb2-52a833805ac2" providerId="ADAL" clId="{20734E0D-FF75-44B1-9DFF-D19DBB4D069A}" dt="2026-07-24T20:18:02.326" v="239" actId="27636"/>
          <ac:spMkLst>
            <pc:docMk/>
            <pc:sldMk cId="0" sldId="286"/>
            <ac:spMk id="3" creationId="{00000000-0000-0000-0000-000000000000}"/>
          </ac:spMkLst>
        </pc:spChg>
        <pc:spChg chg="mod">
          <ac:chgData name="Rodrigue YENGO" userId="9019d928-c12d-48de-bdb2-52a833805ac2" providerId="ADAL" clId="{20734E0D-FF75-44B1-9DFF-D19DBB4D069A}" dt="2026-07-24T20:18:02.322" v="236" actId="27636"/>
          <ac:spMkLst>
            <pc:docMk/>
            <pc:sldMk cId="0" sldId="286"/>
            <ac:spMk id="4" creationId="{00000000-0000-0000-0000-000000000000}"/>
          </ac:spMkLst>
        </pc:spChg>
        <pc:spChg chg="mod">
          <ac:chgData name="Rodrigue YENGO" userId="9019d928-c12d-48de-bdb2-52a833805ac2" providerId="ADAL" clId="{20734E0D-FF75-44B1-9DFF-D19DBB4D069A}" dt="2026-07-24T20:18:02.323" v="237" actId="27636"/>
          <ac:spMkLst>
            <pc:docMk/>
            <pc:sldMk cId="0" sldId="286"/>
            <ac:spMk id="5" creationId="{00000000-0000-0000-0000-000000000000}"/>
          </ac:spMkLst>
        </pc:spChg>
        <pc:spChg chg="mod">
          <ac:chgData name="Rodrigue YENGO" userId="9019d928-c12d-48de-bdb2-52a833805ac2" providerId="ADAL" clId="{20734E0D-FF75-44B1-9DFF-D19DBB4D069A}" dt="2026-07-24T20:18:02.321" v="235" actId="27636"/>
          <ac:spMkLst>
            <pc:docMk/>
            <pc:sldMk cId="0" sldId="286"/>
            <ac:spMk id="6" creationId="{00000000-0000-0000-0000-000000000000}"/>
          </ac:spMkLst>
        </pc:spChg>
        <pc:spChg chg="mod">
          <ac:chgData name="Rodrigue YENGO" userId="9019d928-c12d-48de-bdb2-52a833805ac2" providerId="ADAL" clId="{20734E0D-FF75-44B1-9DFF-D19DBB4D069A}" dt="2026-07-24T20:18:02.324" v="238" actId="27636"/>
          <ac:spMkLst>
            <pc:docMk/>
            <pc:sldMk cId="0" sldId="286"/>
            <ac:spMk id="7" creationId="{00000000-0000-0000-0000-000000000000}"/>
          </ac:spMkLst>
        </pc:spChg>
      </pc:sldChg>
      <pc:sldChg chg="new del">
        <pc:chgData name="Rodrigue YENGO" userId="9019d928-c12d-48de-bdb2-52a833805ac2" providerId="ADAL" clId="{20734E0D-FF75-44B1-9DFF-D19DBB4D069A}" dt="2026-07-24T20:28:03.748" v="390" actId="680"/>
        <pc:sldMkLst>
          <pc:docMk/>
          <pc:sldMk cId="3240700627" sldId="287"/>
        </pc:sldMkLst>
      </pc:sldChg>
      <pc:sldMasterChg chg="addSp delSp modSp mod addSldLayout modSldLayout">
        <pc:chgData name="Rodrigue YENGO" userId="9019d928-c12d-48de-bdb2-52a833805ac2" providerId="ADAL" clId="{20734E0D-FF75-44B1-9DFF-D19DBB4D069A}" dt="2026-07-24T20:33:39.773" v="451" actId="1076"/>
        <pc:sldMasterMkLst>
          <pc:docMk/>
          <pc:sldMasterMk cId="0" sldId="2147483648"/>
        </pc:sldMasterMkLst>
        <pc:picChg chg="add del mod">
          <ac:chgData name="Rodrigue YENGO" userId="9019d928-c12d-48de-bdb2-52a833805ac2" providerId="ADAL" clId="{20734E0D-FF75-44B1-9DFF-D19DBB4D069A}" dt="2026-07-24T20:33:35.335" v="449" actId="478"/>
          <ac:picMkLst>
            <pc:docMk/>
            <pc:sldMasterMk cId="0" sldId="2147483648"/>
            <ac:picMk id="3" creationId="{41399BB6-AF60-A1EC-CFF1-6D7D70E06554}"/>
          </ac:picMkLst>
        </pc:picChg>
        <pc:picChg chg="add mod">
          <ac:chgData name="Rodrigue YENGO" userId="9019d928-c12d-48de-bdb2-52a833805ac2" providerId="ADAL" clId="{20734E0D-FF75-44B1-9DFF-D19DBB4D069A}" dt="2026-07-24T20:33:39.773" v="451" actId="1076"/>
          <ac:picMkLst>
            <pc:docMk/>
            <pc:sldMasterMk cId="0" sldId="2147483648"/>
            <ac:picMk id="5" creationId="{0568FC5A-B335-EB8D-D526-520511BED90A}"/>
          </ac:picMkLst>
        </pc:picChg>
        <pc:sldLayoutChg chg="addSp delSp modSp mod">
          <pc:chgData name="Rodrigue YENGO" userId="9019d928-c12d-48de-bdb2-52a833805ac2" providerId="ADAL" clId="{20734E0D-FF75-44B1-9DFF-D19DBB4D069A}" dt="2026-07-24T20:33:32.190" v="448" actId="478"/>
          <pc:sldLayoutMkLst>
            <pc:docMk/>
            <pc:sldMasterMk cId="0" sldId="2147483648"/>
            <pc:sldLayoutMk cId="0" sldId="2147483649"/>
          </pc:sldLayoutMkLst>
          <pc:picChg chg="add del mod">
            <ac:chgData name="Rodrigue YENGO" userId="9019d928-c12d-48de-bdb2-52a833805ac2" providerId="ADAL" clId="{20734E0D-FF75-44B1-9DFF-D19DBB4D069A}" dt="2026-07-24T20:31:53.547" v="434" actId="478"/>
            <ac:picMkLst>
              <pc:docMk/>
              <pc:sldMasterMk cId="0" sldId="2147483648"/>
              <pc:sldLayoutMk cId="0" sldId="2147483649"/>
              <ac:picMk id="3" creationId="{BE72E9A8-A3F6-0049-8327-7DC4F8FD5F04}"/>
            </ac:picMkLst>
          </pc:picChg>
          <pc:picChg chg="add del mod">
            <ac:chgData name="Rodrigue YENGO" userId="9019d928-c12d-48de-bdb2-52a833805ac2" providerId="ADAL" clId="{20734E0D-FF75-44B1-9DFF-D19DBB4D069A}" dt="2026-07-24T20:33:04.067" v="442" actId="478"/>
            <ac:picMkLst>
              <pc:docMk/>
              <pc:sldMasterMk cId="0" sldId="2147483648"/>
              <pc:sldLayoutMk cId="0" sldId="2147483649"/>
              <ac:picMk id="5" creationId="{618C767D-642D-425A-356D-9DC116B2771B}"/>
            </ac:picMkLst>
          </pc:picChg>
          <pc:picChg chg="add del mod">
            <ac:chgData name="Rodrigue YENGO" userId="9019d928-c12d-48de-bdb2-52a833805ac2" providerId="ADAL" clId="{20734E0D-FF75-44B1-9DFF-D19DBB4D069A}" dt="2026-07-24T20:33:32.190" v="448" actId="478"/>
            <ac:picMkLst>
              <pc:docMk/>
              <pc:sldMasterMk cId="0" sldId="2147483648"/>
              <pc:sldLayoutMk cId="0" sldId="2147483649"/>
              <ac:picMk id="7" creationId="{1608C81C-12BD-4C48-ABDC-969D3F8ABF9A}"/>
            </ac:picMkLst>
          </pc:picChg>
        </pc:sldLayoutChg>
        <pc:sldLayoutChg chg="addSp delSp modSp mod setBg">
          <pc:chgData name="Rodrigue YENGO" userId="9019d928-c12d-48de-bdb2-52a833805ac2" providerId="ADAL" clId="{20734E0D-FF75-44B1-9DFF-D19DBB4D069A}" dt="2026-07-24T20:30:02.805" v="429" actId="207"/>
          <pc:sldLayoutMkLst>
            <pc:docMk/>
            <pc:sldMasterMk cId="0" sldId="2147483648"/>
            <pc:sldLayoutMk cId="1233119933" sldId="2147483650"/>
          </pc:sldLayoutMkLst>
          <pc:spChg chg="del">
            <ac:chgData name="Rodrigue YENGO" userId="9019d928-c12d-48de-bdb2-52a833805ac2" providerId="ADAL" clId="{20734E0D-FF75-44B1-9DFF-D19DBB4D069A}" dt="2026-07-24T20:22:40.511" v="279" actId="478"/>
            <ac:spMkLst>
              <pc:docMk/>
              <pc:sldMasterMk cId="0" sldId="2147483648"/>
              <pc:sldLayoutMk cId="1233119933" sldId="2147483650"/>
              <ac:spMk id="2" creationId="{8D22296C-671A-D49A-42B9-D33A33992A25}"/>
            </ac:spMkLst>
          </pc:spChg>
          <pc:spChg chg="add del">
            <ac:chgData name="Rodrigue YENGO" userId="9019d928-c12d-48de-bdb2-52a833805ac2" providerId="ADAL" clId="{20734E0D-FF75-44B1-9DFF-D19DBB4D069A}" dt="2026-07-24T20:29:45.141" v="427" actId="478"/>
            <ac:spMkLst>
              <pc:docMk/>
              <pc:sldMasterMk cId="0" sldId="2147483648"/>
              <pc:sldLayoutMk cId="1233119933" sldId="2147483650"/>
              <ac:spMk id="4" creationId="{A23C1E37-FD31-E3EF-FA53-1E935EACDC3F}"/>
            </ac:spMkLst>
          </pc:spChg>
          <pc:spChg chg="add del mod">
            <ac:chgData name="Rodrigue YENGO" userId="9019d928-c12d-48de-bdb2-52a833805ac2" providerId="ADAL" clId="{20734E0D-FF75-44B1-9DFF-D19DBB4D069A}" dt="2026-07-24T20:25:48.431" v="344" actId="478"/>
            <ac:spMkLst>
              <pc:docMk/>
              <pc:sldMasterMk cId="0" sldId="2147483648"/>
              <pc:sldLayoutMk cId="1233119933" sldId="2147483650"/>
              <ac:spMk id="6" creationId="{865F2E26-82F3-C055-1FFC-3933BDC23FB6}"/>
            </ac:spMkLst>
          </pc:spChg>
          <pc:spChg chg="add del mod">
            <ac:chgData name="Rodrigue YENGO" userId="9019d928-c12d-48de-bdb2-52a833805ac2" providerId="ADAL" clId="{20734E0D-FF75-44B1-9DFF-D19DBB4D069A}" dt="2026-07-24T20:27:45.865" v="388" actId="478"/>
            <ac:spMkLst>
              <pc:docMk/>
              <pc:sldMasterMk cId="0" sldId="2147483648"/>
              <pc:sldLayoutMk cId="1233119933" sldId="2147483650"/>
              <ac:spMk id="8" creationId="{F1150601-77DF-E693-B8A3-48C5D49A6F5D}"/>
            </ac:spMkLst>
          </pc:spChg>
          <pc:spChg chg="add del">
            <ac:chgData name="Rodrigue YENGO" userId="9019d928-c12d-48de-bdb2-52a833805ac2" providerId="ADAL" clId="{20734E0D-FF75-44B1-9DFF-D19DBB4D069A}" dt="2026-07-24T20:24:01.143" v="282" actId="11529"/>
            <ac:spMkLst>
              <pc:docMk/>
              <pc:sldMasterMk cId="0" sldId="2147483648"/>
              <pc:sldLayoutMk cId="1233119933" sldId="2147483650"/>
              <ac:spMk id="9" creationId="{0E9D4C35-C7AA-8294-427E-5F8F0B4360B9}"/>
            </ac:spMkLst>
          </pc:spChg>
          <pc:spChg chg="add mod ord">
            <ac:chgData name="Rodrigue YENGO" userId="9019d928-c12d-48de-bdb2-52a833805ac2" providerId="ADAL" clId="{20734E0D-FF75-44B1-9DFF-D19DBB4D069A}" dt="2026-07-24T20:25:41.857" v="343" actId="167"/>
            <ac:spMkLst>
              <pc:docMk/>
              <pc:sldMasterMk cId="0" sldId="2147483648"/>
              <pc:sldLayoutMk cId="1233119933" sldId="2147483650"/>
              <ac:spMk id="10" creationId="{AB201A39-4C29-1E9A-2919-6E3EF4728AB2}"/>
            </ac:spMkLst>
          </pc:spChg>
          <pc:spChg chg="add del">
            <ac:chgData name="Rodrigue YENGO" userId="9019d928-c12d-48de-bdb2-52a833805ac2" providerId="ADAL" clId="{20734E0D-FF75-44B1-9DFF-D19DBB4D069A}" dt="2026-07-24T20:26:13.685" v="370" actId="11529"/>
            <ac:spMkLst>
              <pc:docMk/>
              <pc:sldMasterMk cId="0" sldId="2147483648"/>
              <pc:sldLayoutMk cId="1233119933" sldId="2147483650"/>
              <ac:spMk id="11" creationId="{BCAD9679-093D-DC90-E34B-56F2461F3204}"/>
            </ac:spMkLst>
          </pc:spChg>
          <pc:spChg chg="add mod ord">
            <ac:chgData name="Rodrigue YENGO" userId="9019d928-c12d-48de-bdb2-52a833805ac2" providerId="ADAL" clId="{20734E0D-FF75-44B1-9DFF-D19DBB4D069A}" dt="2026-07-24T20:30:02.805" v="429" actId="207"/>
            <ac:spMkLst>
              <pc:docMk/>
              <pc:sldMasterMk cId="0" sldId="2147483648"/>
              <pc:sldLayoutMk cId="1233119933" sldId="2147483650"/>
              <ac:spMk id="12" creationId="{6DB1D69E-5369-3945-57C7-53C31AA71B9D}"/>
            </ac:spMkLst>
          </pc:spChg>
        </pc:sldLayoutChg>
        <pc:sldLayoutChg chg="add mod modTransition">
          <pc:chgData name="Rodrigue YENGO" userId="9019d928-c12d-48de-bdb2-52a833805ac2" providerId="ADAL" clId="{20734E0D-FF75-44B1-9DFF-D19DBB4D069A}" dt="2026-07-24T20:22:36.630" v="278" actId="2890"/>
          <pc:sldLayoutMkLst>
            <pc:docMk/>
            <pc:sldMasterMk cId="0" sldId="2147483648"/>
            <pc:sldLayoutMk cId="1793886166" sldId="2147483651"/>
          </pc:sldLayoutMkLst>
        </pc:sldLayoutChg>
        <pc:sldLayoutChg chg="addSp delSp modSp add mod modTransition">
          <pc:chgData name="Rodrigue YENGO" userId="9019d928-c12d-48de-bdb2-52a833805ac2" providerId="ADAL" clId="{20734E0D-FF75-44B1-9DFF-D19DBB4D069A}" dt="2026-07-24T20:29:06.611" v="426" actId="478"/>
          <pc:sldLayoutMkLst>
            <pc:docMk/>
            <pc:sldMasterMk cId="0" sldId="2147483648"/>
            <pc:sldLayoutMk cId="2468246071" sldId="2147483652"/>
          </pc:sldLayoutMkLst>
          <pc:spChg chg="add del mod">
            <ac:chgData name="Rodrigue YENGO" userId="9019d928-c12d-48de-bdb2-52a833805ac2" providerId="ADAL" clId="{20734E0D-FF75-44B1-9DFF-D19DBB4D069A}" dt="2026-07-24T20:29:06.611" v="426" actId="478"/>
            <ac:spMkLst>
              <pc:docMk/>
              <pc:sldMasterMk cId="0" sldId="2147483648"/>
              <pc:sldLayoutMk cId="2468246071" sldId="2147483652"/>
              <ac:spMk id="3" creationId="{8A06C577-CAA9-1797-5005-035EC8802EF6}"/>
            </ac:spMkLst>
          </pc:spChg>
          <pc:spChg chg="add del mod">
            <ac:chgData name="Rodrigue YENGO" userId="9019d928-c12d-48de-bdb2-52a833805ac2" providerId="ADAL" clId="{20734E0D-FF75-44B1-9DFF-D19DBB4D069A}" dt="2026-07-24T20:29:04.273" v="425" actId="478"/>
            <ac:spMkLst>
              <pc:docMk/>
              <pc:sldMasterMk cId="0" sldId="2147483648"/>
              <pc:sldLayoutMk cId="2468246071" sldId="2147483652"/>
              <ac:spMk id="6" creationId="{2645FAA3-2EF9-7A2B-BB16-F2C58CE17D36}"/>
            </ac:spMkLst>
          </pc:spChg>
          <pc:spChg chg="mod">
            <ac:chgData name="Rodrigue YENGO" userId="9019d928-c12d-48de-bdb2-52a833805ac2" providerId="ADAL" clId="{20734E0D-FF75-44B1-9DFF-D19DBB4D069A}" dt="2026-07-24T20:28:52.638" v="424" actId="108"/>
            <ac:spMkLst>
              <pc:docMk/>
              <pc:sldMasterMk cId="0" sldId="2147483648"/>
              <pc:sldLayoutMk cId="2468246071" sldId="2147483652"/>
              <ac:spMk id="12" creationId="{6DB1D69E-5369-3945-57C7-53C31AA71B9D}"/>
            </ac:spMkLst>
          </pc:spChg>
        </pc:sldLayoutChg>
      </pc:sldMasterChg>
      <pc:sldMasterChg chg="new del mod addSldLayout delSldLayout">
        <pc:chgData name="Rodrigue YENGO" userId="9019d928-c12d-48de-bdb2-52a833805ac2" providerId="ADAL" clId="{20734E0D-FF75-44B1-9DFF-D19DBB4D069A}" dt="2026-07-24T20:20:20.410" v="275" actId="6938"/>
        <pc:sldMasterMkLst>
          <pc:docMk/>
          <pc:sldMasterMk cId="3630707603" sldId="2147483650"/>
        </pc:sldMasterMkLst>
        <pc:sldLayoutChg chg="new del replId">
          <pc:chgData name="Rodrigue YENGO" userId="9019d928-c12d-48de-bdb2-52a833805ac2" providerId="ADAL" clId="{20734E0D-FF75-44B1-9DFF-D19DBB4D069A}" dt="2026-07-24T20:20:20.410" v="275" actId="6938"/>
          <pc:sldLayoutMkLst>
            <pc:docMk/>
            <pc:sldMasterMk cId="3630707603" sldId="2147483650"/>
            <pc:sldLayoutMk cId="1135838465" sldId="2147483651"/>
          </pc:sldLayoutMkLst>
        </pc:sldLayoutChg>
        <pc:sldLayoutChg chg="new del replId">
          <pc:chgData name="Rodrigue YENGO" userId="9019d928-c12d-48de-bdb2-52a833805ac2" providerId="ADAL" clId="{20734E0D-FF75-44B1-9DFF-D19DBB4D069A}" dt="2026-07-24T20:20:20.410" v="275" actId="6938"/>
          <pc:sldLayoutMkLst>
            <pc:docMk/>
            <pc:sldMasterMk cId="3630707603" sldId="2147483650"/>
            <pc:sldLayoutMk cId="3461384282" sldId="2147483652"/>
          </pc:sldLayoutMkLst>
        </pc:sldLayoutChg>
        <pc:sldLayoutChg chg="new del replId">
          <pc:chgData name="Rodrigue YENGO" userId="9019d928-c12d-48de-bdb2-52a833805ac2" providerId="ADAL" clId="{20734E0D-FF75-44B1-9DFF-D19DBB4D069A}" dt="2026-07-24T20:20:20.410" v="275" actId="6938"/>
          <pc:sldLayoutMkLst>
            <pc:docMk/>
            <pc:sldMasterMk cId="3630707603" sldId="2147483650"/>
            <pc:sldLayoutMk cId="3713686040" sldId="2147483653"/>
          </pc:sldLayoutMkLst>
        </pc:sldLayoutChg>
        <pc:sldLayoutChg chg="new del replId">
          <pc:chgData name="Rodrigue YENGO" userId="9019d928-c12d-48de-bdb2-52a833805ac2" providerId="ADAL" clId="{20734E0D-FF75-44B1-9DFF-D19DBB4D069A}" dt="2026-07-24T20:20:20.410" v="275" actId="6938"/>
          <pc:sldLayoutMkLst>
            <pc:docMk/>
            <pc:sldMasterMk cId="3630707603" sldId="2147483650"/>
            <pc:sldLayoutMk cId="1802172043" sldId="2147483654"/>
          </pc:sldLayoutMkLst>
        </pc:sldLayoutChg>
        <pc:sldLayoutChg chg="new del replId">
          <pc:chgData name="Rodrigue YENGO" userId="9019d928-c12d-48de-bdb2-52a833805ac2" providerId="ADAL" clId="{20734E0D-FF75-44B1-9DFF-D19DBB4D069A}" dt="2026-07-24T20:20:20.410" v="275" actId="6938"/>
          <pc:sldLayoutMkLst>
            <pc:docMk/>
            <pc:sldMasterMk cId="3630707603" sldId="2147483650"/>
            <pc:sldLayoutMk cId="2871852295" sldId="2147483655"/>
          </pc:sldLayoutMkLst>
        </pc:sldLayoutChg>
        <pc:sldLayoutChg chg="new del replId">
          <pc:chgData name="Rodrigue YENGO" userId="9019d928-c12d-48de-bdb2-52a833805ac2" providerId="ADAL" clId="{20734E0D-FF75-44B1-9DFF-D19DBB4D069A}" dt="2026-07-24T20:20:20.410" v="275" actId="6938"/>
          <pc:sldLayoutMkLst>
            <pc:docMk/>
            <pc:sldMasterMk cId="3630707603" sldId="2147483650"/>
            <pc:sldLayoutMk cId="181827300" sldId="2147483656"/>
          </pc:sldLayoutMkLst>
        </pc:sldLayoutChg>
        <pc:sldLayoutChg chg="new del replId">
          <pc:chgData name="Rodrigue YENGO" userId="9019d928-c12d-48de-bdb2-52a833805ac2" providerId="ADAL" clId="{20734E0D-FF75-44B1-9DFF-D19DBB4D069A}" dt="2026-07-24T20:20:20.410" v="275" actId="6938"/>
          <pc:sldLayoutMkLst>
            <pc:docMk/>
            <pc:sldMasterMk cId="3630707603" sldId="2147483650"/>
            <pc:sldLayoutMk cId="2044487023" sldId="2147483657"/>
          </pc:sldLayoutMkLst>
        </pc:sldLayoutChg>
        <pc:sldLayoutChg chg="new del replId">
          <pc:chgData name="Rodrigue YENGO" userId="9019d928-c12d-48de-bdb2-52a833805ac2" providerId="ADAL" clId="{20734E0D-FF75-44B1-9DFF-D19DBB4D069A}" dt="2026-07-24T20:20:20.410" v="275" actId="6938"/>
          <pc:sldLayoutMkLst>
            <pc:docMk/>
            <pc:sldMasterMk cId="3630707603" sldId="2147483650"/>
            <pc:sldLayoutMk cId="1043471231" sldId="2147483658"/>
          </pc:sldLayoutMkLst>
        </pc:sldLayoutChg>
        <pc:sldLayoutChg chg="new del replId">
          <pc:chgData name="Rodrigue YENGO" userId="9019d928-c12d-48de-bdb2-52a833805ac2" providerId="ADAL" clId="{20734E0D-FF75-44B1-9DFF-D19DBB4D069A}" dt="2026-07-24T20:20:20.410" v="275" actId="6938"/>
          <pc:sldLayoutMkLst>
            <pc:docMk/>
            <pc:sldMasterMk cId="3630707603" sldId="2147483650"/>
            <pc:sldLayoutMk cId="3855706385" sldId="2147483659"/>
          </pc:sldLayoutMkLst>
        </pc:sldLayoutChg>
        <pc:sldLayoutChg chg="new del replId">
          <pc:chgData name="Rodrigue YENGO" userId="9019d928-c12d-48de-bdb2-52a833805ac2" providerId="ADAL" clId="{20734E0D-FF75-44B1-9DFF-D19DBB4D069A}" dt="2026-07-24T20:20:20.410" v="275" actId="6938"/>
          <pc:sldLayoutMkLst>
            <pc:docMk/>
            <pc:sldMasterMk cId="3630707603" sldId="2147483650"/>
            <pc:sldLayoutMk cId="658797897" sldId="2147483660"/>
          </pc:sldLayoutMkLst>
        </pc:sldLayoutChg>
        <pc:sldLayoutChg chg="new del replId">
          <pc:chgData name="Rodrigue YENGO" userId="9019d928-c12d-48de-bdb2-52a833805ac2" providerId="ADAL" clId="{20734E0D-FF75-44B1-9DFF-D19DBB4D069A}" dt="2026-07-24T20:20:20.410" v="275" actId="6938"/>
          <pc:sldLayoutMkLst>
            <pc:docMk/>
            <pc:sldMasterMk cId="3630707603" sldId="2147483650"/>
            <pc:sldLayoutMk cId="3734997362" sldId="214748366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6162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Créons des calculs DAX sur le modèle Ventes NordShop.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Quarante-cinq minutes pour maîtriser les calculs DAX de base à composée.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questions sur DAX.</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modèle qui fonctionne bien avec dix lignes de test doit aussi tenir la charge avec dix millions de lignes et cent utilisateurs simultanés. C'est le sujet du passage à l'échelle : quel mode de stockage choisir, comment structurer les relations, et comment éviter d'avoir cinquante mesures à dupliquer dans trois modèles. Pensez à un groupe de calcul comme à une recette unique de sauce qu'on peut appliquer à n'importe quel plat, plutôt que de la refaire à chaque fois.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Lake est le mode natif Fabric : il lit directement les fichiers Delta Parquet de OneLake, sans copie, quasi temps réel. Importer copie les données en mémoire pour la vitesse maximale, mais nécessite une actualisation planifiée. DirectQuery interroge la source à chaque requête, plus lent mais toujours à jour. Composite mélange les trois selon les tables. Pour des données déjà natives dans Fabric, Direct Lake est quasiment toujours le bon choix par défaut.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Configurons Direct Lake et un groupe de calcul sur le modèle NordShop.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Trente minutes pour bâtir un modèle prêt à l'échelle.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questions sur le passage à l'échelle.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Diagnostiquons un visuel lent sur le rapport Ventes NordShop.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Trente minutes pour appliquer la méthode complète de bout en bout.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questions sur la performance.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Configurons la sécurité puis parcourons le scénario Real-Time Intelligence de bout en bout.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Dernier atelier de la formation, quarante-cinq minutes, pour tout mettre en pratique.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Dernier contrôle de connaissances de la formation.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position personnalisée">
    <p:bg>
      <p:bgPr>
        <a:solidFill>
          <a:srgbClr val="F6F7FB"/>
        </a:solidFill>
        <a:effectLst/>
      </p:bgPr>
    </p:bg>
    <p:spTree>
      <p:nvGrpSpPr>
        <p:cNvPr id="1" name=""/>
        <p:cNvGrpSpPr/>
        <p:nvPr/>
      </p:nvGrpSpPr>
      <p:grpSpPr>
        <a:xfrm>
          <a:off x="0" y="0"/>
          <a:ext cx="0" cy="0"/>
          <a:chOff x="0" y="0"/>
          <a:chExt cx="0" cy="0"/>
        </a:xfrm>
      </p:grpSpPr>
      <p:sp>
        <p:nvSpPr>
          <p:cNvPr id="12" name="Espace réservé du texte 11">
            <a:extLst>
              <a:ext uri="{FF2B5EF4-FFF2-40B4-BE49-F238E27FC236}">
                <a16:creationId xmlns:a16="http://schemas.microsoft.com/office/drawing/2014/main" id="{6DB1D69E-5369-3945-57C7-53C31AA71B9D}"/>
              </a:ext>
            </a:extLst>
          </p:cNvPr>
          <p:cNvSpPr>
            <a:spLocks noGrp="1"/>
          </p:cNvSpPr>
          <p:nvPr>
            <p:ph type="body" sz="quarter" idx="11" hasCustomPrompt="1"/>
          </p:nvPr>
        </p:nvSpPr>
        <p:spPr>
          <a:xfrm>
            <a:off x="952500" y="1257300"/>
            <a:ext cx="17337088" cy="694944"/>
          </a:xfrm>
          <a:prstGeom prst="rect">
            <a:avLst/>
          </a:prstGeom>
          <a:noFill/>
          <a:ln/>
        </p:spPr>
        <p:txBody>
          <a:bodyPr wrap="square" lIns="25400" tIns="25400" rIns="25400" bIns="25400" rtlCol="0" anchor="t">
            <a:normAutofit lnSpcReduction="10000"/>
          </a:bodyPr>
          <a:lstStyle>
            <a:lvl1pPr>
              <a:buNone/>
              <a:defRPr lang="en-GB" sz="4500" b="1" dirty="0">
                <a:solidFill>
                  <a:srgbClr val="0B2545"/>
                </a:solidFill>
                <a:latin typeface="Arial" pitchFamily="34" charset="0"/>
                <a:cs typeface="Arial" pitchFamily="34" charset="-120"/>
              </a:defRPr>
            </a:lvl1pPr>
            <a:lvl2pPr>
              <a:buNone/>
              <a:defRPr/>
            </a:lvl2pPr>
            <a:lvl3pPr>
              <a:buNone/>
              <a:defRPr/>
            </a:lvl3pPr>
            <a:lvl4pPr>
              <a:buNone/>
              <a:defRPr/>
            </a:lvl4pPr>
            <a:lvl5pPr>
              <a:buNone/>
              <a:defRPr/>
            </a:lvl5pPr>
          </a:lstStyle>
          <a:p>
            <a:pPr marL="0" lvl="0" indent="0">
              <a:buNone/>
            </a:pPr>
            <a:r>
              <a:rPr lang="fr-FR" dirty="0"/>
              <a:t>TITRE</a:t>
            </a:r>
            <a:endParaRPr lang="en-GB" dirty="0"/>
          </a:p>
        </p:txBody>
      </p:sp>
      <p:sp>
        <p:nvSpPr>
          <p:cNvPr id="10" name="Espace réservé du texte 9">
            <a:extLst>
              <a:ext uri="{FF2B5EF4-FFF2-40B4-BE49-F238E27FC236}">
                <a16:creationId xmlns:a16="http://schemas.microsoft.com/office/drawing/2014/main" id="{AB201A39-4C29-1E9A-2919-6E3EF4728AB2}"/>
              </a:ext>
            </a:extLst>
          </p:cNvPr>
          <p:cNvSpPr>
            <a:spLocks noGrp="1"/>
          </p:cNvSpPr>
          <p:nvPr>
            <p:ph type="body" sz="quarter" idx="10" hasCustomPrompt="1"/>
          </p:nvPr>
        </p:nvSpPr>
        <p:spPr>
          <a:xfrm>
            <a:off x="952499" y="857242"/>
            <a:ext cx="17337024" cy="285750"/>
          </a:xfrm>
          <a:prstGeom prst="rect">
            <a:avLst/>
          </a:prstGeom>
          <a:noFill/>
          <a:ln/>
        </p:spPr>
        <p:txBody>
          <a:bodyPr wrap="square" lIns="25400" tIns="25400" rIns="25400" bIns="25400" rtlCol="0" anchor="t">
            <a:normAutofit lnSpcReduction="10000"/>
          </a:bodyPr>
          <a:lstStyle>
            <a:lvl1pPr>
              <a:buNone/>
              <a:defRPr lang="en-GB" sz="1650" b="1" kern="0" spc="225" dirty="0">
                <a:solidFill>
                  <a:srgbClr val="C98A2B"/>
                </a:solidFill>
                <a:latin typeface="Arial" pitchFamily="34" charset="0"/>
                <a:ea typeface="Arial" pitchFamily="34" charset="-122"/>
                <a:cs typeface="Arial" pitchFamily="34" charset="-120"/>
              </a:defRPr>
            </a:lvl1pPr>
          </a:lstStyle>
          <a:p>
            <a:pPr marL="0" lvl="0" indent="0">
              <a:buNone/>
            </a:pPr>
            <a:r>
              <a:rPr lang="fr-FR" dirty="0"/>
              <a:t>SOUS TITRE</a:t>
            </a:r>
            <a:endParaRPr lang="en-GB" dirty="0"/>
          </a:p>
        </p:txBody>
      </p:sp>
    </p:spTree>
    <p:extLst>
      <p:ext uri="{BB962C8B-B14F-4D97-AF65-F5344CB8AC3E}">
        <p14:creationId xmlns:p14="http://schemas.microsoft.com/office/powerpoint/2010/main" val="1233119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Disposition personnalisée">
    <p:bg>
      <p:bgPr>
        <a:solidFill>
          <a:srgbClr val="0B2545"/>
        </a:solidFill>
        <a:effectLst/>
      </p:bgPr>
    </p:bg>
    <p:spTree>
      <p:nvGrpSpPr>
        <p:cNvPr id="1" name=""/>
        <p:cNvGrpSpPr/>
        <p:nvPr/>
      </p:nvGrpSpPr>
      <p:grpSpPr>
        <a:xfrm>
          <a:off x="0" y="0"/>
          <a:ext cx="0" cy="0"/>
          <a:chOff x="0" y="0"/>
          <a:chExt cx="0" cy="0"/>
        </a:xfrm>
      </p:grpSpPr>
      <p:sp>
        <p:nvSpPr>
          <p:cNvPr id="12" name="Espace réservé du texte 11">
            <a:extLst>
              <a:ext uri="{FF2B5EF4-FFF2-40B4-BE49-F238E27FC236}">
                <a16:creationId xmlns:a16="http://schemas.microsoft.com/office/drawing/2014/main" id="{6DB1D69E-5369-3945-57C7-53C31AA71B9D}"/>
              </a:ext>
            </a:extLst>
          </p:cNvPr>
          <p:cNvSpPr>
            <a:spLocks noGrp="1"/>
          </p:cNvSpPr>
          <p:nvPr>
            <p:ph type="body" sz="quarter" idx="11" hasCustomPrompt="1"/>
          </p:nvPr>
        </p:nvSpPr>
        <p:spPr>
          <a:xfrm>
            <a:off x="952500" y="1257300"/>
            <a:ext cx="17337088" cy="694944"/>
          </a:xfrm>
          <a:prstGeom prst="rect">
            <a:avLst/>
          </a:prstGeom>
          <a:noFill/>
          <a:ln/>
        </p:spPr>
        <p:txBody>
          <a:bodyPr wrap="square" lIns="25400" tIns="25400" rIns="25400" bIns="25400" rtlCol="0" anchor="t">
            <a:normAutofit lnSpcReduction="10000"/>
          </a:bodyPr>
          <a:lstStyle>
            <a:lvl1pPr>
              <a:buNone/>
              <a:defRPr lang="en-GB" sz="4500" b="1" dirty="0">
                <a:solidFill>
                  <a:srgbClr val="14213D"/>
                </a:solidFill>
                <a:latin typeface="Arial" pitchFamily="34" charset="0"/>
                <a:ea typeface="Arial" pitchFamily="34" charset="-122"/>
                <a:cs typeface="Arial" pitchFamily="34" charset="-120"/>
              </a:defRPr>
            </a:lvl1pPr>
            <a:lvl2pPr>
              <a:buNone/>
              <a:defRPr/>
            </a:lvl2pPr>
            <a:lvl3pPr>
              <a:buNone/>
              <a:defRPr/>
            </a:lvl3pPr>
            <a:lvl4pPr>
              <a:buNone/>
              <a:defRPr/>
            </a:lvl4pPr>
            <a:lvl5pPr>
              <a:buNone/>
              <a:defRPr/>
            </a:lvl5pPr>
          </a:lstStyle>
          <a:p>
            <a:pPr marL="0" lvl="0" indent="0">
              <a:buNone/>
            </a:pPr>
            <a:r>
              <a:rPr lang="fr-FR" dirty="0"/>
              <a:t>TITRE</a:t>
            </a:r>
            <a:endParaRPr lang="en-GB" dirty="0"/>
          </a:p>
        </p:txBody>
      </p:sp>
      <p:sp>
        <p:nvSpPr>
          <p:cNvPr id="10" name="Espace réservé du texte 9">
            <a:extLst>
              <a:ext uri="{FF2B5EF4-FFF2-40B4-BE49-F238E27FC236}">
                <a16:creationId xmlns:a16="http://schemas.microsoft.com/office/drawing/2014/main" id="{AB201A39-4C29-1E9A-2919-6E3EF4728AB2}"/>
              </a:ext>
            </a:extLst>
          </p:cNvPr>
          <p:cNvSpPr>
            <a:spLocks noGrp="1"/>
          </p:cNvSpPr>
          <p:nvPr>
            <p:ph type="body" sz="quarter" idx="10" hasCustomPrompt="1"/>
          </p:nvPr>
        </p:nvSpPr>
        <p:spPr>
          <a:xfrm>
            <a:off x="952499" y="857242"/>
            <a:ext cx="17337024" cy="285750"/>
          </a:xfrm>
          <a:prstGeom prst="rect">
            <a:avLst/>
          </a:prstGeom>
          <a:noFill/>
          <a:ln/>
        </p:spPr>
        <p:txBody>
          <a:bodyPr wrap="square" lIns="25400" tIns="25400" rIns="25400" bIns="25400" rtlCol="0" anchor="t">
            <a:normAutofit lnSpcReduction="10000"/>
          </a:bodyPr>
          <a:lstStyle>
            <a:lvl1pPr>
              <a:buNone/>
              <a:defRPr lang="en-GB" sz="1650" b="1" kern="0" spc="225" dirty="0">
                <a:solidFill>
                  <a:srgbClr val="C98A2B"/>
                </a:solidFill>
                <a:latin typeface="Arial" pitchFamily="34" charset="0"/>
                <a:ea typeface="Arial" pitchFamily="34" charset="-122"/>
                <a:cs typeface="Arial" pitchFamily="34" charset="-120"/>
              </a:defRPr>
            </a:lvl1pPr>
          </a:lstStyle>
          <a:p>
            <a:pPr marL="0" lvl="0" indent="0">
              <a:buNone/>
            </a:pPr>
            <a:r>
              <a:rPr lang="fr-FR" dirty="0"/>
              <a:t>SOUS TITRE</a:t>
            </a:r>
            <a:endParaRPr lang="en-GB" dirty="0"/>
          </a:p>
        </p:txBody>
      </p:sp>
      <p:sp>
        <p:nvSpPr>
          <p:cNvPr id="4" name="Shape 0">
            <a:extLst>
              <a:ext uri="{FF2B5EF4-FFF2-40B4-BE49-F238E27FC236}">
                <a16:creationId xmlns:a16="http://schemas.microsoft.com/office/drawing/2014/main" id="{A23C1E37-FD31-E3EF-FA53-1E935EACDC3F}"/>
              </a:ext>
            </a:extLst>
          </p:cNvPr>
          <p:cNvSpPr/>
          <p:nvPr userDrawn="1"/>
        </p:nvSpPr>
        <p:spPr>
          <a:xfrm>
            <a:off x="-1905000" y="6477000"/>
            <a:ext cx="5715000" cy="5715000"/>
          </a:xfrm>
          <a:prstGeom prst="ellipse">
            <a:avLst/>
          </a:prstGeom>
          <a:gradFill rotWithShape="1">
            <a:gsLst>
              <a:gs pos="0">
                <a:srgbClr val="163E73">
                  <a:alpha val="100000"/>
                </a:srgbClr>
              </a:gs>
              <a:gs pos="70000">
                <a:srgbClr val="163E73">
                  <a:alpha val="0"/>
                </a:srgbClr>
              </a:gs>
            </a:gsLst>
            <a:path path="circle">
              <a:fillToRect l="50000" t="50000" r="50000" b="50000"/>
            </a:path>
          </a:gradFill>
          <a:ln/>
        </p:spPr>
        <p:txBody>
          <a:bodyPr/>
          <a:lstStyle/>
          <a:p>
            <a:endParaRPr lang="en-GB"/>
          </a:p>
        </p:txBody>
      </p:sp>
    </p:spTree>
    <p:extLst>
      <p:ext uri="{BB962C8B-B14F-4D97-AF65-F5344CB8AC3E}">
        <p14:creationId xmlns:p14="http://schemas.microsoft.com/office/powerpoint/2010/main" val="2468246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Disposition personnalisée">
    <p:bg>
      <p:bgPr>
        <a:solidFill>
          <a:srgbClr val="0B2545"/>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22296C-671A-D49A-42B9-D33A33992A25}"/>
              </a:ext>
            </a:extLst>
          </p:cNvPr>
          <p:cNvSpPr>
            <a:spLocks noGrp="1"/>
          </p:cNvSpPr>
          <p:nvPr>
            <p:ph type="title"/>
          </p:nvPr>
        </p:nvSpPr>
        <p:spPr>
          <a:xfrm>
            <a:off x="1257300" y="547688"/>
            <a:ext cx="15773400" cy="1989137"/>
          </a:xfrm>
          <a:prstGeom prst="rect">
            <a:avLst/>
          </a:prstGeom>
        </p:spPr>
        <p:txBody>
          <a:bodyPr/>
          <a:lstStyle/>
          <a:p>
            <a:r>
              <a:rPr lang="fr-FR"/>
              <a:t>Modifiez le style du titre</a:t>
            </a:r>
            <a:endParaRPr lang="en-GB"/>
          </a:p>
        </p:txBody>
      </p:sp>
      <p:sp>
        <p:nvSpPr>
          <p:cNvPr id="4" name="Shape 0">
            <a:extLst>
              <a:ext uri="{FF2B5EF4-FFF2-40B4-BE49-F238E27FC236}">
                <a16:creationId xmlns:a16="http://schemas.microsoft.com/office/drawing/2014/main" id="{A23C1E37-FD31-E3EF-FA53-1E935EACDC3F}"/>
              </a:ext>
            </a:extLst>
          </p:cNvPr>
          <p:cNvSpPr/>
          <p:nvPr userDrawn="1"/>
        </p:nvSpPr>
        <p:spPr>
          <a:xfrm>
            <a:off x="-1905000" y="6477000"/>
            <a:ext cx="5715000" cy="5715000"/>
          </a:xfrm>
          <a:prstGeom prst="ellipse">
            <a:avLst/>
          </a:prstGeom>
          <a:gradFill rotWithShape="1">
            <a:gsLst>
              <a:gs pos="0">
                <a:srgbClr val="163E73">
                  <a:alpha val="100000"/>
                </a:srgbClr>
              </a:gs>
              <a:gs pos="70000">
                <a:srgbClr val="163E73">
                  <a:alpha val="0"/>
                </a:srgbClr>
              </a:gs>
            </a:gsLst>
            <a:path path="circle">
              <a:fillToRect l="50000" t="50000" r="50000" b="50000"/>
            </a:path>
          </a:gradFill>
          <a:ln/>
        </p:spPr>
        <p:txBody>
          <a:bodyPr/>
          <a:lstStyle/>
          <a:p>
            <a:endParaRPr lang="en-GB"/>
          </a:p>
        </p:txBody>
      </p:sp>
    </p:spTree>
    <p:extLst>
      <p:ext uri="{BB962C8B-B14F-4D97-AF65-F5344CB8AC3E}">
        <p14:creationId xmlns:p14="http://schemas.microsoft.com/office/powerpoint/2010/main" val="179388616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0568FC5A-B335-EB8D-D526-520511BED90A}"/>
              </a:ext>
            </a:extLst>
          </p:cNvPr>
          <p:cNvPicPr>
            <a:picLocks noChangeAspect="1"/>
          </p:cNvPicPr>
          <p:nvPr userDrawn="1"/>
        </p:nvPicPr>
        <p:blipFill>
          <a:blip r:embed="rId6"/>
          <a:stretch>
            <a:fillRect/>
          </a:stretch>
        </p:blipFill>
        <p:spPr>
          <a:xfrm>
            <a:off x="16273461" y="0"/>
            <a:ext cx="1633537" cy="1633537"/>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3906500" y="-1714500"/>
            <a:ext cx="6096000" cy="6096000"/>
          </a:xfrm>
          <a:prstGeom prst="ellipse">
            <a:avLst/>
          </a:prstGeom>
          <a:gradFill rotWithShape="1">
            <a:gsLst>
              <a:gs pos="0">
                <a:srgbClr val="163E73">
                  <a:alpha val="100000"/>
                </a:srgbClr>
              </a:gs>
              <a:gs pos="70000">
                <a:srgbClr val="163E73">
                  <a:alpha val="0"/>
                </a:srgbClr>
              </a:gs>
            </a:gsLst>
            <a:path path="circle">
              <a:fillToRect l="50000" t="50000" r="50000" b="50000"/>
            </a:path>
          </a:gradFill>
          <a:ln/>
        </p:spPr>
        <p:txBody>
          <a:bodyPr/>
          <a:lstStyle/>
          <a:p>
            <a:endParaRPr lang="en-GB"/>
          </a:p>
        </p:txBody>
      </p:sp>
      <p:sp>
        <p:nvSpPr>
          <p:cNvPr id="3" name="Shape 1"/>
          <p:cNvSpPr/>
          <p:nvPr/>
        </p:nvSpPr>
        <p:spPr>
          <a:xfrm>
            <a:off x="952500" y="762000"/>
            <a:ext cx="1047750" cy="685800"/>
          </a:xfrm>
          <a:prstGeom prst="roundRect">
            <a:avLst>
              <a:gd name="adj" fmla="val 5556"/>
            </a:avLst>
          </a:prstGeom>
          <a:solidFill>
            <a:srgbClr val="FFFFFF"/>
          </a:solidFill>
          <a:ln/>
        </p:spPr>
        <p:txBody>
          <a:bodyPr/>
          <a:lstStyle/>
          <a:p>
            <a:endParaRPr lang="en-GB"/>
          </a:p>
        </p:txBody>
      </p:sp>
      <p:pic>
        <p:nvPicPr>
          <p:cNvPr id="4" name="Image 0" descr="preencoded.png"/>
          <p:cNvPicPr>
            <a:picLocks noChangeAspect="1"/>
          </p:cNvPicPr>
          <p:nvPr/>
        </p:nvPicPr>
        <p:blipFill>
          <a:blip r:embed="rId3"/>
          <a:stretch>
            <a:fillRect/>
          </a:stretch>
        </p:blipFill>
        <p:spPr>
          <a:xfrm>
            <a:off x="1162050" y="895350"/>
            <a:ext cx="628650" cy="419100"/>
          </a:xfrm>
          <a:prstGeom prst="rect">
            <a:avLst/>
          </a:prstGeom>
        </p:spPr>
      </p:pic>
      <p:sp>
        <p:nvSpPr>
          <p:cNvPr id="5" name="Text 2"/>
          <p:cNvSpPr/>
          <p:nvPr/>
        </p:nvSpPr>
        <p:spPr>
          <a:xfrm>
            <a:off x="13986718" y="762000"/>
            <a:ext cx="368366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150" dirty="0">
                <a:solidFill>
                  <a:srgbClr val="F0D9AE"/>
                </a:solidFill>
                <a:latin typeface="Arial" pitchFamily="34" charset="0"/>
                <a:ea typeface="Arial" pitchFamily="34" charset="-122"/>
                <a:cs typeface="Arial" pitchFamily="34" charset="-120"/>
              </a:rPr>
              <a:t>DATA DAY · SESSION DP-600</a:t>
            </a:r>
            <a:endParaRPr lang="en-US" sz="1650" dirty="0"/>
          </a:p>
        </p:txBody>
      </p:sp>
      <p:sp>
        <p:nvSpPr>
          <p:cNvPr id="6" name="Text 3"/>
          <p:cNvSpPr/>
          <p:nvPr/>
        </p:nvSpPr>
        <p:spPr>
          <a:xfrm>
            <a:off x="952500" y="3683347"/>
            <a:ext cx="18021300" cy="333375"/>
          </a:xfrm>
          <a:prstGeom prst="rect">
            <a:avLst/>
          </a:prstGeom>
          <a:noFill/>
          <a:ln/>
        </p:spPr>
        <p:txBody>
          <a:bodyPr wrap="square" lIns="25400" tIns="25400" rIns="25400" bIns="25400" rtlCol="0" anchor="t">
            <a:normAutofit lnSpcReduction="10000"/>
          </a:bodyPr>
          <a:lstStyle/>
          <a:p>
            <a:pPr marL="0" indent="0" algn="l">
              <a:buNone/>
            </a:pPr>
            <a:r>
              <a:rPr lang="en-US" sz="1950" b="1" kern="0" spc="225" dirty="0">
                <a:solidFill>
                  <a:srgbClr val="C98A2B"/>
                </a:solidFill>
                <a:latin typeface="Arial" pitchFamily="34" charset="0"/>
                <a:ea typeface="Arial" pitchFamily="34" charset="-122"/>
                <a:cs typeface="Arial" pitchFamily="34" charset="-120"/>
              </a:rPr>
              <a:t>JOUR 3 · IMPLÉMENTER ET GÉRER LES MODÈLES SÉMANTIQUES</a:t>
            </a:r>
            <a:endParaRPr lang="en-US" sz="1950" dirty="0"/>
          </a:p>
        </p:txBody>
      </p:sp>
      <p:sp>
        <p:nvSpPr>
          <p:cNvPr id="7" name="Text 4"/>
          <p:cNvSpPr/>
          <p:nvPr/>
        </p:nvSpPr>
        <p:spPr>
          <a:xfrm>
            <a:off x="952500" y="4169122"/>
            <a:ext cx="14716125" cy="1958280"/>
          </a:xfrm>
          <a:prstGeom prst="rect">
            <a:avLst/>
          </a:prstGeom>
          <a:noFill/>
          <a:ln/>
        </p:spPr>
        <p:txBody>
          <a:bodyPr wrap="square" lIns="25400" tIns="25400" rIns="25400" bIns="25400" rtlCol="0" anchor="t">
            <a:normAutofit/>
          </a:bodyPr>
          <a:lstStyle/>
          <a:p>
            <a:pPr marL="0" indent="0" algn="l">
              <a:lnSpc>
                <a:spcPct val="74118"/>
              </a:lnSpc>
              <a:buNone/>
            </a:pPr>
            <a:r>
              <a:rPr lang="en-US" sz="7200" b="1" dirty="0">
                <a:solidFill>
                  <a:srgbClr val="FFFFFF"/>
                </a:solidFill>
                <a:latin typeface="Arial" pitchFamily="34" charset="0"/>
                <a:ea typeface="Arial" pitchFamily="34" charset="-122"/>
                <a:cs typeface="Arial" pitchFamily="34" charset="-120"/>
              </a:rPr>
              <a:t>Implémenter des solutions d'analyse avec Microsoft Fabric</a:t>
            </a:r>
            <a:endParaRPr lang="en-US" sz="7200" dirty="0"/>
          </a:p>
        </p:txBody>
      </p:sp>
      <p:sp>
        <p:nvSpPr>
          <p:cNvPr id="8" name="Text 5"/>
          <p:cNvSpPr/>
          <p:nvPr/>
        </p:nvSpPr>
        <p:spPr>
          <a:xfrm>
            <a:off x="952500" y="6317903"/>
            <a:ext cx="13620750" cy="466725"/>
          </a:xfrm>
          <a:prstGeom prst="rect">
            <a:avLst/>
          </a:prstGeom>
          <a:noFill/>
          <a:ln/>
        </p:spPr>
        <p:txBody>
          <a:bodyPr wrap="square" lIns="25400" tIns="25400" rIns="25400" bIns="25400" rtlCol="0" anchor="t">
            <a:normAutofit lnSpcReduction="10000"/>
          </a:bodyPr>
          <a:lstStyle/>
          <a:p>
            <a:pPr marL="0" indent="0" algn="l">
              <a:buNone/>
            </a:pPr>
            <a:r>
              <a:rPr lang="en-US" sz="2850" dirty="0">
                <a:solidFill>
                  <a:srgbClr val="C7D2E6"/>
                </a:solidFill>
                <a:latin typeface="Arial" pitchFamily="34" charset="0"/>
                <a:ea typeface="Arial" pitchFamily="34" charset="-122"/>
                <a:cs typeface="Arial" pitchFamily="34" charset="-120"/>
              </a:rPr>
              <a:t>DAX, performance, sécurité et étude de cas de bout en bout</a:t>
            </a:r>
            <a:endParaRPr lang="en-US" sz="2850" dirty="0"/>
          </a:p>
        </p:txBody>
      </p:sp>
      <p:sp>
        <p:nvSpPr>
          <p:cNvPr id="9" name="Shape 6"/>
          <p:cNvSpPr/>
          <p:nvPr/>
        </p:nvSpPr>
        <p:spPr>
          <a:xfrm>
            <a:off x="952500" y="8982075"/>
            <a:ext cx="16383000" cy="9525"/>
          </a:xfrm>
          <a:prstGeom prst="rect">
            <a:avLst/>
          </a:prstGeom>
          <a:solidFill>
            <a:srgbClr val="163E73"/>
          </a:solidFill>
          <a:ln/>
        </p:spPr>
        <p:txBody>
          <a:bodyPr/>
          <a:lstStyle/>
          <a:p>
            <a:endParaRPr lang="en-GB"/>
          </a:p>
        </p:txBody>
      </p:sp>
      <p:sp>
        <p:nvSpPr>
          <p:cNvPr id="10" name="Text 7"/>
          <p:cNvSpPr/>
          <p:nvPr/>
        </p:nvSpPr>
        <p:spPr>
          <a:xfrm>
            <a:off x="952500" y="9258300"/>
            <a:ext cx="1615663"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FA1C4"/>
                </a:solidFill>
                <a:latin typeface="Arial" pitchFamily="34" charset="0"/>
                <a:ea typeface="Arial" pitchFamily="34" charset="-122"/>
                <a:cs typeface="Arial" pitchFamily="34" charset="-120"/>
              </a:rPr>
              <a:t>1er août 2026</a:t>
            </a:r>
            <a:endParaRPr lang="en-US" sz="1800" dirty="0"/>
          </a:p>
        </p:txBody>
      </p:sp>
      <p:sp>
        <p:nvSpPr>
          <p:cNvPr id="11" name="Text 8"/>
          <p:cNvSpPr/>
          <p:nvPr/>
        </p:nvSpPr>
        <p:spPr>
          <a:xfrm>
            <a:off x="2992785" y="9258300"/>
            <a:ext cx="1685077"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FA1C4"/>
                </a:solidFill>
                <a:latin typeface="Arial" pitchFamily="34" charset="0"/>
                <a:ea typeface="Arial" pitchFamily="34" charset="-122"/>
                <a:cs typeface="Arial" pitchFamily="34" charset="-120"/>
              </a:rPr>
              <a:t>09h00 – 17h00</a:t>
            </a:r>
            <a:endParaRPr lang="en-US" sz="1800" dirty="0"/>
          </a:p>
        </p:txBody>
      </p:sp>
      <p:sp>
        <p:nvSpPr>
          <p:cNvPr id="12" name="Text 9"/>
          <p:cNvSpPr/>
          <p:nvPr/>
        </p:nvSpPr>
        <p:spPr>
          <a:xfrm>
            <a:off x="5096173" y="9258300"/>
            <a:ext cx="3308434"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FA1C4"/>
                </a:solidFill>
                <a:latin typeface="Arial" pitchFamily="34" charset="0"/>
                <a:ea typeface="Arial" pitchFamily="34" charset="-122"/>
                <a:cs typeface="Arial" pitchFamily="34" charset="-120"/>
              </a:rPr>
              <a:t>Préparation examen DP-600</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B"/>
        </a:solidFill>
        <a:effectLst/>
      </p:bgPr>
    </p:bg>
    <p:spTree>
      <p:nvGrpSpPr>
        <p:cNvPr id="1" name=""/>
        <p:cNvGrpSpPr/>
        <p:nvPr/>
      </p:nvGrpSpPr>
      <p:grpSpPr>
        <a:xfrm>
          <a:off x="0" y="0"/>
          <a:ext cx="0" cy="0"/>
          <a:chOff x="0" y="0"/>
          <a:chExt cx="0" cy="0"/>
        </a:xfrm>
      </p:grpSpPr>
      <p:sp>
        <p:nvSpPr>
          <p:cNvPr id="2" name="Text 0"/>
          <p:cNvSpPr/>
          <p:nvPr/>
        </p:nvSpPr>
        <p:spPr>
          <a:xfrm>
            <a:off x="952500" y="857250"/>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PROGRAMME DU JOUR 3</a:t>
            </a:r>
            <a:endParaRPr lang="en-US" sz="1650" dirty="0"/>
          </a:p>
        </p:txBody>
      </p:sp>
      <p:sp>
        <p:nvSpPr>
          <p:cNvPr id="3" name="Text 1"/>
          <p:cNvSpPr/>
          <p:nvPr/>
        </p:nvSpPr>
        <p:spPr>
          <a:xfrm>
            <a:off x="952500" y="1257300"/>
            <a:ext cx="18021300" cy="695325"/>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14213D"/>
                </a:solidFill>
                <a:latin typeface="Arial" pitchFamily="34" charset="0"/>
                <a:ea typeface="Arial" pitchFamily="34" charset="-122"/>
                <a:cs typeface="Arial" pitchFamily="34" charset="-120"/>
              </a:rPr>
              <a:t>Implémenter et gérer les modèles sémantiques</a:t>
            </a:r>
            <a:endParaRPr lang="en-US" sz="4500" dirty="0"/>
          </a:p>
        </p:txBody>
      </p:sp>
      <p:sp>
        <p:nvSpPr>
          <p:cNvPr id="4" name="Shape 2"/>
          <p:cNvSpPr/>
          <p:nvPr/>
        </p:nvSpPr>
        <p:spPr>
          <a:xfrm>
            <a:off x="952500" y="3305175"/>
            <a:ext cx="16383000" cy="9525"/>
          </a:xfrm>
          <a:prstGeom prst="rect">
            <a:avLst/>
          </a:prstGeom>
          <a:solidFill>
            <a:srgbClr val="DDE2EC"/>
          </a:solidFill>
          <a:ln/>
        </p:spPr>
        <p:txBody>
          <a:bodyPr/>
          <a:lstStyle/>
          <a:p>
            <a:endParaRPr lang="en-GB"/>
          </a:p>
        </p:txBody>
      </p:sp>
      <p:sp>
        <p:nvSpPr>
          <p:cNvPr id="5" name="Text 3"/>
          <p:cNvSpPr/>
          <p:nvPr/>
        </p:nvSpPr>
        <p:spPr>
          <a:xfrm>
            <a:off x="952500" y="2581275"/>
            <a:ext cx="933450" cy="514350"/>
          </a:xfrm>
          <a:prstGeom prst="rect">
            <a:avLst/>
          </a:prstGeom>
          <a:noFill/>
          <a:ln/>
        </p:spPr>
        <p:txBody>
          <a:bodyPr wrap="square" lIns="25400" tIns="25400" rIns="25400" bIns="25400" rtlCol="0" anchor="t">
            <a:normAutofit fontScale="92500" lnSpcReduction="10000"/>
          </a:bodyPr>
          <a:lstStyle/>
          <a:p>
            <a:pPr marL="0" indent="0" algn="l">
              <a:buNone/>
            </a:pPr>
            <a:r>
              <a:rPr lang="en-US" sz="3300" b="1" dirty="0">
                <a:solidFill>
                  <a:srgbClr val="2A5CA8"/>
                </a:solidFill>
                <a:latin typeface="Courier New" pitchFamily="34" charset="0"/>
                <a:ea typeface="Courier New" pitchFamily="34" charset="-122"/>
                <a:cs typeface="Courier New" pitchFamily="34" charset="-120"/>
              </a:rPr>
              <a:t>09</a:t>
            </a:r>
            <a:endParaRPr lang="en-US" sz="3300" dirty="0"/>
          </a:p>
        </p:txBody>
      </p:sp>
      <p:sp>
        <p:nvSpPr>
          <p:cNvPr id="6" name="Text 4"/>
          <p:cNvSpPr/>
          <p:nvPr/>
        </p:nvSpPr>
        <p:spPr>
          <a:xfrm>
            <a:off x="2190750" y="2614613"/>
            <a:ext cx="14539332"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Conception du modèle sémantique — Partie 1 : calculs DAX</a:t>
            </a:r>
            <a:endParaRPr lang="en-US" sz="2850" dirty="0"/>
          </a:p>
        </p:txBody>
      </p:sp>
      <p:sp>
        <p:nvSpPr>
          <p:cNvPr id="7" name="Text 5"/>
          <p:cNvSpPr/>
          <p:nvPr/>
        </p:nvSpPr>
        <p:spPr>
          <a:xfrm>
            <a:off x="15789325" y="2686050"/>
            <a:ext cx="1700793"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09h00 – 10h45</a:t>
            </a:r>
            <a:endParaRPr lang="en-US" sz="1800" dirty="0"/>
          </a:p>
        </p:txBody>
      </p:sp>
      <p:sp>
        <p:nvSpPr>
          <p:cNvPr id="8" name="Shape 6"/>
          <p:cNvSpPr/>
          <p:nvPr/>
        </p:nvSpPr>
        <p:spPr>
          <a:xfrm>
            <a:off x="952500" y="4286250"/>
            <a:ext cx="16383000" cy="9525"/>
          </a:xfrm>
          <a:prstGeom prst="rect">
            <a:avLst/>
          </a:prstGeom>
          <a:solidFill>
            <a:srgbClr val="DDE2EC"/>
          </a:solidFill>
          <a:ln/>
        </p:spPr>
        <p:txBody>
          <a:bodyPr/>
          <a:lstStyle/>
          <a:p>
            <a:endParaRPr lang="en-GB"/>
          </a:p>
        </p:txBody>
      </p:sp>
      <p:sp>
        <p:nvSpPr>
          <p:cNvPr id="9" name="Text 7"/>
          <p:cNvSpPr/>
          <p:nvPr/>
        </p:nvSpPr>
        <p:spPr>
          <a:xfrm>
            <a:off x="952500" y="3562350"/>
            <a:ext cx="933450" cy="514350"/>
          </a:xfrm>
          <a:prstGeom prst="rect">
            <a:avLst/>
          </a:prstGeom>
          <a:noFill/>
          <a:ln/>
        </p:spPr>
        <p:txBody>
          <a:bodyPr wrap="square" lIns="25400" tIns="25400" rIns="25400" bIns="25400" rtlCol="0" anchor="t">
            <a:normAutofit fontScale="92500" lnSpcReduction="10000"/>
          </a:bodyPr>
          <a:lstStyle/>
          <a:p>
            <a:pPr marL="0" indent="0" algn="l">
              <a:buNone/>
            </a:pPr>
            <a:r>
              <a:rPr lang="en-US" sz="3300" b="1" dirty="0">
                <a:solidFill>
                  <a:srgbClr val="2A5CA8"/>
                </a:solidFill>
                <a:latin typeface="Courier New" pitchFamily="34" charset="0"/>
                <a:ea typeface="Courier New" pitchFamily="34" charset="-122"/>
                <a:cs typeface="Courier New" pitchFamily="34" charset="-120"/>
              </a:rPr>
              <a:t>10</a:t>
            </a:r>
            <a:endParaRPr lang="en-US" sz="3300" dirty="0"/>
          </a:p>
        </p:txBody>
      </p:sp>
      <p:sp>
        <p:nvSpPr>
          <p:cNvPr id="10" name="Text 8"/>
          <p:cNvSpPr/>
          <p:nvPr/>
        </p:nvSpPr>
        <p:spPr>
          <a:xfrm>
            <a:off x="2190750" y="3595688"/>
            <a:ext cx="14591392"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Conception du modèle sémantique — Partie 2 : passage à l'échelle</a:t>
            </a:r>
            <a:endParaRPr lang="en-US" sz="2850" dirty="0"/>
          </a:p>
        </p:txBody>
      </p:sp>
      <p:sp>
        <p:nvSpPr>
          <p:cNvPr id="11" name="Text 9"/>
          <p:cNvSpPr/>
          <p:nvPr/>
        </p:nvSpPr>
        <p:spPr>
          <a:xfrm>
            <a:off x="15836652" y="3667125"/>
            <a:ext cx="1648733"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10h55 – 12h00</a:t>
            </a:r>
            <a:endParaRPr lang="en-US" sz="1800" dirty="0"/>
          </a:p>
        </p:txBody>
      </p:sp>
      <p:sp>
        <p:nvSpPr>
          <p:cNvPr id="12" name="Shape 10"/>
          <p:cNvSpPr/>
          <p:nvPr/>
        </p:nvSpPr>
        <p:spPr>
          <a:xfrm>
            <a:off x="952500" y="5267325"/>
            <a:ext cx="16383000" cy="9525"/>
          </a:xfrm>
          <a:prstGeom prst="rect">
            <a:avLst/>
          </a:prstGeom>
          <a:solidFill>
            <a:srgbClr val="DDE2EC"/>
          </a:solidFill>
          <a:ln/>
        </p:spPr>
        <p:txBody>
          <a:bodyPr/>
          <a:lstStyle/>
          <a:p>
            <a:endParaRPr lang="en-GB"/>
          </a:p>
        </p:txBody>
      </p:sp>
      <p:sp>
        <p:nvSpPr>
          <p:cNvPr id="13" name="Text 11"/>
          <p:cNvSpPr/>
          <p:nvPr/>
        </p:nvSpPr>
        <p:spPr>
          <a:xfrm>
            <a:off x="952500" y="4543425"/>
            <a:ext cx="933450" cy="514350"/>
          </a:xfrm>
          <a:prstGeom prst="rect">
            <a:avLst/>
          </a:prstGeom>
          <a:noFill/>
          <a:ln/>
        </p:spPr>
        <p:txBody>
          <a:bodyPr wrap="square" lIns="25400" tIns="25400" rIns="25400" bIns="25400" rtlCol="0" anchor="t">
            <a:normAutofit fontScale="92500" lnSpcReduction="10000"/>
          </a:bodyPr>
          <a:lstStyle/>
          <a:p>
            <a:pPr marL="0" indent="0" algn="l">
              <a:buNone/>
            </a:pPr>
            <a:r>
              <a:rPr lang="en-US" sz="3300" b="1" dirty="0">
                <a:solidFill>
                  <a:srgbClr val="2A5CA8"/>
                </a:solidFill>
                <a:latin typeface="Courier New" pitchFamily="34" charset="0"/>
                <a:ea typeface="Courier New" pitchFamily="34" charset="-122"/>
                <a:cs typeface="Courier New" pitchFamily="34" charset="-120"/>
              </a:rPr>
              <a:t>11</a:t>
            </a:r>
            <a:endParaRPr lang="en-US" sz="3300" dirty="0"/>
          </a:p>
        </p:txBody>
      </p:sp>
      <p:sp>
        <p:nvSpPr>
          <p:cNvPr id="14" name="Text 12"/>
          <p:cNvSpPr/>
          <p:nvPr/>
        </p:nvSpPr>
        <p:spPr>
          <a:xfrm>
            <a:off x="2190750" y="4576763"/>
            <a:ext cx="14585171"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DAX avancé &amp; Optimisation du modèle</a:t>
            </a:r>
            <a:endParaRPr lang="en-US" sz="2850" dirty="0"/>
          </a:p>
        </p:txBody>
      </p:sp>
      <p:sp>
        <p:nvSpPr>
          <p:cNvPr id="15" name="Text 13"/>
          <p:cNvSpPr/>
          <p:nvPr/>
        </p:nvSpPr>
        <p:spPr>
          <a:xfrm>
            <a:off x="15830996" y="4648200"/>
            <a:ext cx="1654954"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13h00 – 14h45</a:t>
            </a:r>
            <a:endParaRPr lang="en-US" sz="1800" dirty="0"/>
          </a:p>
        </p:txBody>
      </p:sp>
      <p:sp>
        <p:nvSpPr>
          <p:cNvPr id="16" name="Text 14"/>
          <p:cNvSpPr/>
          <p:nvPr/>
        </p:nvSpPr>
        <p:spPr>
          <a:xfrm>
            <a:off x="952500" y="5524500"/>
            <a:ext cx="933450" cy="514350"/>
          </a:xfrm>
          <a:prstGeom prst="rect">
            <a:avLst/>
          </a:prstGeom>
          <a:noFill/>
          <a:ln/>
        </p:spPr>
        <p:txBody>
          <a:bodyPr wrap="square" lIns="25400" tIns="25400" rIns="25400" bIns="25400" rtlCol="0" anchor="t">
            <a:normAutofit fontScale="92500" lnSpcReduction="10000"/>
          </a:bodyPr>
          <a:lstStyle/>
          <a:p>
            <a:pPr marL="0" indent="0" algn="l">
              <a:buNone/>
            </a:pPr>
            <a:r>
              <a:rPr lang="en-US" sz="3300" b="1" dirty="0">
                <a:solidFill>
                  <a:srgbClr val="2A5CA8"/>
                </a:solidFill>
                <a:latin typeface="Courier New" pitchFamily="34" charset="0"/>
                <a:ea typeface="Courier New" pitchFamily="34" charset="-122"/>
                <a:cs typeface="Courier New" pitchFamily="34" charset="-120"/>
              </a:rPr>
              <a:t>12</a:t>
            </a:r>
            <a:endParaRPr lang="en-US" sz="3300" dirty="0"/>
          </a:p>
        </p:txBody>
      </p:sp>
      <p:sp>
        <p:nvSpPr>
          <p:cNvPr id="17" name="Text 15"/>
          <p:cNvSpPr/>
          <p:nvPr/>
        </p:nvSpPr>
        <p:spPr>
          <a:xfrm>
            <a:off x="2190750" y="5557838"/>
            <a:ext cx="14589591"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Sécuriser, actualiser et mettre en pratique : étude de cas de bout en bout</a:t>
            </a:r>
            <a:endParaRPr lang="en-US" sz="2850" dirty="0"/>
          </a:p>
        </p:txBody>
      </p:sp>
      <p:sp>
        <p:nvSpPr>
          <p:cNvPr id="18" name="Text 16"/>
          <p:cNvSpPr/>
          <p:nvPr/>
        </p:nvSpPr>
        <p:spPr>
          <a:xfrm>
            <a:off x="15835015" y="5629275"/>
            <a:ext cx="1650534"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14h55 – 17h00</a:t>
            </a:r>
            <a:endParaRPr lang="en-US" sz="1800" dirty="0"/>
          </a:p>
        </p:txBody>
      </p:sp>
      <p:sp>
        <p:nvSpPr>
          <p:cNvPr id="19" name="Text 17"/>
          <p:cNvSpPr/>
          <p:nvPr/>
        </p:nvSpPr>
        <p:spPr>
          <a:xfrm>
            <a:off x="952500" y="92583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Fil rouge : NordShop — commandes, produits, clients (CSV + base SQL Server)</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952500" y="3671888"/>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09 · CONCEPTION DU MODÈLE SÉMANTIQUE — PARTIE 1</a:t>
            </a:r>
            <a:endParaRPr lang="en-US" sz="1650" dirty="0"/>
          </a:p>
        </p:txBody>
      </p:sp>
      <p:sp>
        <p:nvSpPr>
          <p:cNvPr id="3" name="Text 1"/>
          <p:cNvSpPr/>
          <p:nvPr/>
        </p:nvSpPr>
        <p:spPr>
          <a:xfrm>
            <a:off x="952500" y="4110038"/>
            <a:ext cx="15716250" cy="695325"/>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FFFFFF"/>
                </a:solidFill>
                <a:latin typeface="Arial" pitchFamily="34" charset="0"/>
                <a:ea typeface="Arial" pitchFamily="34" charset="-122"/>
                <a:cs typeface="Arial" pitchFamily="34" charset="-120"/>
              </a:rPr>
              <a:t>Créer des calculs DAX qui tiennent la route</a:t>
            </a:r>
            <a:endParaRPr lang="en-US" sz="4500" dirty="0"/>
          </a:p>
        </p:txBody>
      </p:sp>
      <p:sp>
        <p:nvSpPr>
          <p:cNvPr id="4" name="Text 2"/>
          <p:cNvSpPr/>
          <p:nvPr/>
        </p:nvSpPr>
        <p:spPr>
          <a:xfrm>
            <a:off x="952500" y="5186363"/>
            <a:ext cx="419249"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01</a:t>
            </a:r>
            <a:endParaRPr lang="en-US" sz="2250" dirty="0"/>
          </a:p>
        </p:txBody>
      </p:sp>
      <p:sp>
        <p:nvSpPr>
          <p:cNvPr id="5" name="Text 3"/>
          <p:cNvSpPr/>
          <p:nvPr/>
        </p:nvSpPr>
        <p:spPr>
          <a:xfrm>
            <a:off x="1524149" y="5186363"/>
            <a:ext cx="12192863"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Différencier tables, colonnes et mesures calculées, et choisir quand utiliser chacune</a:t>
            </a:r>
            <a:endParaRPr lang="en-US" sz="2250" dirty="0"/>
          </a:p>
        </p:txBody>
      </p:sp>
      <p:sp>
        <p:nvSpPr>
          <p:cNvPr id="6" name="Text 4"/>
          <p:cNvSpPr/>
          <p:nvPr/>
        </p:nvSpPr>
        <p:spPr>
          <a:xfrm>
            <a:off x="952500" y="5776913"/>
            <a:ext cx="419249"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02</a:t>
            </a:r>
            <a:endParaRPr lang="en-US" sz="2250" dirty="0"/>
          </a:p>
        </p:txBody>
      </p:sp>
      <p:sp>
        <p:nvSpPr>
          <p:cNvPr id="7" name="Text 5"/>
          <p:cNvSpPr/>
          <p:nvPr/>
        </p:nvSpPr>
        <p:spPr>
          <a:xfrm>
            <a:off x="1524149" y="5776913"/>
            <a:ext cx="7252722"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Décrire le contexte de ligne et le contexte de filtre</a:t>
            </a:r>
            <a:endParaRPr lang="en-US" sz="2250" dirty="0"/>
          </a:p>
        </p:txBody>
      </p:sp>
      <p:sp>
        <p:nvSpPr>
          <p:cNvPr id="8" name="Text 6"/>
          <p:cNvSpPr/>
          <p:nvPr/>
        </p:nvSpPr>
        <p:spPr>
          <a:xfrm>
            <a:off x="952500" y="6367463"/>
            <a:ext cx="419249"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03</a:t>
            </a:r>
            <a:endParaRPr lang="en-US" sz="2250" dirty="0"/>
          </a:p>
        </p:txBody>
      </p:sp>
      <p:sp>
        <p:nvSpPr>
          <p:cNvPr id="9" name="Text 7"/>
          <p:cNvSpPr/>
          <p:nvPr/>
        </p:nvSpPr>
        <p:spPr>
          <a:xfrm>
            <a:off x="1524149" y="6367463"/>
            <a:ext cx="8823856"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Créer des mesures composées avec des fonctions d'itérateur</a:t>
            </a:r>
            <a:endParaRPr lang="en-US" sz="2250" dirty="0"/>
          </a:p>
        </p:txBody>
      </p:sp>
      <p:sp>
        <p:nvSpPr>
          <p:cNvPr id="10" name="Text 8"/>
          <p:cNvSpPr/>
          <p:nvPr/>
        </p:nvSpPr>
        <p:spPr>
          <a:xfrm>
            <a:off x="16011376" y="9258300"/>
            <a:ext cx="1456536"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FA1C4"/>
                </a:solidFill>
                <a:latin typeface="Arial" pitchFamily="34" charset="0"/>
                <a:ea typeface="Arial" pitchFamily="34" charset="-122"/>
                <a:cs typeface="Arial" pitchFamily="34" charset="-120"/>
              </a:rPr>
              <a:t>Durée : 1h45</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B"/>
        </a:solidFill>
        <a:effectLst/>
      </p:bgPr>
    </p:bg>
    <p:spTree>
      <p:nvGrpSpPr>
        <p:cNvPr id="1" name=""/>
        <p:cNvGrpSpPr/>
        <p:nvPr/>
      </p:nvGrpSpPr>
      <p:grpSpPr>
        <a:xfrm>
          <a:off x="0" y="0"/>
          <a:ext cx="0" cy="0"/>
          <a:chOff x="0" y="0"/>
          <a:chExt cx="0" cy="0"/>
        </a:xfrm>
      </p:grpSpPr>
      <p:sp>
        <p:nvSpPr>
          <p:cNvPr id="2" name="Text 0"/>
          <p:cNvSpPr/>
          <p:nvPr/>
        </p:nvSpPr>
        <p:spPr>
          <a:xfrm>
            <a:off x="952500" y="857250"/>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CONCEPTION DU MODÈLE SÉMANTIQUE — PARTIE 1</a:t>
            </a:r>
            <a:endParaRPr lang="en-US" sz="1650" dirty="0"/>
          </a:p>
        </p:txBody>
      </p:sp>
      <p:sp>
        <p:nvSpPr>
          <p:cNvPr id="3" name="Text 1"/>
          <p:cNvSpPr/>
          <p:nvPr/>
        </p:nvSpPr>
        <p:spPr>
          <a:xfrm>
            <a:off x="952500" y="1257300"/>
            <a:ext cx="18021300" cy="695325"/>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14213D"/>
                </a:solidFill>
                <a:latin typeface="Arial" pitchFamily="34" charset="0"/>
                <a:ea typeface="Arial" pitchFamily="34" charset="-122"/>
                <a:cs typeface="Arial" pitchFamily="34" charset="-120"/>
              </a:rPr>
              <a:t>Power Query façonne, DAX calcule à la demande</a:t>
            </a:r>
            <a:endParaRPr lang="en-US" sz="4500" dirty="0"/>
          </a:p>
        </p:txBody>
      </p:sp>
      <p:sp>
        <p:nvSpPr>
          <p:cNvPr id="4" name="Shape 2"/>
          <p:cNvSpPr/>
          <p:nvPr/>
        </p:nvSpPr>
        <p:spPr>
          <a:xfrm>
            <a:off x="952500" y="2333625"/>
            <a:ext cx="8048625" cy="6696075"/>
          </a:xfrm>
          <a:prstGeom prst="roundRect">
            <a:avLst>
              <a:gd name="adj" fmla="val 569"/>
            </a:avLst>
          </a:prstGeom>
          <a:solidFill>
            <a:srgbClr val="FFFFFF"/>
          </a:solidFill>
          <a:ln w="9525">
            <a:solidFill>
              <a:srgbClr val="DDE2EC"/>
            </a:solidFill>
            <a:prstDash val="solid"/>
          </a:ln>
        </p:spPr>
        <p:txBody>
          <a:bodyPr/>
          <a:lstStyle/>
          <a:p>
            <a:endParaRPr lang="en-GB"/>
          </a:p>
        </p:txBody>
      </p:sp>
      <p:sp>
        <p:nvSpPr>
          <p:cNvPr id="5" name="Text 3"/>
          <p:cNvSpPr/>
          <p:nvPr/>
        </p:nvSpPr>
        <p:spPr>
          <a:xfrm>
            <a:off x="1343025" y="2724150"/>
            <a:ext cx="7994333"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Power Query</a:t>
            </a:r>
            <a:endParaRPr lang="en-US" sz="2850" dirty="0"/>
          </a:p>
        </p:txBody>
      </p:sp>
      <p:sp>
        <p:nvSpPr>
          <p:cNvPr id="6" name="Text 4"/>
          <p:cNvSpPr/>
          <p:nvPr/>
        </p:nvSpPr>
        <p:spPr>
          <a:xfrm>
            <a:off x="1343025" y="3286125"/>
            <a:ext cx="7485602" cy="838200"/>
          </a:xfrm>
          <a:prstGeom prst="rect">
            <a:avLst/>
          </a:prstGeom>
          <a:noFill/>
          <a:ln/>
        </p:spPr>
        <p:txBody>
          <a:bodyPr wrap="square" lIns="25400" tIns="25400" rIns="25400" bIns="25400" rtlCol="0" anchor="t">
            <a:normAutofit lnSpcReduction="10000"/>
          </a:bodyPr>
          <a:lstStyle/>
          <a:p>
            <a:pPr marL="0" indent="0" algn="l">
              <a:lnSpc>
                <a:spcPct val="123529"/>
              </a:lnSpc>
              <a:buNone/>
            </a:pPr>
            <a:r>
              <a:rPr lang="en-US" sz="2250" dirty="0">
                <a:solidFill>
                  <a:srgbClr val="4B5568"/>
                </a:solidFill>
                <a:latin typeface="Arial" pitchFamily="34" charset="0"/>
                <a:ea typeface="Arial" pitchFamily="34" charset="-122"/>
                <a:cs typeface="Arial" pitchFamily="34" charset="-120"/>
              </a:rPr>
              <a:t>S'exécute à l'actualisation. Supprime, renomme, filtre des colonnes AVANT le chargement.</a:t>
            </a:r>
            <a:endParaRPr lang="en-US" sz="2250" dirty="0"/>
          </a:p>
        </p:txBody>
      </p:sp>
      <p:sp>
        <p:nvSpPr>
          <p:cNvPr id="7" name="Shape 5"/>
          <p:cNvSpPr/>
          <p:nvPr/>
        </p:nvSpPr>
        <p:spPr>
          <a:xfrm>
            <a:off x="9305925" y="2333625"/>
            <a:ext cx="8029575" cy="6696075"/>
          </a:xfrm>
          <a:prstGeom prst="roundRect">
            <a:avLst>
              <a:gd name="adj" fmla="val 569"/>
            </a:avLst>
          </a:prstGeom>
          <a:solidFill>
            <a:srgbClr val="0B2545"/>
          </a:solidFill>
          <a:ln/>
        </p:spPr>
        <p:txBody>
          <a:bodyPr/>
          <a:lstStyle/>
          <a:p>
            <a:endParaRPr lang="en-GB"/>
          </a:p>
        </p:txBody>
      </p:sp>
      <p:sp>
        <p:nvSpPr>
          <p:cNvPr id="8" name="Text 6"/>
          <p:cNvSpPr/>
          <p:nvPr/>
        </p:nvSpPr>
        <p:spPr>
          <a:xfrm>
            <a:off x="9686925" y="2714625"/>
            <a:ext cx="7994333"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C98A2B"/>
                </a:solidFill>
                <a:latin typeface="Arial" pitchFamily="34" charset="0"/>
                <a:ea typeface="Arial" pitchFamily="34" charset="-122"/>
                <a:cs typeface="Arial" pitchFamily="34" charset="-120"/>
              </a:rPr>
              <a:t>DAX</a:t>
            </a:r>
            <a:endParaRPr lang="en-US" sz="2850" dirty="0"/>
          </a:p>
        </p:txBody>
      </p:sp>
      <p:sp>
        <p:nvSpPr>
          <p:cNvPr id="9" name="Text 7"/>
          <p:cNvSpPr/>
          <p:nvPr/>
        </p:nvSpPr>
        <p:spPr>
          <a:xfrm>
            <a:off x="9686925" y="3276600"/>
            <a:ext cx="7485602" cy="838200"/>
          </a:xfrm>
          <a:prstGeom prst="rect">
            <a:avLst/>
          </a:prstGeom>
          <a:noFill/>
          <a:ln/>
        </p:spPr>
        <p:txBody>
          <a:bodyPr wrap="square" lIns="25400" tIns="25400" rIns="25400" bIns="25400" rtlCol="0" anchor="t">
            <a:normAutofit lnSpcReduction="10000"/>
          </a:bodyPr>
          <a:lstStyle/>
          <a:p>
            <a:pPr marL="0" indent="0" algn="l">
              <a:lnSpc>
                <a:spcPct val="123529"/>
              </a:lnSpc>
              <a:buNone/>
            </a:pPr>
            <a:r>
              <a:rPr lang="en-US" sz="2250" dirty="0">
                <a:solidFill>
                  <a:srgbClr val="E4E9F5"/>
                </a:solidFill>
                <a:latin typeface="Arial" pitchFamily="34" charset="0"/>
                <a:ea typeface="Arial" pitchFamily="34" charset="-122"/>
                <a:cs typeface="Arial" pitchFamily="34" charset="-120"/>
              </a:rPr>
              <a:t>S'exécute au moment de la requête. Crée tables, colonnes et mesures APRÈS le chargement.</a:t>
            </a:r>
            <a:endParaRPr lang="en-US" sz="2250" dirty="0"/>
          </a:p>
        </p:txBody>
      </p:sp>
      <p:sp>
        <p:nvSpPr>
          <p:cNvPr id="10" name="Text 8"/>
          <p:cNvSpPr/>
          <p:nvPr/>
        </p:nvSpPr>
        <p:spPr>
          <a:xfrm>
            <a:off x="952500" y="92583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Mesure explicite (ex. Revenue = SUM(Ventes[Montant])) : cohérente partout, contrairement à une mesure implicite fabriquée automatiquement par l'outil</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57250"/>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CONCEPTION DU MODÈLE SÉMANTIQUE — PARTIE 1</a:t>
            </a:r>
            <a:endParaRPr lang="en-US" sz="1650" dirty="0"/>
          </a:p>
        </p:txBody>
      </p:sp>
      <p:sp>
        <p:nvSpPr>
          <p:cNvPr id="3" name="Text 1"/>
          <p:cNvSpPr/>
          <p:nvPr/>
        </p:nvSpPr>
        <p:spPr>
          <a:xfrm>
            <a:off x="952500" y="1257300"/>
            <a:ext cx="18021300" cy="695325"/>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14213D"/>
                </a:solidFill>
                <a:latin typeface="Arial" pitchFamily="34" charset="0"/>
                <a:ea typeface="Arial" pitchFamily="34" charset="-122"/>
                <a:cs typeface="Arial" pitchFamily="34" charset="-120"/>
              </a:rPr>
              <a:t>Contexte de ligne, contexte de filtre, itérateurs</a:t>
            </a:r>
            <a:endParaRPr lang="en-US" sz="4500" dirty="0"/>
          </a:p>
        </p:txBody>
      </p:sp>
      <p:sp>
        <p:nvSpPr>
          <p:cNvPr id="4" name="Shape 2"/>
          <p:cNvSpPr/>
          <p:nvPr/>
        </p:nvSpPr>
        <p:spPr>
          <a:xfrm>
            <a:off x="952500" y="2333625"/>
            <a:ext cx="16383000" cy="1432471"/>
          </a:xfrm>
          <a:prstGeom prst="roundRect">
            <a:avLst>
              <a:gd name="adj" fmla="val 2660"/>
            </a:avLst>
          </a:prstGeom>
          <a:solidFill>
            <a:srgbClr val="0D1526"/>
          </a:solidFill>
          <a:ln/>
        </p:spPr>
        <p:txBody>
          <a:bodyPr/>
          <a:lstStyle/>
          <a:p>
            <a:endParaRPr lang="en-GB"/>
          </a:p>
        </p:txBody>
      </p:sp>
      <p:sp>
        <p:nvSpPr>
          <p:cNvPr id="5" name="Text 3"/>
          <p:cNvSpPr/>
          <p:nvPr/>
        </p:nvSpPr>
        <p:spPr>
          <a:xfrm>
            <a:off x="1333500" y="2676525"/>
            <a:ext cx="17183100"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75" dirty="0">
                <a:solidFill>
                  <a:srgbClr val="C98A2B"/>
                </a:solidFill>
                <a:latin typeface="Arial" pitchFamily="34" charset="0"/>
                <a:ea typeface="Arial" pitchFamily="34" charset="-122"/>
                <a:cs typeface="Arial" pitchFamily="34" charset="-120"/>
              </a:rPr>
              <a:t>MESURE ITÉRATIVE</a:t>
            </a:r>
            <a:endParaRPr lang="en-US" sz="1800" dirty="0"/>
          </a:p>
        </p:txBody>
      </p:sp>
      <p:sp>
        <p:nvSpPr>
          <p:cNvPr id="6" name="Text 4"/>
          <p:cNvSpPr/>
          <p:nvPr/>
        </p:nvSpPr>
        <p:spPr>
          <a:xfrm>
            <a:off x="1333500" y="3057525"/>
            <a:ext cx="16089630" cy="403771"/>
          </a:xfrm>
          <a:prstGeom prst="rect">
            <a:avLst/>
          </a:prstGeom>
          <a:noFill/>
          <a:ln/>
        </p:spPr>
        <p:txBody>
          <a:bodyPr wrap="square" lIns="25400" tIns="25400" rIns="25400" bIns="25400" rtlCol="0" anchor="t">
            <a:normAutofit lnSpcReduction="10000"/>
          </a:bodyPr>
          <a:lstStyle/>
          <a:p>
            <a:pPr marL="0" indent="0" algn="l">
              <a:lnSpc>
                <a:spcPct val="142222"/>
              </a:lnSpc>
              <a:buNone/>
            </a:pPr>
            <a:r>
              <a:rPr lang="en-US" sz="1800" dirty="0">
                <a:solidFill>
                  <a:srgbClr val="D6E0F5"/>
                </a:solidFill>
                <a:latin typeface="Courier New" pitchFamily="34" charset="0"/>
                <a:ea typeface="Courier New" pitchFamily="34" charset="-122"/>
                <a:cs typeface="Courier New" pitchFamily="34" charset="-120"/>
              </a:rPr>
              <a:t>ChiffreAffaires = SUMX(Ventes, Ventes[Qté] * Ventes[Prix] * (1 - Ventes[Remise]))</a:t>
            </a:r>
            <a:endParaRPr lang="en-US" sz="1800" dirty="0"/>
          </a:p>
        </p:txBody>
      </p:sp>
      <p:sp>
        <p:nvSpPr>
          <p:cNvPr id="7" name="Shape 5"/>
          <p:cNvSpPr/>
          <p:nvPr/>
        </p:nvSpPr>
        <p:spPr>
          <a:xfrm>
            <a:off x="952500" y="4032796"/>
            <a:ext cx="8039100" cy="5492204"/>
          </a:xfrm>
          <a:prstGeom prst="roundRect">
            <a:avLst>
              <a:gd name="adj" fmla="val 694"/>
            </a:avLst>
          </a:prstGeom>
          <a:solidFill>
            <a:srgbClr val="F6F7FB"/>
          </a:solidFill>
          <a:ln/>
        </p:spPr>
        <p:txBody>
          <a:bodyPr/>
          <a:lstStyle/>
          <a:p>
            <a:endParaRPr lang="en-GB"/>
          </a:p>
        </p:txBody>
      </p:sp>
      <p:sp>
        <p:nvSpPr>
          <p:cNvPr id="8" name="Text 6"/>
          <p:cNvSpPr/>
          <p:nvPr/>
        </p:nvSpPr>
        <p:spPr>
          <a:xfrm>
            <a:off x="1257300" y="4337596"/>
            <a:ext cx="8172450"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Contexte de ligne</a:t>
            </a:r>
            <a:endParaRPr lang="en-US" sz="2850" dirty="0"/>
          </a:p>
        </p:txBody>
      </p:sp>
      <p:sp>
        <p:nvSpPr>
          <p:cNvPr id="9" name="Text 7"/>
          <p:cNvSpPr/>
          <p:nvPr/>
        </p:nvSpPr>
        <p:spPr>
          <a:xfrm>
            <a:off x="1257300" y="4861471"/>
            <a:ext cx="8172450"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4B5568"/>
                </a:solidFill>
                <a:latin typeface="Arial" pitchFamily="34" charset="0"/>
                <a:ea typeface="Arial" pitchFamily="34" charset="-122"/>
                <a:cs typeface="Arial" pitchFamily="34" charset="-120"/>
              </a:rPr>
              <a:t>Chaque ligne évaluée individuellement</a:t>
            </a:r>
            <a:endParaRPr lang="en-US" sz="2250" dirty="0"/>
          </a:p>
        </p:txBody>
      </p:sp>
      <p:sp>
        <p:nvSpPr>
          <p:cNvPr id="10" name="Shape 8"/>
          <p:cNvSpPr/>
          <p:nvPr/>
        </p:nvSpPr>
        <p:spPr>
          <a:xfrm>
            <a:off x="9296400" y="4032796"/>
            <a:ext cx="8039100" cy="5492204"/>
          </a:xfrm>
          <a:prstGeom prst="roundRect">
            <a:avLst>
              <a:gd name="adj" fmla="val 694"/>
            </a:avLst>
          </a:prstGeom>
          <a:solidFill>
            <a:srgbClr val="F6F7FB"/>
          </a:solidFill>
          <a:ln/>
        </p:spPr>
        <p:txBody>
          <a:bodyPr/>
          <a:lstStyle/>
          <a:p>
            <a:endParaRPr lang="en-GB"/>
          </a:p>
        </p:txBody>
      </p:sp>
      <p:sp>
        <p:nvSpPr>
          <p:cNvPr id="11" name="Text 9"/>
          <p:cNvSpPr/>
          <p:nvPr/>
        </p:nvSpPr>
        <p:spPr>
          <a:xfrm>
            <a:off x="9601200" y="4337596"/>
            <a:ext cx="8172450"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Contexte de filtre</a:t>
            </a:r>
            <a:endParaRPr lang="en-US" sz="2850" dirty="0"/>
          </a:p>
        </p:txBody>
      </p:sp>
      <p:sp>
        <p:nvSpPr>
          <p:cNvPr id="12" name="Text 10"/>
          <p:cNvSpPr/>
          <p:nvPr/>
        </p:nvSpPr>
        <p:spPr>
          <a:xfrm>
            <a:off x="9601200" y="4861471"/>
            <a:ext cx="8172450"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4B5568"/>
                </a:solidFill>
                <a:latin typeface="Arial" pitchFamily="34" charset="0"/>
                <a:ea typeface="Arial" pitchFamily="34" charset="-122"/>
                <a:cs typeface="Arial" pitchFamily="34" charset="-120"/>
              </a:rPr>
              <a:t>Quelles lignes sont visibles dans le visuel</a:t>
            </a:r>
            <a:endParaRPr lang="en-US" sz="2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52500" y="857250"/>
            <a:ext cx="2490639" cy="438150"/>
          </a:xfrm>
          <a:prstGeom prst="roundRect">
            <a:avLst>
              <a:gd name="adj" fmla="val 6522"/>
            </a:avLst>
          </a:prstGeom>
          <a:solidFill>
            <a:srgbClr val="C98A2B"/>
          </a:solidFill>
          <a:ln/>
        </p:spPr>
        <p:txBody>
          <a:bodyPr/>
          <a:lstStyle/>
          <a:p>
            <a:endParaRPr lang="en-GB"/>
          </a:p>
        </p:txBody>
      </p:sp>
      <p:sp>
        <p:nvSpPr>
          <p:cNvPr id="3" name="Text 1"/>
          <p:cNvSpPr/>
          <p:nvPr/>
        </p:nvSpPr>
        <p:spPr>
          <a:xfrm>
            <a:off x="1162050" y="952500"/>
            <a:ext cx="2147739" cy="285750"/>
          </a:xfrm>
          <a:prstGeom prst="rect">
            <a:avLst/>
          </a:prstGeom>
          <a:noFill/>
          <a:ln/>
        </p:spPr>
        <p:txBody>
          <a:bodyPr wrap="square" lIns="25400" tIns="25400" rIns="25400" bIns="25400" rtlCol="0" anchor="t">
            <a:normAutofit fontScale="92500"/>
          </a:bodyPr>
          <a:lstStyle/>
          <a:p>
            <a:pPr marL="0" indent="0" algn="l">
              <a:buNone/>
            </a:pPr>
            <a:r>
              <a:rPr lang="en-US" sz="1650" b="1" kern="0" spc="150" dirty="0">
                <a:solidFill>
                  <a:srgbClr val="0B2545"/>
                </a:solidFill>
                <a:latin typeface="Arial" pitchFamily="34" charset="0"/>
                <a:ea typeface="Arial" pitchFamily="34" charset="-122"/>
                <a:cs typeface="Arial" pitchFamily="34" charset="-120"/>
              </a:rPr>
              <a:t>DÉMONSTRATION</a:t>
            </a:r>
            <a:endParaRPr lang="en-US" sz="1650" dirty="0"/>
          </a:p>
        </p:txBody>
      </p:sp>
      <p:sp>
        <p:nvSpPr>
          <p:cNvPr id="4" name="Text 2"/>
          <p:cNvSpPr/>
          <p:nvPr/>
        </p:nvSpPr>
        <p:spPr>
          <a:xfrm>
            <a:off x="3633639" y="871538"/>
            <a:ext cx="8342055"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FFFFFF"/>
                </a:solidFill>
                <a:latin typeface="Arial" pitchFamily="34" charset="0"/>
                <a:ea typeface="Arial" pitchFamily="34" charset="-122"/>
                <a:cs typeface="Arial" pitchFamily="34" charset="-120"/>
              </a:rPr>
              <a:t>Des mesures simples aux mesures composées</a:t>
            </a:r>
            <a:endParaRPr lang="en-US" sz="2850" dirty="0"/>
          </a:p>
        </p:txBody>
      </p:sp>
      <p:sp>
        <p:nvSpPr>
          <p:cNvPr id="5" name="Text 3"/>
          <p:cNvSpPr/>
          <p:nvPr/>
        </p:nvSpPr>
        <p:spPr>
          <a:xfrm>
            <a:off x="952500" y="1714500"/>
            <a:ext cx="609600"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1</a:t>
            </a:r>
            <a:endParaRPr lang="en-US" sz="2250" dirty="0"/>
          </a:p>
        </p:txBody>
      </p:sp>
      <p:sp>
        <p:nvSpPr>
          <p:cNvPr id="6" name="Text 4"/>
          <p:cNvSpPr/>
          <p:nvPr/>
        </p:nvSpPr>
        <p:spPr>
          <a:xfrm>
            <a:off x="1752600" y="1714500"/>
            <a:ext cx="8334360" cy="419100"/>
          </a:xfrm>
          <a:prstGeom prst="rect">
            <a:avLst/>
          </a:prstGeom>
          <a:noFill/>
          <a:ln/>
        </p:spPr>
        <p:txBody>
          <a:bodyPr wrap="square" lIns="25400" tIns="25400" rIns="25400" bIns="25400" rtlCol="0" anchor="t">
            <a:normAutofit/>
          </a:bodyPr>
          <a:lstStyle/>
          <a:p>
            <a:pPr marL="0" indent="0" algn="l">
              <a:buNone/>
            </a:pPr>
            <a:r>
              <a:rPr lang="en-US" sz="2250" dirty="0">
                <a:solidFill>
                  <a:srgbClr val="E4E9F5"/>
                </a:solidFill>
                <a:latin typeface="Arial" pitchFamily="34" charset="0"/>
                <a:ea typeface="Arial" pitchFamily="34" charset="-122"/>
                <a:cs typeface="Arial" pitchFamily="34" charset="-120"/>
              </a:rPr>
              <a:t>Créer une table calculée de dates avec </a:t>
            </a:r>
            <a:r>
              <a:rPr lang="en-US" sz="2250" dirty="0">
                <a:solidFill>
                  <a:srgbClr val="FFFFFF"/>
                </a:solidFill>
                <a:latin typeface="Courier New" pitchFamily="34" charset="0"/>
                <a:ea typeface="Courier New" pitchFamily="34" charset="-122"/>
                <a:cs typeface="Courier New" pitchFamily="34" charset="-120"/>
              </a:rPr>
              <a:t>CALENDARAUTO()</a:t>
            </a:r>
            <a:endParaRPr lang="en-US" sz="2250" dirty="0"/>
          </a:p>
        </p:txBody>
      </p:sp>
      <p:sp>
        <p:nvSpPr>
          <p:cNvPr id="7" name="Text 5"/>
          <p:cNvSpPr/>
          <p:nvPr/>
        </p:nvSpPr>
        <p:spPr>
          <a:xfrm>
            <a:off x="952500" y="2305050"/>
            <a:ext cx="609600"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2</a:t>
            </a:r>
            <a:endParaRPr lang="en-US" sz="2250" dirty="0"/>
          </a:p>
        </p:txBody>
      </p:sp>
      <p:sp>
        <p:nvSpPr>
          <p:cNvPr id="8" name="Text 6"/>
          <p:cNvSpPr/>
          <p:nvPr/>
        </p:nvSpPr>
        <p:spPr>
          <a:xfrm>
            <a:off x="1752600" y="2305050"/>
            <a:ext cx="9567922" cy="419100"/>
          </a:xfrm>
          <a:prstGeom prst="rect">
            <a:avLst/>
          </a:prstGeom>
          <a:noFill/>
          <a:ln/>
        </p:spPr>
        <p:txBody>
          <a:bodyPr wrap="square" lIns="25400" tIns="25400" rIns="25400" bIns="25400" rtlCol="0" anchor="t">
            <a:normAutofit/>
          </a:bodyPr>
          <a:lstStyle/>
          <a:p>
            <a:pPr marL="0" indent="0" algn="l">
              <a:buNone/>
            </a:pPr>
            <a:r>
              <a:rPr lang="en-US" sz="2250" dirty="0">
                <a:solidFill>
                  <a:srgbClr val="E4E9F5"/>
                </a:solidFill>
                <a:latin typeface="Arial" pitchFamily="34" charset="0"/>
                <a:ea typeface="Arial" pitchFamily="34" charset="-122"/>
                <a:cs typeface="Arial" pitchFamily="34" charset="-120"/>
              </a:rPr>
              <a:t>Créer la mesure </a:t>
            </a:r>
            <a:r>
              <a:rPr lang="en-US" sz="2250" dirty="0">
                <a:solidFill>
                  <a:srgbClr val="FFFFFF"/>
                </a:solidFill>
                <a:latin typeface="Courier New" pitchFamily="34" charset="0"/>
                <a:ea typeface="Courier New" pitchFamily="34" charset="-122"/>
                <a:cs typeface="Courier New" pitchFamily="34" charset="-120"/>
              </a:rPr>
              <a:t>ChiffreAffaires = SUM(Ventes[Montant])</a:t>
            </a:r>
            <a:endParaRPr lang="en-US" sz="2250" dirty="0"/>
          </a:p>
        </p:txBody>
      </p:sp>
      <p:sp>
        <p:nvSpPr>
          <p:cNvPr id="9" name="Text 7"/>
          <p:cNvSpPr/>
          <p:nvPr/>
        </p:nvSpPr>
        <p:spPr>
          <a:xfrm>
            <a:off x="952500" y="2895600"/>
            <a:ext cx="609600"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3</a:t>
            </a:r>
            <a:endParaRPr lang="en-US" sz="2250" dirty="0"/>
          </a:p>
        </p:txBody>
      </p:sp>
      <p:sp>
        <p:nvSpPr>
          <p:cNvPr id="10" name="Text 8"/>
          <p:cNvSpPr/>
          <p:nvPr/>
        </p:nvSpPr>
        <p:spPr>
          <a:xfrm>
            <a:off x="1752600" y="2895600"/>
            <a:ext cx="7978125" cy="419100"/>
          </a:xfrm>
          <a:prstGeom prst="rect">
            <a:avLst/>
          </a:prstGeom>
          <a:noFill/>
          <a:ln/>
        </p:spPr>
        <p:txBody>
          <a:bodyPr wrap="square" lIns="25400" tIns="25400" rIns="25400" bIns="25400" rtlCol="0" anchor="t">
            <a:normAutofit/>
          </a:bodyPr>
          <a:lstStyle/>
          <a:p>
            <a:pPr marL="0" indent="0" algn="l">
              <a:buNone/>
            </a:pPr>
            <a:r>
              <a:rPr lang="en-US" sz="2250" dirty="0">
                <a:solidFill>
                  <a:srgbClr val="E4E9F5"/>
                </a:solidFill>
                <a:latin typeface="Arial" pitchFamily="34" charset="0"/>
                <a:ea typeface="Arial" pitchFamily="34" charset="-122"/>
                <a:cs typeface="Arial" pitchFamily="34" charset="-120"/>
              </a:rPr>
              <a:t>Composer </a:t>
            </a:r>
            <a:r>
              <a:rPr lang="en-US" sz="2250" dirty="0">
                <a:solidFill>
                  <a:srgbClr val="FFFFFF"/>
                </a:solidFill>
                <a:latin typeface="Courier New" pitchFamily="34" charset="0"/>
                <a:ea typeface="Courier New" pitchFamily="34" charset="-122"/>
                <a:cs typeface="Courier New" pitchFamily="34" charset="-120"/>
              </a:rPr>
              <a:t>Marge = [ChiffreAffaires] − [Coût]</a:t>
            </a:r>
            <a:endParaRPr lang="en-US" sz="2250" dirty="0"/>
          </a:p>
        </p:txBody>
      </p:sp>
      <p:sp>
        <p:nvSpPr>
          <p:cNvPr id="11" name="Text 9"/>
          <p:cNvSpPr/>
          <p:nvPr/>
        </p:nvSpPr>
        <p:spPr>
          <a:xfrm>
            <a:off x="952500" y="3486150"/>
            <a:ext cx="609600"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4</a:t>
            </a:r>
            <a:endParaRPr lang="en-US" sz="2250" dirty="0"/>
          </a:p>
        </p:txBody>
      </p:sp>
      <p:sp>
        <p:nvSpPr>
          <p:cNvPr id="12" name="Text 10"/>
          <p:cNvSpPr/>
          <p:nvPr/>
        </p:nvSpPr>
        <p:spPr>
          <a:xfrm>
            <a:off x="1752600" y="3486150"/>
            <a:ext cx="8123009"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Vérifier le comportement dans un visuel filtré par région</a:t>
            </a:r>
            <a:endParaRPr lang="en-US" sz="2250" dirty="0"/>
          </a:p>
        </p:txBody>
      </p:sp>
      <p:sp>
        <p:nvSpPr>
          <p:cNvPr id="13" name="Text 11"/>
          <p:cNvSpPr/>
          <p:nvPr/>
        </p:nvSpPr>
        <p:spPr>
          <a:xfrm>
            <a:off x="952500" y="92583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FA1C4"/>
                </a:solidFill>
                <a:latin typeface="Arial" pitchFamily="34" charset="0"/>
                <a:ea typeface="Arial" pitchFamily="34" charset="-122"/>
                <a:cs typeface="Arial" pitchFamily="34" charset="-120"/>
              </a:rPr>
              <a:t>Jeu de données : modèle sémantique Ventes NordShop</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500" y="857250"/>
            <a:ext cx="3728740" cy="438150"/>
          </a:xfrm>
          <a:prstGeom prst="roundRect">
            <a:avLst>
              <a:gd name="adj" fmla="val 6522"/>
            </a:avLst>
          </a:prstGeom>
          <a:solidFill>
            <a:srgbClr val="0B2545"/>
          </a:solidFill>
          <a:ln/>
        </p:spPr>
        <p:txBody>
          <a:bodyPr/>
          <a:lstStyle/>
          <a:p>
            <a:endParaRPr lang="en-GB"/>
          </a:p>
        </p:txBody>
      </p:sp>
      <p:sp>
        <p:nvSpPr>
          <p:cNvPr id="3" name="Text 1"/>
          <p:cNvSpPr/>
          <p:nvPr/>
        </p:nvSpPr>
        <p:spPr>
          <a:xfrm>
            <a:off x="1162050" y="952500"/>
            <a:ext cx="3421502" cy="285750"/>
          </a:xfrm>
          <a:prstGeom prst="rect">
            <a:avLst/>
          </a:prstGeom>
          <a:noFill/>
          <a:ln/>
        </p:spPr>
        <p:txBody>
          <a:bodyPr wrap="square" lIns="25400" tIns="25400" rIns="25400" bIns="25400" rtlCol="0" anchor="t">
            <a:normAutofit fontScale="92500"/>
          </a:bodyPr>
          <a:lstStyle/>
          <a:p>
            <a:pPr marL="0" indent="0" algn="l">
              <a:buNone/>
            </a:pPr>
            <a:r>
              <a:rPr lang="en-US" sz="1650" b="1" kern="0" spc="150" dirty="0">
                <a:solidFill>
                  <a:srgbClr val="FFFFFF"/>
                </a:solidFill>
                <a:latin typeface="Arial" pitchFamily="34" charset="0"/>
                <a:ea typeface="Arial" pitchFamily="34" charset="-122"/>
                <a:cs typeface="Arial" pitchFamily="34" charset="-120"/>
              </a:rPr>
              <a:t>ATELIER PRATIQUE · 45 MIN</a:t>
            </a:r>
            <a:endParaRPr lang="en-US" sz="1650" dirty="0"/>
          </a:p>
        </p:txBody>
      </p:sp>
      <p:sp>
        <p:nvSpPr>
          <p:cNvPr id="4" name="Text 2"/>
          <p:cNvSpPr/>
          <p:nvPr/>
        </p:nvSpPr>
        <p:spPr>
          <a:xfrm>
            <a:off x="4871740" y="871538"/>
            <a:ext cx="6815941"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Créer des calculs DAX pour NordShop</a:t>
            </a:r>
            <a:endParaRPr lang="en-US" sz="2850" dirty="0"/>
          </a:p>
        </p:txBody>
      </p:sp>
      <p:sp>
        <p:nvSpPr>
          <p:cNvPr id="5" name="Text 3"/>
          <p:cNvSpPr/>
          <p:nvPr/>
        </p:nvSpPr>
        <p:spPr>
          <a:xfrm>
            <a:off x="952500" y="1714500"/>
            <a:ext cx="18291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6" name="Text 4"/>
          <p:cNvSpPr/>
          <p:nvPr/>
        </p:nvSpPr>
        <p:spPr>
          <a:xfrm>
            <a:off x="1249710" y="1714500"/>
            <a:ext cx="13672319"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14213D"/>
                </a:solidFill>
                <a:latin typeface="Arial" pitchFamily="34" charset="0"/>
                <a:ea typeface="Arial" pitchFamily="34" charset="-122"/>
                <a:cs typeface="Arial" pitchFamily="34" charset="-120"/>
              </a:rPr>
              <a:t>Créez des tables calculées pour les dimensions de jeu de rôle (date commande / date livraison)</a:t>
            </a:r>
            <a:endParaRPr lang="en-US" sz="2250" dirty="0"/>
          </a:p>
        </p:txBody>
      </p:sp>
      <p:sp>
        <p:nvSpPr>
          <p:cNvPr id="7" name="Text 5"/>
          <p:cNvSpPr/>
          <p:nvPr/>
        </p:nvSpPr>
        <p:spPr>
          <a:xfrm>
            <a:off x="952500" y="2257425"/>
            <a:ext cx="18291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8" name="Text 6"/>
          <p:cNvSpPr/>
          <p:nvPr/>
        </p:nvSpPr>
        <p:spPr>
          <a:xfrm>
            <a:off x="1249710" y="2257425"/>
            <a:ext cx="6491630"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14213D"/>
                </a:solidFill>
                <a:latin typeface="Arial" pitchFamily="34" charset="0"/>
                <a:ea typeface="Arial" pitchFamily="34" charset="-122"/>
                <a:cs typeface="Arial" pitchFamily="34" charset="-120"/>
              </a:rPr>
              <a:t>Créez des colonnes calculées avec RELATED</a:t>
            </a:r>
            <a:endParaRPr lang="en-US" sz="2250" dirty="0"/>
          </a:p>
        </p:txBody>
      </p:sp>
      <p:sp>
        <p:nvSpPr>
          <p:cNvPr id="9" name="Text 7"/>
          <p:cNvSpPr/>
          <p:nvPr/>
        </p:nvSpPr>
        <p:spPr>
          <a:xfrm>
            <a:off x="952500" y="2800350"/>
            <a:ext cx="18291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10" name="Text 8"/>
          <p:cNvSpPr/>
          <p:nvPr/>
        </p:nvSpPr>
        <p:spPr>
          <a:xfrm>
            <a:off x="1249710" y="2800350"/>
            <a:ext cx="8115970"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14213D"/>
                </a:solidFill>
                <a:latin typeface="Arial" pitchFamily="34" charset="0"/>
                <a:ea typeface="Arial" pitchFamily="34" charset="-122"/>
                <a:cs typeface="Arial" pitchFamily="34" charset="-120"/>
              </a:rPr>
              <a:t>Créez des mesures simples puis composées avec SUMX</a:t>
            </a:r>
            <a:endParaRPr lang="en-US" sz="2250" dirty="0"/>
          </a:p>
        </p:txBody>
      </p:sp>
      <p:sp>
        <p:nvSpPr>
          <p:cNvPr id="11" name="Text 9"/>
          <p:cNvSpPr/>
          <p:nvPr/>
        </p:nvSpPr>
        <p:spPr>
          <a:xfrm>
            <a:off x="952500" y="3343275"/>
            <a:ext cx="18291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12" name="Text 10"/>
          <p:cNvSpPr/>
          <p:nvPr/>
        </p:nvSpPr>
        <p:spPr>
          <a:xfrm>
            <a:off x="1249710" y="3343275"/>
            <a:ext cx="7024509"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14213D"/>
                </a:solidFill>
                <a:latin typeface="Arial" pitchFamily="34" charset="0"/>
                <a:ea typeface="Arial" pitchFamily="34" charset="-122"/>
                <a:cs typeface="Arial" pitchFamily="34" charset="-120"/>
              </a:rPr>
              <a:t>Vérifiez le comportement avec des visuels filtrés</a:t>
            </a:r>
            <a:endParaRPr lang="en-US" sz="2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B"/>
        </a:solidFill>
        <a:effectLst/>
      </p:bgPr>
    </p:bg>
    <p:spTree>
      <p:nvGrpSpPr>
        <p:cNvPr id="1" name=""/>
        <p:cNvGrpSpPr/>
        <p:nvPr/>
      </p:nvGrpSpPr>
      <p:grpSpPr>
        <a:xfrm>
          <a:off x="0" y="0"/>
          <a:ext cx="0" cy="0"/>
          <a:chOff x="0" y="0"/>
          <a:chExt cx="0" cy="0"/>
        </a:xfrm>
      </p:grpSpPr>
      <p:sp>
        <p:nvSpPr>
          <p:cNvPr id="2" name="Text 0"/>
          <p:cNvSpPr/>
          <p:nvPr/>
        </p:nvSpPr>
        <p:spPr>
          <a:xfrm>
            <a:off x="952500" y="857250"/>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CONTRÔLE DE CONNAISSANCES</a:t>
            </a:r>
            <a:endParaRPr lang="en-US" sz="1650" dirty="0"/>
          </a:p>
        </p:txBody>
      </p:sp>
      <p:sp>
        <p:nvSpPr>
          <p:cNvPr id="3" name="Shape 1"/>
          <p:cNvSpPr/>
          <p:nvPr/>
        </p:nvSpPr>
        <p:spPr>
          <a:xfrm>
            <a:off x="952500" y="1524000"/>
            <a:ext cx="7953375" cy="8001000"/>
          </a:xfrm>
          <a:prstGeom prst="roundRect">
            <a:avLst>
              <a:gd name="adj" fmla="val 479"/>
            </a:avLst>
          </a:prstGeom>
          <a:solidFill>
            <a:srgbClr val="FFFFFF"/>
          </a:solidFill>
          <a:ln w="9525">
            <a:solidFill>
              <a:srgbClr val="DDE2EC"/>
            </a:solidFill>
            <a:prstDash val="solid"/>
          </a:ln>
        </p:spPr>
        <p:txBody>
          <a:bodyPr/>
          <a:lstStyle/>
          <a:p>
            <a:endParaRPr lang="en-GB"/>
          </a:p>
        </p:txBody>
      </p:sp>
      <p:sp>
        <p:nvSpPr>
          <p:cNvPr id="4" name="Text 2"/>
          <p:cNvSpPr/>
          <p:nvPr/>
        </p:nvSpPr>
        <p:spPr>
          <a:xfrm>
            <a:off x="1381125" y="1952625"/>
            <a:ext cx="7805738" cy="28575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2A5CA8"/>
                </a:solidFill>
                <a:latin typeface="Arial" pitchFamily="34" charset="0"/>
                <a:ea typeface="Arial" pitchFamily="34" charset="-122"/>
                <a:cs typeface="Arial" pitchFamily="34" charset="-120"/>
              </a:rPr>
              <a:t>QCM</a:t>
            </a:r>
            <a:endParaRPr lang="en-US" sz="1650" dirty="0"/>
          </a:p>
        </p:txBody>
      </p:sp>
      <p:sp>
        <p:nvSpPr>
          <p:cNvPr id="5" name="Text 3"/>
          <p:cNvSpPr/>
          <p:nvPr/>
        </p:nvSpPr>
        <p:spPr>
          <a:xfrm>
            <a:off x="1381125" y="2428875"/>
            <a:ext cx="7309009" cy="978991"/>
          </a:xfrm>
          <a:prstGeom prst="rect">
            <a:avLst/>
          </a:prstGeom>
          <a:noFill/>
          <a:ln/>
        </p:spPr>
        <p:txBody>
          <a:bodyPr wrap="square" lIns="25400" tIns="25400" rIns="25400" bIns="25400" rtlCol="0" anchor="t">
            <a:normAutofit lnSpcReduction="10000"/>
          </a:bodyPr>
          <a:lstStyle/>
          <a:p>
            <a:pPr marL="0" indent="0" algn="l">
              <a:lnSpc>
                <a:spcPct val="114884"/>
              </a:lnSpc>
              <a:buNone/>
            </a:pPr>
            <a:r>
              <a:rPr lang="en-US" sz="2850" b="1" dirty="0">
                <a:solidFill>
                  <a:srgbClr val="14213D"/>
                </a:solidFill>
                <a:latin typeface="Arial" pitchFamily="34" charset="0"/>
                <a:ea typeface="Arial" pitchFamily="34" charset="-122"/>
                <a:cs typeface="Arial" pitchFamily="34" charset="-120"/>
              </a:rPr>
              <a:t>Quel avantage une mesure explicite offre-t-elle par rapport à une mesure implicite ?</a:t>
            </a:r>
            <a:endParaRPr lang="en-US" sz="2850" dirty="0"/>
          </a:p>
        </p:txBody>
      </p:sp>
      <p:sp>
        <p:nvSpPr>
          <p:cNvPr id="6" name="Text 4"/>
          <p:cNvSpPr/>
          <p:nvPr/>
        </p:nvSpPr>
        <p:spPr>
          <a:xfrm>
            <a:off x="1381125" y="3598366"/>
            <a:ext cx="7805738"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C98A2B"/>
                </a:solidFill>
                <a:latin typeface="Arial" pitchFamily="34" charset="0"/>
                <a:ea typeface="Arial" pitchFamily="34" charset="-122"/>
                <a:cs typeface="Arial" pitchFamily="34" charset="-120"/>
              </a:rPr>
              <a:t>A. Elle permet une logique composée et des résultats cohérents ✓</a:t>
            </a:r>
            <a:endParaRPr lang="en-US" sz="1800" dirty="0"/>
          </a:p>
        </p:txBody>
      </p:sp>
      <p:sp>
        <p:nvSpPr>
          <p:cNvPr id="7" name="Text 5"/>
          <p:cNvSpPr/>
          <p:nvPr/>
        </p:nvSpPr>
        <p:spPr>
          <a:xfrm>
            <a:off x="1381125" y="3998416"/>
            <a:ext cx="7805738"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B. Elle stocke une valeur agrégée</a:t>
            </a:r>
            <a:endParaRPr lang="en-US" sz="1800" dirty="0"/>
          </a:p>
        </p:txBody>
      </p:sp>
      <p:sp>
        <p:nvSpPr>
          <p:cNvPr id="8" name="Text 6"/>
          <p:cNvSpPr/>
          <p:nvPr/>
        </p:nvSpPr>
        <p:spPr>
          <a:xfrm>
            <a:off x="1381125" y="4360366"/>
            <a:ext cx="7805738"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C. Elle s'exécute avant le chargement</a:t>
            </a:r>
            <a:endParaRPr lang="en-US" sz="1800" dirty="0"/>
          </a:p>
        </p:txBody>
      </p:sp>
      <p:sp>
        <p:nvSpPr>
          <p:cNvPr id="9" name="Shape 7"/>
          <p:cNvSpPr/>
          <p:nvPr/>
        </p:nvSpPr>
        <p:spPr>
          <a:xfrm>
            <a:off x="9382125" y="1524000"/>
            <a:ext cx="7953375" cy="8001000"/>
          </a:xfrm>
          <a:prstGeom prst="roundRect">
            <a:avLst>
              <a:gd name="adj" fmla="val 479"/>
            </a:avLst>
          </a:prstGeom>
          <a:solidFill>
            <a:srgbClr val="FFFFFF"/>
          </a:solidFill>
          <a:ln w="9525">
            <a:solidFill>
              <a:srgbClr val="DDE2EC"/>
            </a:solidFill>
            <a:prstDash val="solid"/>
          </a:ln>
        </p:spPr>
        <p:txBody>
          <a:bodyPr/>
          <a:lstStyle/>
          <a:p>
            <a:endParaRPr lang="en-GB"/>
          </a:p>
        </p:txBody>
      </p:sp>
      <p:sp>
        <p:nvSpPr>
          <p:cNvPr id="10" name="Text 8"/>
          <p:cNvSpPr/>
          <p:nvPr/>
        </p:nvSpPr>
        <p:spPr>
          <a:xfrm>
            <a:off x="9810750" y="1952625"/>
            <a:ext cx="7805738" cy="28575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2A5CA8"/>
                </a:solidFill>
                <a:latin typeface="Arial" pitchFamily="34" charset="0"/>
                <a:ea typeface="Arial" pitchFamily="34" charset="-122"/>
                <a:cs typeface="Arial" pitchFamily="34" charset="-120"/>
              </a:rPr>
              <a:t>VRAI OU FAUX</a:t>
            </a:r>
            <a:endParaRPr lang="en-US" sz="1650" dirty="0"/>
          </a:p>
        </p:txBody>
      </p:sp>
      <p:sp>
        <p:nvSpPr>
          <p:cNvPr id="11" name="Text 9"/>
          <p:cNvSpPr/>
          <p:nvPr/>
        </p:nvSpPr>
        <p:spPr>
          <a:xfrm>
            <a:off x="9810750" y="2428875"/>
            <a:ext cx="7309009" cy="1449437"/>
          </a:xfrm>
          <a:prstGeom prst="rect">
            <a:avLst/>
          </a:prstGeom>
          <a:noFill/>
          <a:ln/>
        </p:spPr>
        <p:txBody>
          <a:bodyPr wrap="square" lIns="25400" tIns="25400" rIns="25400" bIns="25400" rtlCol="0" anchor="t">
            <a:normAutofit lnSpcReduction="10000"/>
          </a:bodyPr>
          <a:lstStyle/>
          <a:p>
            <a:pPr marL="0" indent="0" algn="l">
              <a:lnSpc>
                <a:spcPct val="114884"/>
              </a:lnSpc>
              <a:buNone/>
            </a:pPr>
            <a:r>
              <a:rPr lang="en-US" sz="2850" b="1" dirty="0">
                <a:solidFill>
                  <a:srgbClr val="14213D"/>
                </a:solidFill>
                <a:latin typeface="Arial" pitchFamily="34" charset="0"/>
                <a:ea typeface="Arial" pitchFamily="34" charset="-122"/>
                <a:cs typeface="Arial" pitchFamily="34" charset="-120"/>
              </a:rPr>
              <a:t>Une colonne calculée est évaluée dans le contexte de filtre, pas dans le contexte de ligne.</a:t>
            </a:r>
            <a:endParaRPr lang="en-US" sz="2850" dirty="0"/>
          </a:p>
        </p:txBody>
      </p:sp>
      <p:sp>
        <p:nvSpPr>
          <p:cNvPr id="12" name="Text 10"/>
          <p:cNvSpPr/>
          <p:nvPr/>
        </p:nvSpPr>
        <p:spPr>
          <a:xfrm>
            <a:off x="9810750" y="8772525"/>
            <a:ext cx="7805738"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C98A2B"/>
                </a:solidFill>
                <a:latin typeface="Arial" pitchFamily="34" charset="0"/>
                <a:ea typeface="Arial" pitchFamily="34" charset="-122"/>
                <a:cs typeface="Arial" pitchFamily="34" charset="-120"/>
              </a:rPr>
              <a:t>→ Faux : elle utilise le contexte de ligne</a:t>
            </a:r>
            <a:endParaRPr lang="en-US" sz="2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952500" y="4062412"/>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CE QU'IL FAUT RETENIR</a:t>
            </a:r>
            <a:endParaRPr lang="en-US" sz="1650" dirty="0"/>
          </a:p>
        </p:txBody>
      </p:sp>
      <p:sp>
        <p:nvSpPr>
          <p:cNvPr id="3" name="Text 1"/>
          <p:cNvSpPr/>
          <p:nvPr/>
        </p:nvSpPr>
        <p:spPr>
          <a:xfrm>
            <a:off x="952500" y="4729163"/>
            <a:ext cx="38100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4" name="Text 2"/>
          <p:cNvSpPr/>
          <p:nvPr/>
        </p:nvSpPr>
        <p:spPr>
          <a:xfrm>
            <a:off x="1485900" y="4729163"/>
            <a:ext cx="12602141" cy="390525"/>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DAX ajoute tables, colonnes et mesures après le chargement, au moment de la requête</a:t>
            </a:r>
            <a:endParaRPr lang="en-US" sz="2250" dirty="0"/>
          </a:p>
        </p:txBody>
      </p:sp>
      <p:sp>
        <p:nvSpPr>
          <p:cNvPr id="5" name="Text 3"/>
          <p:cNvSpPr/>
          <p:nvPr/>
        </p:nvSpPr>
        <p:spPr>
          <a:xfrm>
            <a:off x="952500" y="5348288"/>
            <a:ext cx="38100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6" name="Text 4"/>
          <p:cNvSpPr/>
          <p:nvPr/>
        </p:nvSpPr>
        <p:spPr>
          <a:xfrm>
            <a:off x="1485900" y="5348288"/>
            <a:ext cx="8512478" cy="390525"/>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Les mesures explicites évitent les agrégations trompeuses</a:t>
            </a:r>
            <a:endParaRPr lang="en-US" sz="2250" dirty="0"/>
          </a:p>
        </p:txBody>
      </p:sp>
      <p:sp>
        <p:nvSpPr>
          <p:cNvPr id="7" name="Text 5"/>
          <p:cNvSpPr/>
          <p:nvPr/>
        </p:nvSpPr>
        <p:spPr>
          <a:xfrm>
            <a:off x="952500" y="5967413"/>
            <a:ext cx="38100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8" name="Text 6"/>
          <p:cNvSpPr/>
          <p:nvPr/>
        </p:nvSpPr>
        <p:spPr>
          <a:xfrm>
            <a:off x="1485900" y="5967413"/>
            <a:ext cx="10448359" cy="390525"/>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Contexte de ligne + contexte de filtre = base de tout comportement DAX</a:t>
            </a:r>
            <a:endParaRPr lang="en-US" sz="2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952500" y="3500438"/>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10 · CONCEPTION DU MODÈLE SÉMANTIQUE — PARTIE 2</a:t>
            </a:r>
            <a:endParaRPr lang="en-US" sz="1650" dirty="0"/>
          </a:p>
        </p:txBody>
      </p:sp>
      <p:sp>
        <p:nvSpPr>
          <p:cNvPr id="3" name="Text 1"/>
          <p:cNvSpPr/>
          <p:nvPr/>
        </p:nvSpPr>
        <p:spPr>
          <a:xfrm>
            <a:off x="952500" y="3938588"/>
            <a:ext cx="15716250" cy="695325"/>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FFFFFF"/>
                </a:solidFill>
                <a:latin typeface="Arial" pitchFamily="34" charset="0"/>
                <a:ea typeface="Arial" pitchFamily="34" charset="-122"/>
                <a:cs typeface="Arial" pitchFamily="34" charset="-120"/>
              </a:rPr>
              <a:t>Concevoir un modèle qui tient à l'échelle</a:t>
            </a:r>
            <a:endParaRPr lang="en-US" sz="4500" dirty="0"/>
          </a:p>
        </p:txBody>
      </p:sp>
      <p:sp>
        <p:nvSpPr>
          <p:cNvPr id="4" name="Text 2"/>
          <p:cNvSpPr/>
          <p:nvPr/>
        </p:nvSpPr>
        <p:spPr>
          <a:xfrm>
            <a:off x="952500" y="5014913"/>
            <a:ext cx="419249"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01</a:t>
            </a:r>
            <a:endParaRPr lang="en-US" sz="2250" dirty="0"/>
          </a:p>
        </p:txBody>
      </p:sp>
      <p:sp>
        <p:nvSpPr>
          <p:cNvPr id="5" name="Text 3"/>
          <p:cNvSpPr/>
          <p:nvPr/>
        </p:nvSpPr>
        <p:spPr>
          <a:xfrm>
            <a:off x="1524149" y="5014913"/>
            <a:ext cx="10904949"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Choisir un mode de stockage selon fraîcheur, performance et emplacement</a:t>
            </a:r>
            <a:endParaRPr lang="en-US" sz="2250" dirty="0"/>
          </a:p>
        </p:txBody>
      </p:sp>
      <p:sp>
        <p:nvSpPr>
          <p:cNvPr id="6" name="Text 4"/>
          <p:cNvSpPr/>
          <p:nvPr/>
        </p:nvSpPr>
        <p:spPr>
          <a:xfrm>
            <a:off x="952500" y="5605463"/>
            <a:ext cx="419249"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02</a:t>
            </a:r>
            <a:endParaRPr lang="en-US" sz="2250" dirty="0"/>
          </a:p>
        </p:txBody>
      </p:sp>
      <p:sp>
        <p:nvSpPr>
          <p:cNvPr id="7" name="Text 5"/>
          <p:cNvSpPr/>
          <p:nvPr/>
        </p:nvSpPr>
        <p:spPr>
          <a:xfrm>
            <a:off x="1524149" y="5605463"/>
            <a:ext cx="9832970"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Concevoir des relations de schéma en étoile claires et performantes</a:t>
            </a:r>
            <a:endParaRPr lang="en-US" sz="2250" dirty="0"/>
          </a:p>
        </p:txBody>
      </p:sp>
      <p:sp>
        <p:nvSpPr>
          <p:cNvPr id="8" name="Text 6"/>
          <p:cNvSpPr/>
          <p:nvPr/>
        </p:nvSpPr>
        <p:spPr>
          <a:xfrm>
            <a:off x="952500" y="6196013"/>
            <a:ext cx="419249"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03</a:t>
            </a:r>
            <a:endParaRPr lang="en-US" sz="2250" dirty="0"/>
          </a:p>
        </p:txBody>
      </p:sp>
      <p:sp>
        <p:nvSpPr>
          <p:cNvPr id="9" name="Text 7"/>
          <p:cNvSpPr/>
          <p:nvPr/>
        </p:nvSpPr>
        <p:spPr>
          <a:xfrm>
            <a:off x="1524149" y="6196013"/>
            <a:ext cx="13146252" cy="723900"/>
          </a:xfrm>
          <a:prstGeom prst="rect">
            <a:avLst/>
          </a:prstGeom>
          <a:noFill/>
          <a:ln/>
        </p:spPr>
        <p:txBody>
          <a:bodyPr wrap="square" lIns="25400" tIns="25400" rIns="25400" bIns="25400" rtlCol="0" anchor="t">
            <a:normAutofit/>
          </a:bodyPr>
          <a:lstStyle/>
          <a:p>
            <a:pPr marL="0" indent="0" algn="l">
              <a:buNone/>
            </a:pPr>
            <a:r>
              <a:rPr lang="en-US" sz="2250" dirty="0">
                <a:solidFill>
                  <a:srgbClr val="E4E9F5"/>
                </a:solidFill>
                <a:latin typeface="Arial" pitchFamily="34" charset="0"/>
                <a:ea typeface="Arial" pitchFamily="34" charset="-122"/>
                <a:cs typeface="Arial" pitchFamily="34" charset="-120"/>
              </a:rPr>
              <a:t>Créer des groupes de calcul et configurer les paramètres pour la consommation à grande échelle</a:t>
            </a:r>
            <a:endParaRPr lang="en-US" sz="2250" dirty="0"/>
          </a:p>
        </p:txBody>
      </p:sp>
      <p:sp>
        <p:nvSpPr>
          <p:cNvPr id="10" name="Text 8"/>
          <p:cNvSpPr/>
          <p:nvPr/>
        </p:nvSpPr>
        <p:spPr>
          <a:xfrm>
            <a:off x="16012567" y="9258300"/>
            <a:ext cx="1455227"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FA1C4"/>
                </a:solidFill>
                <a:latin typeface="Arial" pitchFamily="34" charset="0"/>
                <a:ea typeface="Arial" pitchFamily="34" charset="-122"/>
                <a:cs typeface="Arial" pitchFamily="34" charset="-120"/>
              </a:rPr>
              <a:t>Durée : 1h05</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B"/>
        </a:solidFill>
        <a:effectLst/>
      </p:bgPr>
    </p:bg>
    <p:spTree>
      <p:nvGrpSpPr>
        <p:cNvPr id="1" name=""/>
        <p:cNvGrpSpPr/>
        <p:nvPr/>
      </p:nvGrpSpPr>
      <p:grpSpPr>
        <a:xfrm>
          <a:off x="0" y="0"/>
          <a:ext cx="0" cy="0"/>
          <a:chOff x="0" y="0"/>
          <a:chExt cx="0" cy="0"/>
        </a:xfrm>
      </p:grpSpPr>
      <p:sp>
        <p:nvSpPr>
          <p:cNvPr id="2" name="Text 0"/>
          <p:cNvSpPr/>
          <p:nvPr/>
        </p:nvSpPr>
        <p:spPr>
          <a:xfrm>
            <a:off x="952500" y="857250"/>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CONCEPTION DU MODÈLE SÉMANTIQUE — PARTIE 2</a:t>
            </a:r>
            <a:endParaRPr lang="en-US" sz="1650" dirty="0"/>
          </a:p>
        </p:txBody>
      </p:sp>
      <p:sp>
        <p:nvSpPr>
          <p:cNvPr id="3" name="Text 1"/>
          <p:cNvSpPr/>
          <p:nvPr/>
        </p:nvSpPr>
        <p:spPr>
          <a:xfrm>
            <a:off x="952500" y="1257300"/>
            <a:ext cx="18021300" cy="695325"/>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14213D"/>
                </a:solidFill>
                <a:latin typeface="Arial" pitchFamily="34" charset="0"/>
                <a:ea typeface="Arial" pitchFamily="34" charset="-122"/>
                <a:cs typeface="Arial" pitchFamily="34" charset="-120"/>
              </a:rPr>
              <a:t>Quatre modes de stockage</a:t>
            </a:r>
            <a:endParaRPr lang="en-US" sz="4500" dirty="0"/>
          </a:p>
        </p:txBody>
      </p:sp>
      <p:sp>
        <p:nvSpPr>
          <p:cNvPr id="4" name="Shape 2"/>
          <p:cNvSpPr/>
          <p:nvPr/>
        </p:nvSpPr>
        <p:spPr>
          <a:xfrm>
            <a:off x="952500" y="2333625"/>
            <a:ext cx="3924300" cy="7191375"/>
          </a:xfrm>
          <a:prstGeom prst="roundRect">
            <a:avLst>
              <a:gd name="adj" fmla="val 971"/>
            </a:avLst>
          </a:prstGeom>
          <a:solidFill>
            <a:srgbClr val="0B2545"/>
          </a:solidFill>
          <a:ln/>
        </p:spPr>
        <p:txBody>
          <a:bodyPr/>
          <a:lstStyle/>
          <a:p>
            <a:endParaRPr lang="en-GB"/>
          </a:p>
        </p:txBody>
      </p:sp>
      <p:sp>
        <p:nvSpPr>
          <p:cNvPr id="5" name="Text 3"/>
          <p:cNvSpPr/>
          <p:nvPr/>
        </p:nvSpPr>
        <p:spPr>
          <a:xfrm>
            <a:off x="1181100" y="2638425"/>
            <a:ext cx="3813810"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C98A2B"/>
                </a:solidFill>
                <a:latin typeface="Arial" pitchFamily="34" charset="0"/>
                <a:ea typeface="Arial" pitchFamily="34" charset="-122"/>
                <a:cs typeface="Arial" pitchFamily="34" charset="-120"/>
              </a:rPr>
              <a:t>Direct Lake</a:t>
            </a:r>
            <a:endParaRPr lang="en-US" sz="2850" dirty="0"/>
          </a:p>
        </p:txBody>
      </p:sp>
      <p:sp>
        <p:nvSpPr>
          <p:cNvPr id="6" name="Text 4"/>
          <p:cNvSpPr/>
          <p:nvPr/>
        </p:nvSpPr>
        <p:spPr>
          <a:xfrm>
            <a:off x="1181100" y="3162300"/>
            <a:ext cx="3571113" cy="5715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E4E9F5"/>
                </a:solidFill>
                <a:latin typeface="Arial" pitchFamily="34" charset="0"/>
                <a:ea typeface="Arial" pitchFamily="34" charset="-122"/>
                <a:cs typeface="Arial" pitchFamily="34" charset="-120"/>
              </a:rPr>
              <a:t>Lit OneLake à la demande, quasi temps réel</a:t>
            </a:r>
            <a:endParaRPr lang="en-US" sz="1800" dirty="0"/>
          </a:p>
        </p:txBody>
      </p:sp>
      <p:sp>
        <p:nvSpPr>
          <p:cNvPr id="7" name="Shape 5"/>
          <p:cNvSpPr/>
          <p:nvPr/>
        </p:nvSpPr>
        <p:spPr>
          <a:xfrm>
            <a:off x="5105400" y="2333625"/>
            <a:ext cx="3924300" cy="7191375"/>
          </a:xfrm>
          <a:prstGeom prst="roundRect">
            <a:avLst>
              <a:gd name="adj" fmla="val 971"/>
            </a:avLst>
          </a:prstGeom>
          <a:solidFill>
            <a:srgbClr val="FFFFFF"/>
          </a:solidFill>
          <a:ln w="9525">
            <a:solidFill>
              <a:srgbClr val="DDE2EC"/>
            </a:solidFill>
            <a:prstDash val="solid"/>
          </a:ln>
        </p:spPr>
        <p:txBody>
          <a:bodyPr/>
          <a:lstStyle/>
          <a:p>
            <a:endParaRPr lang="en-GB"/>
          </a:p>
        </p:txBody>
      </p:sp>
      <p:sp>
        <p:nvSpPr>
          <p:cNvPr id="8" name="Text 6"/>
          <p:cNvSpPr/>
          <p:nvPr/>
        </p:nvSpPr>
        <p:spPr>
          <a:xfrm>
            <a:off x="5343525" y="2647950"/>
            <a:ext cx="3792855"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Importer</a:t>
            </a:r>
            <a:endParaRPr lang="en-US" sz="2850" dirty="0"/>
          </a:p>
        </p:txBody>
      </p:sp>
      <p:sp>
        <p:nvSpPr>
          <p:cNvPr id="9" name="Text 7"/>
          <p:cNvSpPr/>
          <p:nvPr/>
        </p:nvSpPr>
        <p:spPr>
          <a:xfrm>
            <a:off x="5343525" y="3171825"/>
            <a:ext cx="3792855"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Copie en mémoire, très rapide</a:t>
            </a:r>
            <a:endParaRPr lang="en-US" sz="1800" dirty="0"/>
          </a:p>
        </p:txBody>
      </p:sp>
      <p:sp>
        <p:nvSpPr>
          <p:cNvPr id="10" name="Shape 8"/>
          <p:cNvSpPr/>
          <p:nvPr/>
        </p:nvSpPr>
        <p:spPr>
          <a:xfrm>
            <a:off x="9258300" y="2333625"/>
            <a:ext cx="3924300" cy="7191375"/>
          </a:xfrm>
          <a:prstGeom prst="roundRect">
            <a:avLst>
              <a:gd name="adj" fmla="val 971"/>
            </a:avLst>
          </a:prstGeom>
          <a:solidFill>
            <a:srgbClr val="FFFFFF"/>
          </a:solidFill>
          <a:ln w="9525">
            <a:solidFill>
              <a:srgbClr val="DDE2EC"/>
            </a:solidFill>
            <a:prstDash val="solid"/>
          </a:ln>
        </p:spPr>
        <p:txBody>
          <a:bodyPr/>
          <a:lstStyle/>
          <a:p>
            <a:endParaRPr lang="en-GB"/>
          </a:p>
        </p:txBody>
      </p:sp>
      <p:sp>
        <p:nvSpPr>
          <p:cNvPr id="11" name="Text 9"/>
          <p:cNvSpPr/>
          <p:nvPr/>
        </p:nvSpPr>
        <p:spPr>
          <a:xfrm>
            <a:off x="9496425" y="2647950"/>
            <a:ext cx="3792855"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DirectQuery</a:t>
            </a:r>
            <a:endParaRPr lang="en-US" sz="2850" dirty="0"/>
          </a:p>
        </p:txBody>
      </p:sp>
      <p:sp>
        <p:nvSpPr>
          <p:cNvPr id="12" name="Text 10"/>
          <p:cNvSpPr/>
          <p:nvPr/>
        </p:nvSpPr>
        <p:spPr>
          <a:xfrm>
            <a:off x="9496425" y="3171825"/>
            <a:ext cx="3792855"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Interroge la source, plus lent</a:t>
            </a:r>
            <a:endParaRPr lang="en-US" sz="1800" dirty="0"/>
          </a:p>
        </p:txBody>
      </p:sp>
      <p:sp>
        <p:nvSpPr>
          <p:cNvPr id="13" name="Shape 11"/>
          <p:cNvSpPr/>
          <p:nvPr/>
        </p:nvSpPr>
        <p:spPr>
          <a:xfrm>
            <a:off x="13411200" y="2333625"/>
            <a:ext cx="3924300" cy="7191375"/>
          </a:xfrm>
          <a:prstGeom prst="roundRect">
            <a:avLst>
              <a:gd name="adj" fmla="val 971"/>
            </a:avLst>
          </a:prstGeom>
          <a:solidFill>
            <a:srgbClr val="FFFFFF"/>
          </a:solidFill>
          <a:ln w="9525">
            <a:solidFill>
              <a:srgbClr val="DDE2EC"/>
            </a:solidFill>
            <a:prstDash val="solid"/>
          </a:ln>
        </p:spPr>
        <p:txBody>
          <a:bodyPr/>
          <a:lstStyle/>
          <a:p>
            <a:endParaRPr lang="en-GB"/>
          </a:p>
        </p:txBody>
      </p:sp>
      <p:sp>
        <p:nvSpPr>
          <p:cNvPr id="14" name="Text 12"/>
          <p:cNvSpPr/>
          <p:nvPr/>
        </p:nvSpPr>
        <p:spPr>
          <a:xfrm>
            <a:off x="13649325" y="2647950"/>
            <a:ext cx="3792855"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Composite</a:t>
            </a:r>
            <a:endParaRPr lang="en-US" sz="2850" dirty="0"/>
          </a:p>
        </p:txBody>
      </p:sp>
      <p:sp>
        <p:nvSpPr>
          <p:cNvPr id="15" name="Text 13"/>
          <p:cNvSpPr/>
          <p:nvPr/>
        </p:nvSpPr>
        <p:spPr>
          <a:xfrm>
            <a:off x="13649325" y="3171825"/>
            <a:ext cx="3792855"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Mélange de sources et modes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57250"/>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CONCEPTION DU MODÈLE SÉMANTIQUE — PARTIE 2</a:t>
            </a:r>
            <a:endParaRPr lang="en-US" sz="1650" dirty="0"/>
          </a:p>
        </p:txBody>
      </p:sp>
      <p:sp>
        <p:nvSpPr>
          <p:cNvPr id="3" name="Text 1"/>
          <p:cNvSpPr/>
          <p:nvPr/>
        </p:nvSpPr>
        <p:spPr>
          <a:xfrm>
            <a:off x="952500" y="1257300"/>
            <a:ext cx="18021300" cy="695325"/>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14213D"/>
                </a:solidFill>
                <a:latin typeface="Arial" pitchFamily="34" charset="0"/>
                <a:ea typeface="Arial" pitchFamily="34" charset="-122"/>
                <a:cs typeface="Arial" pitchFamily="34" charset="-120"/>
              </a:rPr>
              <a:t>Relations propres, groupes de calcul</a:t>
            </a:r>
            <a:endParaRPr lang="en-US" sz="4500" dirty="0"/>
          </a:p>
        </p:txBody>
      </p:sp>
      <p:sp>
        <p:nvSpPr>
          <p:cNvPr id="4" name="Shape 2"/>
          <p:cNvSpPr/>
          <p:nvPr/>
        </p:nvSpPr>
        <p:spPr>
          <a:xfrm>
            <a:off x="952500" y="2333625"/>
            <a:ext cx="8039100" cy="6696075"/>
          </a:xfrm>
          <a:prstGeom prst="roundRect">
            <a:avLst>
              <a:gd name="adj" fmla="val 569"/>
            </a:avLst>
          </a:prstGeom>
          <a:solidFill>
            <a:srgbClr val="F6F7FB"/>
          </a:solidFill>
          <a:ln/>
        </p:spPr>
        <p:txBody>
          <a:bodyPr/>
          <a:lstStyle/>
          <a:p>
            <a:endParaRPr lang="en-GB"/>
          </a:p>
        </p:txBody>
      </p:sp>
      <p:sp>
        <p:nvSpPr>
          <p:cNvPr id="5" name="Text 3"/>
          <p:cNvSpPr/>
          <p:nvPr/>
        </p:nvSpPr>
        <p:spPr>
          <a:xfrm>
            <a:off x="1295400" y="2676525"/>
            <a:ext cx="8088630"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Sans groupe de calcul</a:t>
            </a:r>
            <a:endParaRPr lang="en-US" sz="2850" dirty="0"/>
          </a:p>
        </p:txBody>
      </p:sp>
      <p:sp>
        <p:nvSpPr>
          <p:cNvPr id="6" name="Text 4"/>
          <p:cNvSpPr/>
          <p:nvPr/>
        </p:nvSpPr>
        <p:spPr>
          <a:xfrm>
            <a:off x="1295400" y="3219450"/>
            <a:ext cx="7573899" cy="838200"/>
          </a:xfrm>
          <a:prstGeom prst="rect">
            <a:avLst/>
          </a:prstGeom>
          <a:noFill/>
          <a:ln/>
        </p:spPr>
        <p:txBody>
          <a:bodyPr wrap="square" lIns="25400" tIns="25400" rIns="25400" bIns="25400" rtlCol="0" anchor="t">
            <a:normAutofit lnSpcReduction="10000"/>
          </a:bodyPr>
          <a:lstStyle/>
          <a:p>
            <a:pPr marL="0" indent="0" algn="l">
              <a:lnSpc>
                <a:spcPct val="123529"/>
              </a:lnSpc>
              <a:buNone/>
            </a:pPr>
            <a:r>
              <a:rPr lang="en-US" sz="2250" dirty="0">
                <a:solidFill>
                  <a:srgbClr val="4B5568"/>
                </a:solidFill>
                <a:latin typeface="Arial" pitchFamily="34" charset="0"/>
                <a:ea typeface="Arial" pitchFamily="34" charset="-122"/>
                <a:cs typeface="Arial" pitchFamily="34" charset="-120"/>
              </a:rPr>
              <a:t>50 mesures × 3 déclinaisons temporelles = 150 mesures à maintenir</a:t>
            </a:r>
            <a:endParaRPr lang="en-US" sz="2250" dirty="0"/>
          </a:p>
        </p:txBody>
      </p:sp>
      <p:sp>
        <p:nvSpPr>
          <p:cNvPr id="7" name="Shape 5"/>
          <p:cNvSpPr/>
          <p:nvPr/>
        </p:nvSpPr>
        <p:spPr>
          <a:xfrm>
            <a:off x="9296400" y="2333625"/>
            <a:ext cx="8039100" cy="6696075"/>
          </a:xfrm>
          <a:prstGeom prst="roundRect">
            <a:avLst>
              <a:gd name="adj" fmla="val 569"/>
            </a:avLst>
          </a:prstGeom>
          <a:solidFill>
            <a:srgbClr val="0B2545"/>
          </a:solidFill>
          <a:ln/>
        </p:spPr>
        <p:txBody>
          <a:bodyPr/>
          <a:lstStyle/>
          <a:p>
            <a:endParaRPr lang="en-GB"/>
          </a:p>
        </p:txBody>
      </p:sp>
      <p:sp>
        <p:nvSpPr>
          <p:cNvPr id="8" name="Text 6"/>
          <p:cNvSpPr/>
          <p:nvPr/>
        </p:nvSpPr>
        <p:spPr>
          <a:xfrm>
            <a:off x="9639300" y="2676525"/>
            <a:ext cx="8088630"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C98A2B"/>
                </a:solidFill>
                <a:latin typeface="Arial" pitchFamily="34" charset="0"/>
                <a:ea typeface="Arial" pitchFamily="34" charset="-122"/>
                <a:cs typeface="Arial" pitchFamily="34" charset="-120"/>
              </a:rPr>
              <a:t>Avec un groupe de calcul</a:t>
            </a:r>
            <a:endParaRPr lang="en-US" sz="2850" dirty="0"/>
          </a:p>
        </p:txBody>
      </p:sp>
      <p:sp>
        <p:nvSpPr>
          <p:cNvPr id="9" name="Text 7"/>
          <p:cNvSpPr/>
          <p:nvPr/>
        </p:nvSpPr>
        <p:spPr>
          <a:xfrm>
            <a:off x="9639300" y="3219450"/>
            <a:ext cx="7573899" cy="838200"/>
          </a:xfrm>
          <a:prstGeom prst="rect">
            <a:avLst/>
          </a:prstGeom>
          <a:noFill/>
          <a:ln/>
        </p:spPr>
        <p:txBody>
          <a:bodyPr wrap="square" lIns="25400" tIns="25400" rIns="25400" bIns="25400" rtlCol="0" anchor="t">
            <a:normAutofit lnSpcReduction="10000"/>
          </a:bodyPr>
          <a:lstStyle/>
          <a:p>
            <a:pPr marL="0" indent="0" algn="l">
              <a:lnSpc>
                <a:spcPct val="123529"/>
              </a:lnSpc>
              <a:buNone/>
            </a:pPr>
            <a:r>
              <a:rPr lang="en-US" sz="2250" dirty="0">
                <a:solidFill>
                  <a:srgbClr val="E4E9F5"/>
                </a:solidFill>
                <a:latin typeface="Arial" pitchFamily="34" charset="0"/>
                <a:ea typeface="Arial" pitchFamily="34" charset="-122"/>
                <a:cs typeface="Arial" pitchFamily="34" charset="-120"/>
              </a:rPr>
              <a:t>1 groupe × 3 éléments (YTD, MTD, YoY) = fonctionne pour TOUTES les mesures existantes et futures</a:t>
            </a:r>
            <a:endParaRPr lang="en-US" sz="2250" dirty="0"/>
          </a:p>
        </p:txBody>
      </p:sp>
      <p:sp>
        <p:nvSpPr>
          <p:cNvPr id="10" name="Text 8"/>
          <p:cNvSpPr/>
          <p:nvPr/>
        </p:nvSpPr>
        <p:spPr>
          <a:xfrm>
            <a:off x="952500" y="92583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Intégrité référentielle fait/dimension · tables de pont pour le plusieurs-à-plusieurs · USERELATIONSHIP pour les relations inactives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52500" y="857250"/>
            <a:ext cx="2490639" cy="438150"/>
          </a:xfrm>
          <a:prstGeom prst="roundRect">
            <a:avLst>
              <a:gd name="adj" fmla="val 6522"/>
            </a:avLst>
          </a:prstGeom>
          <a:solidFill>
            <a:srgbClr val="C98A2B"/>
          </a:solidFill>
          <a:ln/>
        </p:spPr>
        <p:txBody>
          <a:bodyPr/>
          <a:lstStyle/>
          <a:p>
            <a:endParaRPr lang="en-GB"/>
          </a:p>
        </p:txBody>
      </p:sp>
      <p:sp>
        <p:nvSpPr>
          <p:cNvPr id="3" name="Text 1"/>
          <p:cNvSpPr/>
          <p:nvPr/>
        </p:nvSpPr>
        <p:spPr>
          <a:xfrm>
            <a:off x="1162050" y="952500"/>
            <a:ext cx="2147739" cy="285750"/>
          </a:xfrm>
          <a:prstGeom prst="rect">
            <a:avLst/>
          </a:prstGeom>
          <a:noFill/>
          <a:ln/>
        </p:spPr>
        <p:txBody>
          <a:bodyPr wrap="square" lIns="25400" tIns="25400" rIns="25400" bIns="25400" rtlCol="0" anchor="t">
            <a:normAutofit fontScale="92500"/>
          </a:bodyPr>
          <a:lstStyle/>
          <a:p>
            <a:pPr marL="0" indent="0" algn="l">
              <a:buNone/>
            </a:pPr>
            <a:r>
              <a:rPr lang="en-US" sz="1650" b="1" kern="0" spc="150" dirty="0">
                <a:solidFill>
                  <a:srgbClr val="0B2545"/>
                </a:solidFill>
                <a:latin typeface="Arial" pitchFamily="34" charset="0"/>
                <a:ea typeface="Arial" pitchFamily="34" charset="-122"/>
                <a:cs typeface="Arial" pitchFamily="34" charset="-120"/>
              </a:rPr>
              <a:t>DÉMONSTRATION</a:t>
            </a:r>
            <a:endParaRPr lang="en-US" sz="1650" dirty="0"/>
          </a:p>
        </p:txBody>
      </p:sp>
      <p:sp>
        <p:nvSpPr>
          <p:cNvPr id="4" name="Text 2"/>
          <p:cNvSpPr/>
          <p:nvPr/>
        </p:nvSpPr>
        <p:spPr>
          <a:xfrm>
            <a:off x="3633639" y="871538"/>
            <a:ext cx="8586966"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FFFFFF"/>
                </a:solidFill>
                <a:latin typeface="Arial" pitchFamily="34" charset="0"/>
                <a:ea typeface="Arial" pitchFamily="34" charset="-122"/>
                <a:cs typeface="Arial" pitchFamily="34" charset="-120"/>
              </a:rPr>
              <a:t>Direct Lake et groupe de calcul Time Intelligence</a:t>
            </a:r>
            <a:endParaRPr lang="en-US" sz="2850" dirty="0"/>
          </a:p>
        </p:txBody>
      </p:sp>
      <p:sp>
        <p:nvSpPr>
          <p:cNvPr id="5" name="Text 3"/>
          <p:cNvSpPr/>
          <p:nvPr/>
        </p:nvSpPr>
        <p:spPr>
          <a:xfrm>
            <a:off x="952500" y="1714500"/>
            <a:ext cx="609600"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1</a:t>
            </a:r>
            <a:endParaRPr lang="en-US" sz="2250" dirty="0"/>
          </a:p>
        </p:txBody>
      </p:sp>
      <p:sp>
        <p:nvSpPr>
          <p:cNvPr id="6" name="Text 4"/>
          <p:cNvSpPr/>
          <p:nvPr/>
        </p:nvSpPr>
        <p:spPr>
          <a:xfrm>
            <a:off x="1752600" y="1714500"/>
            <a:ext cx="7634496"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Se connecter à NordShop_Lakehouse en Direct Lake</a:t>
            </a:r>
            <a:endParaRPr lang="en-US" sz="2250" dirty="0"/>
          </a:p>
        </p:txBody>
      </p:sp>
      <p:sp>
        <p:nvSpPr>
          <p:cNvPr id="7" name="Text 5"/>
          <p:cNvSpPr/>
          <p:nvPr/>
        </p:nvSpPr>
        <p:spPr>
          <a:xfrm>
            <a:off x="952500" y="2266950"/>
            <a:ext cx="609600"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2</a:t>
            </a:r>
            <a:endParaRPr lang="en-US" sz="2250" dirty="0"/>
          </a:p>
        </p:txBody>
      </p:sp>
      <p:sp>
        <p:nvSpPr>
          <p:cNvPr id="8" name="Text 6"/>
          <p:cNvSpPr/>
          <p:nvPr/>
        </p:nvSpPr>
        <p:spPr>
          <a:xfrm>
            <a:off x="1752600" y="2266950"/>
            <a:ext cx="11139711"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Créer le schéma en étoile Fact_Ventes / Dim_Client / Dim_Produit / Dim_Date</a:t>
            </a:r>
            <a:endParaRPr lang="en-US" sz="2250" dirty="0"/>
          </a:p>
        </p:txBody>
      </p:sp>
      <p:sp>
        <p:nvSpPr>
          <p:cNvPr id="9" name="Text 7"/>
          <p:cNvSpPr/>
          <p:nvPr/>
        </p:nvSpPr>
        <p:spPr>
          <a:xfrm>
            <a:off x="952500" y="2819400"/>
            <a:ext cx="609600"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3</a:t>
            </a:r>
            <a:endParaRPr lang="en-US" sz="2250" dirty="0"/>
          </a:p>
        </p:txBody>
      </p:sp>
      <p:sp>
        <p:nvSpPr>
          <p:cNvPr id="10" name="Text 8"/>
          <p:cNvSpPr/>
          <p:nvPr/>
        </p:nvSpPr>
        <p:spPr>
          <a:xfrm>
            <a:off x="1752600" y="2819400"/>
            <a:ext cx="15525527" cy="419100"/>
          </a:xfrm>
          <a:prstGeom prst="rect">
            <a:avLst/>
          </a:prstGeom>
          <a:noFill/>
          <a:ln/>
        </p:spPr>
        <p:txBody>
          <a:bodyPr wrap="square" lIns="25400" tIns="25400" rIns="25400" bIns="25400" rtlCol="0" anchor="t">
            <a:normAutofit/>
          </a:bodyPr>
          <a:lstStyle/>
          <a:p>
            <a:pPr marL="0" indent="0" algn="l">
              <a:buNone/>
            </a:pPr>
            <a:r>
              <a:rPr lang="en-US" sz="2250" dirty="0">
                <a:solidFill>
                  <a:srgbClr val="E4E9F5"/>
                </a:solidFill>
                <a:latin typeface="Arial" pitchFamily="34" charset="0"/>
                <a:ea typeface="Arial" pitchFamily="34" charset="-122"/>
                <a:cs typeface="Arial" pitchFamily="34" charset="-120"/>
              </a:rPr>
              <a:t>Créer un groupe de calcul avec </a:t>
            </a:r>
            <a:r>
              <a:rPr lang="en-US" sz="2250" dirty="0">
                <a:solidFill>
                  <a:srgbClr val="FFFFFF"/>
                </a:solidFill>
                <a:latin typeface="Courier New" pitchFamily="34" charset="0"/>
                <a:ea typeface="Courier New" pitchFamily="34" charset="-122"/>
                <a:cs typeface="Courier New" pitchFamily="34" charset="-120"/>
              </a:rPr>
              <a:t>YTD = CALCULATE(SELECTEDMEASURE(), DATESYTD('Date'[Date]))</a:t>
            </a:r>
            <a:endParaRPr lang="en-US" sz="2250" dirty="0"/>
          </a:p>
        </p:txBody>
      </p:sp>
      <p:sp>
        <p:nvSpPr>
          <p:cNvPr id="11" name="Text 9"/>
          <p:cNvSpPr/>
          <p:nvPr/>
        </p:nvSpPr>
        <p:spPr>
          <a:xfrm>
            <a:off x="952500" y="3409950"/>
            <a:ext cx="609600"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4</a:t>
            </a:r>
            <a:endParaRPr lang="en-US" sz="2250" dirty="0"/>
          </a:p>
        </p:txBody>
      </p:sp>
      <p:sp>
        <p:nvSpPr>
          <p:cNvPr id="12" name="Text 10"/>
          <p:cNvSpPr/>
          <p:nvPr/>
        </p:nvSpPr>
        <p:spPr>
          <a:xfrm>
            <a:off x="1752600" y="3409950"/>
            <a:ext cx="9361646"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Activer l'accès en lecture/écriture XMLA pour les outils externes</a:t>
            </a:r>
            <a:endParaRPr lang="en-US" sz="2250" dirty="0"/>
          </a:p>
        </p:txBody>
      </p:sp>
      <p:sp>
        <p:nvSpPr>
          <p:cNvPr id="13" name="Text 11"/>
          <p:cNvSpPr/>
          <p:nvPr/>
        </p:nvSpPr>
        <p:spPr>
          <a:xfrm>
            <a:off x="952500" y="92583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FA1C4"/>
                </a:solidFill>
                <a:latin typeface="Arial" pitchFamily="34" charset="0"/>
                <a:ea typeface="Arial" pitchFamily="34" charset="-122"/>
                <a:cs typeface="Arial" pitchFamily="34" charset="-120"/>
              </a:rPr>
              <a:t>Jeu de données : NordShop_Lakehouse via Direct Lake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500" y="857250"/>
            <a:ext cx="3728740" cy="438150"/>
          </a:xfrm>
          <a:prstGeom prst="roundRect">
            <a:avLst>
              <a:gd name="adj" fmla="val 6522"/>
            </a:avLst>
          </a:prstGeom>
          <a:solidFill>
            <a:srgbClr val="0B2545"/>
          </a:solidFill>
          <a:ln/>
        </p:spPr>
        <p:txBody>
          <a:bodyPr/>
          <a:lstStyle/>
          <a:p>
            <a:endParaRPr lang="en-GB"/>
          </a:p>
        </p:txBody>
      </p:sp>
      <p:sp>
        <p:nvSpPr>
          <p:cNvPr id="3" name="Text 1"/>
          <p:cNvSpPr/>
          <p:nvPr/>
        </p:nvSpPr>
        <p:spPr>
          <a:xfrm>
            <a:off x="1162050" y="952500"/>
            <a:ext cx="3421502" cy="285750"/>
          </a:xfrm>
          <a:prstGeom prst="rect">
            <a:avLst/>
          </a:prstGeom>
          <a:noFill/>
          <a:ln/>
        </p:spPr>
        <p:txBody>
          <a:bodyPr wrap="square" lIns="25400" tIns="25400" rIns="25400" bIns="25400" rtlCol="0" anchor="t">
            <a:normAutofit fontScale="92500"/>
          </a:bodyPr>
          <a:lstStyle/>
          <a:p>
            <a:pPr marL="0" indent="0" algn="l">
              <a:buNone/>
            </a:pPr>
            <a:r>
              <a:rPr lang="en-US" sz="1650" b="1" kern="0" spc="150" dirty="0">
                <a:solidFill>
                  <a:srgbClr val="FFFFFF"/>
                </a:solidFill>
                <a:latin typeface="Arial" pitchFamily="34" charset="0"/>
                <a:ea typeface="Arial" pitchFamily="34" charset="-122"/>
                <a:cs typeface="Arial" pitchFamily="34" charset="-120"/>
              </a:rPr>
              <a:t>ATELIER PRATIQUE · 30 MIN</a:t>
            </a:r>
            <a:endParaRPr lang="en-US" sz="1650" dirty="0"/>
          </a:p>
        </p:txBody>
      </p:sp>
      <p:sp>
        <p:nvSpPr>
          <p:cNvPr id="4" name="Text 2"/>
          <p:cNvSpPr/>
          <p:nvPr/>
        </p:nvSpPr>
        <p:spPr>
          <a:xfrm>
            <a:off x="4871740" y="871538"/>
            <a:ext cx="7303472"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Concevoir un modèle sémantique évolutif</a:t>
            </a:r>
            <a:endParaRPr lang="en-US" sz="2850" dirty="0"/>
          </a:p>
        </p:txBody>
      </p:sp>
      <p:sp>
        <p:nvSpPr>
          <p:cNvPr id="5" name="Text 3"/>
          <p:cNvSpPr/>
          <p:nvPr/>
        </p:nvSpPr>
        <p:spPr>
          <a:xfrm>
            <a:off x="952500" y="1714500"/>
            <a:ext cx="18291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6" name="Text 4"/>
          <p:cNvSpPr/>
          <p:nvPr/>
        </p:nvSpPr>
        <p:spPr>
          <a:xfrm>
            <a:off x="1249710" y="1714500"/>
            <a:ext cx="7918534"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14213D"/>
                </a:solidFill>
                <a:latin typeface="Arial" pitchFamily="34" charset="0"/>
                <a:ea typeface="Arial" pitchFamily="34" charset="-122"/>
                <a:cs typeface="Arial" pitchFamily="34" charset="-120"/>
              </a:rPr>
              <a:t>Connectez-vous aux sources NordShop via Direct Lake</a:t>
            </a:r>
            <a:endParaRPr lang="en-US" sz="2250" dirty="0"/>
          </a:p>
        </p:txBody>
      </p:sp>
      <p:sp>
        <p:nvSpPr>
          <p:cNvPr id="7" name="Text 5"/>
          <p:cNvSpPr/>
          <p:nvPr/>
        </p:nvSpPr>
        <p:spPr>
          <a:xfrm>
            <a:off x="952500" y="2257425"/>
            <a:ext cx="18291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8" name="Text 6"/>
          <p:cNvSpPr/>
          <p:nvPr/>
        </p:nvSpPr>
        <p:spPr>
          <a:xfrm>
            <a:off x="1249710" y="2257425"/>
            <a:ext cx="9228386"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14213D"/>
                </a:solidFill>
                <a:latin typeface="Arial" pitchFamily="34" charset="0"/>
                <a:ea typeface="Arial" pitchFamily="34" charset="-122"/>
                <a:cs typeface="Arial" pitchFamily="34" charset="-120"/>
              </a:rPr>
              <a:t>Créez un schéma en étoile avec tables de faits et de dimensions</a:t>
            </a:r>
            <a:endParaRPr lang="en-US" sz="2250" dirty="0"/>
          </a:p>
        </p:txBody>
      </p:sp>
      <p:sp>
        <p:nvSpPr>
          <p:cNvPr id="9" name="Text 7"/>
          <p:cNvSpPr/>
          <p:nvPr/>
        </p:nvSpPr>
        <p:spPr>
          <a:xfrm>
            <a:off x="952500" y="2800350"/>
            <a:ext cx="18291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10" name="Text 8"/>
          <p:cNvSpPr/>
          <p:nvPr/>
        </p:nvSpPr>
        <p:spPr>
          <a:xfrm>
            <a:off x="1249710" y="2800350"/>
            <a:ext cx="8746584"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14213D"/>
                </a:solidFill>
                <a:latin typeface="Arial" pitchFamily="34" charset="0"/>
                <a:ea typeface="Arial" pitchFamily="34" charset="-122"/>
                <a:cs typeface="Arial" pitchFamily="34" charset="-120"/>
              </a:rPr>
              <a:t>Créez un groupe de calcul Time Intelligence (YTD, MTD, YoY)</a:t>
            </a:r>
            <a:endParaRPr lang="en-US" sz="2250" dirty="0"/>
          </a:p>
        </p:txBody>
      </p:sp>
      <p:sp>
        <p:nvSpPr>
          <p:cNvPr id="11" name="Text 9"/>
          <p:cNvSpPr/>
          <p:nvPr/>
        </p:nvSpPr>
        <p:spPr>
          <a:xfrm>
            <a:off x="952500" y="3343275"/>
            <a:ext cx="18291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12" name="Text 10"/>
          <p:cNvSpPr/>
          <p:nvPr/>
        </p:nvSpPr>
        <p:spPr>
          <a:xfrm>
            <a:off x="1249710" y="3343275"/>
            <a:ext cx="8524101"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14213D"/>
                </a:solidFill>
                <a:latin typeface="Arial" pitchFamily="34" charset="0"/>
                <a:ea typeface="Arial" pitchFamily="34" charset="-122"/>
                <a:cs typeface="Arial" pitchFamily="34" charset="-120"/>
              </a:rPr>
              <a:t>Configurez les paramètres de mise à l'échelle des requêtes</a:t>
            </a:r>
            <a:endParaRPr lang="en-US" sz="2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B"/>
        </a:solidFill>
        <a:effectLst/>
      </p:bgPr>
    </p:bg>
    <p:spTree>
      <p:nvGrpSpPr>
        <p:cNvPr id="1" name=""/>
        <p:cNvGrpSpPr/>
        <p:nvPr/>
      </p:nvGrpSpPr>
      <p:grpSpPr>
        <a:xfrm>
          <a:off x="0" y="0"/>
          <a:ext cx="0" cy="0"/>
          <a:chOff x="0" y="0"/>
          <a:chExt cx="0" cy="0"/>
        </a:xfrm>
      </p:grpSpPr>
      <p:sp>
        <p:nvSpPr>
          <p:cNvPr id="2" name="Text 0"/>
          <p:cNvSpPr/>
          <p:nvPr/>
        </p:nvSpPr>
        <p:spPr>
          <a:xfrm>
            <a:off x="952500" y="857250"/>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CONTRÔLE DE CONNAISSANCES</a:t>
            </a:r>
            <a:endParaRPr lang="en-US" sz="1650" dirty="0"/>
          </a:p>
        </p:txBody>
      </p:sp>
      <p:sp>
        <p:nvSpPr>
          <p:cNvPr id="3" name="Shape 1"/>
          <p:cNvSpPr/>
          <p:nvPr/>
        </p:nvSpPr>
        <p:spPr>
          <a:xfrm>
            <a:off x="952500" y="1524000"/>
            <a:ext cx="7953375" cy="8001000"/>
          </a:xfrm>
          <a:prstGeom prst="roundRect">
            <a:avLst>
              <a:gd name="adj" fmla="val 479"/>
            </a:avLst>
          </a:prstGeom>
          <a:solidFill>
            <a:srgbClr val="FFFFFF"/>
          </a:solidFill>
          <a:ln w="9525">
            <a:solidFill>
              <a:srgbClr val="DDE2EC"/>
            </a:solidFill>
            <a:prstDash val="solid"/>
          </a:ln>
        </p:spPr>
        <p:txBody>
          <a:bodyPr/>
          <a:lstStyle/>
          <a:p>
            <a:endParaRPr lang="en-GB"/>
          </a:p>
        </p:txBody>
      </p:sp>
      <p:sp>
        <p:nvSpPr>
          <p:cNvPr id="4" name="Text 2"/>
          <p:cNvSpPr/>
          <p:nvPr/>
        </p:nvSpPr>
        <p:spPr>
          <a:xfrm>
            <a:off x="1381125" y="1952625"/>
            <a:ext cx="7805738" cy="28575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2A5CA8"/>
                </a:solidFill>
                <a:latin typeface="Arial" pitchFamily="34" charset="0"/>
                <a:ea typeface="Arial" pitchFamily="34" charset="-122"/>
                <a:cs typeface="Arial" pitchFamily="34" charset="-120"/>
              </a:rPr>
              <a:t>QCM</a:t>
            </a:r>
            <a:endParaRPr lang="en-US" sz="1650" dirty="0"/>
          </a:p>
        </p:txBody>
      </p:sp>
      <p:sp>
        <p:nvSpPr>
          <p:cNvPr id="5" name="Text 3"/>
          <p:cNvSpPr/>
          <p:nvPr/>
        </p:nvSpPr>
        <p:spPr>
          <a:xfrm>
            <a:off x="1381125" y="2428875"/>
            <a:ext cx="7309009" cy="978991"/>
          </a:xfrm>
          <a:prstGeom prst="rect">
            <a:avLst/>
          </a:prstGeom>
          <a:noFill/>
          <a:ln/>
        </p:spPr>
        <p:txBody>
          <a:bodyPr wrap="square" lIns="25400" tIns="25400" rIns="25400" bIns="25400" rtlCol="0" anchor="t">
            <a:normAutofit lnSpcReduction="10000"/>
          </a:bodyPr>
          <a:lstStyle/>
          <a:p>
            <a:pPr marL="0" indent="0" algn="l">
              <a:lnSpc>
                <a:spcPct val="114884"/>
              </a:lnSpc>
              <a:buNone/>
            </a:pPr>
            <a:r>
              <a:rPr lang="en-US" sz="2850" b="1" dirty="0">
                <a:solidFill>
                  <a:srgbClr val="14213D"/>
                </a:solidFill>
                <a:latin typeface="Arial" pitchFamily="34" charset="0"/>
                <a:ea typeface="Arial" pitchFamily="34" charset="-122"/>
                <a:cs typeface="Arial" pitchFamily="34" charset="-120"/>
              </a:rPr>
              <a:t>Quel mode de stockage est natif pour des données lakehouse Fabric ?</a:t>
            </a:r>
            <a:endParaRPr lang="en-US" sz="2850" dirty="0"/>
          </a:p>
        </p:txBody>
      </p:sp>
      <p:sp>
        <p:nvSpPr>
          <p:cNvPr id="6" name="Text 4"/>
          <p:cNvSpPr/>
          <p:nvPr/>
        </p:nvSpPr>
        <p:spPr>
          <a:xfrm>
            <a:off x="1381125" y="3598366"/>
            <a:ext cx="7805738"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C98A2B"/>
                </a:solidFill>
                <a:latin typeface="Arial" pitchFamily="34" charset="0"/>
                <a:ea typeface="Arial" pitchFamily="34" charset="-122"/>
                <a:cs typeface="Arial" pitchFamily="34" charset="-120"/>
              </a:rPr>
              <a:t>A. Direct Lake ✓</a:t>
            </a:r>
            <a:endParaRPr lang="en-US" sz="1800" dirty="0"/>
          </a:p>
        </p:txBody>
      </p:sp>
      <p:sp>
        <p:nvSpPr>
          <p:cNvPr id="7" name="Text 5"/>
          <p:cNvSpPr/>
          <p:nvPr/>
        </p:nvSpPr>
        <p:spPr>
          <a:xfrm>
            <a:off x="1381125" y="3998416"/>
            <a:ext cx="7805738"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B. Importer</a:t>
            </a:r>
            <a:endParaRPr lang="en-US" sz="1800" dirty="0"/>
          </a:p>
        </p:txBody>
      </p:sp>
      <p:sp>
        <p:nvSpPr>
          <p:cNvPr id="8" name="Text 6"/>
          <p:cNvSpPr/>
          <p:nvPr/>
        </p:nvSpPr>
        <p:spPr>
          <a:xfrm>
            <a:off x="1381125" y="4360366"/>
            <a:ext cx="7805738"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C. DirectQuery</a:t>
            </a:r>
            <a:endParaRPr lang="en-US" sz="1800" dirty="0"/>
          </a:p>
        </p:txBody>
      </p:sp>
      <p:sp>
        <p:nvSpPr>
          <p:cNvPr id="9" name="Shape 7"/>
          <p:cNvSpPr/>
          <p:nvPr/>
        </p:nvSpPr>
        <p:spPr>
          <a:xfrm>
            <a:off x="9382125" y="1524000"/>
            <a:ext cx="7953375" cy="8001000"/>
          </a:xfrm>
          <a:prstGeom prst="roundRect">
            <a:avLst>
              <a:gd name="adj" fmla="val 479"/>
            </a:avLst>
          </a:prstGeom>
          <a:solidFill>
            <a:srgbClr val="FFFFFF"/>
          </a:solidFill>
          <a:ln w="9525">
            <a:solidFill>
              <a:srgbClr val="DDE2EC"/>
            </a:solidFill>
            <a:prstDash val="solid"/>
          </a:ln>
        </p:spPr>
        <p:txBody>
          <a:bodyPr/>
          <a:lstStyle/>
          <a:p>
            <a:endParaRPr lang="en-GB"/>
          </a:p>
        </p:txBody>
      </p:sp>
      <p:sp>
        <p:nvSpPr>
          <p:cNvPr id="10" name="Text 8"/>
          <p:cNvSpPr/>
          <p:nvPr/>
        </p:nvSpPr>
        <p:spPr>
          <a:xfrm>
            <a:off x="9810750" y="1952625"/>
            <a:ext cx="7805738" cy="28575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2A5CA8"/>
                </a:solidFill>
                <a:latin typeface="Arial" pitchFamily="34" charset="0"/>
                <a:ea typeface="Arial" pitchFamily="34" charset="-122"/>
                <a:cs typeface="Arial" pitchFamily="34" charset="-120"/>
              </a:rPr>
              <a:t>VRAI OU FAUX</a:t>
            </a:r>
            <a:endParaRPr lang="en-US" sz="1650" dirty="0"/>
          </a:p>
        </p:txBody>
      </p:sp>
      <p:sp>
        <p:nvSpPr>
          <p:cNvPr id="11" name="Text 9"/>
          <p:cNvSpPr/>
          <p:nvPr/>
        </p:nvSpPr>
        <p:spPr>
          <a:xfrm>
            <a:off x="9810750" y="2428875"/>
            <a:ext cx="7309009" cy="978991"/>
          </a:xfrm>
          <a:prstGeom prst="rect">
            <a:avLst/>
          </a:prstGeom>
          <a:noFill/>
          <a:ln/>
        </p:spPr>
        <p:txBody>
          <a:bodyPr wrap="square" lIns="25400" tIns="25400" rIns="25400" bIns="25400" rtlCol="0" anchor="t">
            <a:normAutofit lnSpcReduction="10000"/>
          </a:bodyPr>
          <a:lstStyle/>
          <a:p>
            <a:pPr marL="0" indent="0" algn="l">
              <a:lnSpc>
                <a:spcPct val="114884"/>
              </a:lnSpc>
              <a:buNone/>
            </a:pPr>
            <a:r>
              <a:rPr lang="en-US" sz="2850" b="1" dirty="0">
                <a:solidFill>
                  <a:srgbClr val="14213D"/>
                </a:solidFill>
                <a:latin typeface="Arial" pitchFamily="34" charset="0"/>
                <a:ea typeface="Arial" pitchFamily="34" charset="-122"/>
                <a:cs typeface="Arial" pitchFamily="34" charset="-120"/>
              </a:rPr>
              <a:t>Un groupe de calcul doit être dupliqué pour chaque mesure du modèle.</a:t>
            </a:r>
            <a:endParaRPr lang="en-US" sz="2850" dirty="0"/>
          </a:p>
        </p:txBody>
      </p:sp>
      <p:sp>
        <p:nvSpPr>
          <p:cNvPr id="12" name="Text 10"/>
          <p:cNvSpPr/>
          <p:nvPr/>
        </p:nvSpPr>
        <p:spPr>
          <a:xfrm>
            <a:off x="9810750" y="8448675"/>
            <a:ext cx="7309009" cy="68580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C98A2B"/>
                </a:solidFill>
                <a:latin typeface="Arial" pitchFamily="34" charset="0"/>
                <a:ea typeface="Arial" pitchFamily="34" charset="-122"/>
                <a:cs typeface="Arial" pitchFamily="34" charset="-120"/>
              </a:rPr>
              <a:t>→ Faux : c'est justement l'inverse, un seul groupe s'applique à toutes les mesures</a:t>
            </a:r>
            <a:endParaRPr lang="en-US" sz="2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952500" y="4062412"/>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CE QU'IL FAUT RETENIR</a:t>
            </a:r>
            <a:endParaRPr lang="en-US" sz="1650" dirty="0"/>
          </a:p>
        </p:txBody>
      </p:sp>
      <p:sp>
        <p:nvSpPr>
          <p:cNvPr id="3" name="Text 1"/>
          <p:cNvSpPr/>
          <p:nvPr/>
        </p:nvSpPr>
        <p:spPr>
          <a:xfrm>
            <a:off x="952500" y="4729163"/>
            <a:ext cx="38100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4" name="Text 2"/>
          <p:cNvSpPr/>
          <p:nvPr/>
        </p:nvSpPr>
        <p:spPr>
          <a:xfrm>
            <a:off x="1485900" y="4729163"/>
            <a:ext cx="11456983" cy="390525"/>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Direct Lake : lectures à la demande depuis OneLake, sans copie ni actualisation</a:t>
            </a:r>
            <a:endParaRPr lang="en-US" sz="2250" dirty="0"/>
          </a:p>
        </p:txBody>
      </p:sp>
      <p:sp>
        <p:nvSpPr>
          <p:cNvPr id="5" name="Text 3"/>
          <p:cNvSpPr/>
          <p:nvPr/>
        </p:nvSpPr>
        <p:spPr>
          <a:xfrm>
            <a:off x="952500" y="5348288"/>
            <a:ext cx="38100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6" name="Text 4"/>
          <p:cNvSpPr/>
          <p:nvPr/>
        </p:nvSpPr>
        <p:spPr>
          <a:xfrm>
            <a:off x="1485900" y="5348288"/>
            <a:ext cx="10112752" cy="390525"/>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Intégrité référentielle et schéma en étoile propre pour la performance</a:t>
            </a:r>
            <a:endParaRPr lang="en-US" sz="2250" dirty="0"/>
          </a:p>
        </p:txBody>
      </p:sp>
      <p:sp>
        <p:nvSpPr>
          <p:cNvPr id="7" name="Text 5"/>
          <p:cNvSpPr/>
          <p:nvPr/>
        </p:nvSpPr>
        <p:spPr>
          <a:xfrm>
            <a:off x="952500" y="5967413"/>
            <a:ext cx="38100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8" name="Text 6"/>
          <p:cNvSpPr/>
          <p:nvPr/>
        </p:nvSpPr>
        <p:spPr>
          <a:xfrm>
            <a:off x="1485900" y="5967413"/>
            <a:ext cx="9480992" cy="390525"/>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Groupes de calcul : un seul modèle appliqué à toutes les mesures</a:t>
            </a:r>
            <a:endParaRPr lang="en-US" sz="2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952500" y="3671888"/>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11 · DAX AVANCÉ &amp; OPTIMISATION DU MODÈLE</a:t>
            </a:r>
            <a:endParaRPr lang="en-US" sz="1650" dirty="0"/>
          </a:p>
        </p:txBody>
      </p:sp>
      <p:sp>
        <p:nvSpPr>
          <p:cNvPr id="3" name="Text 1"/>
          <p:cNvSpPr/>
          <p:nvPr/>
        </p:nvSpPr>
        <p:spPr>
          <a:xfrm>
            <a:off x="952500" y="4110038"/>
            <a:ext cx="15716250" cy="695325"/>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FFFFFF"/>
                </a:solidFill>
                <a:latin typeface="Arial" pitchFamily="34" charset="0"/>
                <a:ea typeface="Arial" pitchFamily="34" charset="-122"/>
                <a:cs typeface="Arial" pitchFamily="34" charset="-120"/>
              </a:rPr>
              <a:t>Mesurer, diagnostiquer, corriger</a:t>
            </a:r>
            <a:endParaRPr lang="en-US" sz="4500" dirty="0"/>
          </a:p>
        </p:txBody>
      </p:sp>
      <p:sp>
        <p:nvSpPr>
          <p:cNvPr id="4" name="Text 2"/>
          <p:cNvSpPr/>
          <p:nvPr/>
        </p:nvSpPr>
        <p:spPr>
          <a:xfrm>
            <a:off x="952500" y="5186363"/>
            <a:ext cx="419249"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01</a:t>
            </a:r>
            <a:endParaRPr lang="en-US" sz="2250" dirty="0"/>
          </a:p>
        </p:txBody>
      </p:sp>
      <p:sp>
        <p:nvSpPr>
          <p:cNvPr id="5" name="Text 3"/>
          <p:cNvSpPr/>
          <p:nvPr/>
        </p:nvSpPr>
        <p:spPr>
          <a:xfrm>
            <a:off x="1524149" y="5186363"/>
            <a:ext cx="11359902"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Utiliser l'analyseur de performances pour identifier les goulots d'étranglement</a:t>
            </a:r>
            <a:endParaRPr lang="en-US" sz="2250" dirty="0"/>
          </a:p>
        </p:txBody>
      </p:sp>
      <p:sp>
        <p:nvSpPr>
          <p:cNvPr id="6" name="Text 4"/>
          <p:cNvSpPr/>
          <p:nvPr/>
        </p:nvSpPr>
        <p:spPr>
          <a:xfrm>
            <a:off x="952500" y="5776913"/>
            <a:ext cx="419249"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02</a:t>
            </a:r>
            <a:endParaRPr lang="en-US" sz="2250" dirty="0"/>
          </a:p>
        </p:txBody>
      </p:sp>
      <p:sp>
        <p:nvSpPr>
          <p:cNvPr id="7" name="Text 5"/>
          <p:cNvSpPr/>
          <p:nvPr/>
        </p:nvSpPr>
        <p:spPr>
          <a:xfrm>
            <a:off x="1524149" y="5776913"/>
            <a:ext cx="7215887"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Optimiser les calculs DAX et réduire la cardinalité</a:t>
            </a:r>
            <a:endParaRPr lang="en-US" sz="2250" dirty="0"/>
          </a:p>
        </p:txBody>
      </p:sp>
      <p:sp>
        <p:nvSpPr>
          <p:cNvPr id="8" name="Text 6"/>
          <p:cNvSpPr/>
          <p:nvPr/>
        </p:nvSpPr>
        <p:spPr>
          <a:xfrm>
            <a:off x="952500" y="6367463"/>
            <a:ext cx="419249"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03</a:t>
            </a:r>
            <a:endParaRPr lang="en-US" sz="2250" dirty="0"/>
          </a:p>
        </p:txBody>
      </p:sp>
      <p:sp>
        <p:nvSpPr>
          <p:cNvPr id="9" name="Text 7"/>
          <p:cNvSpPr/>
          <p:nvPr/>
        </p:nvSpPr>
        <p:spPr>
          <a:xfrm>
            <a:off x="1524149" y="6367463"/>
            <a:ext cx="10898401"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Implémenter des agrégations pour accélérer les requêtes sur gros volumes</a:t>
            </a:r>
            <a:endParaRPr lang="en-US" sz="2250" dirty="0"/>
          </a:p>
        </p:txBody>
      </p:sp>
      <p:sp>
        <p:nvSpPr>
          <p:cNvPr id="10" name="Text 8"/>
          <p:cNvSpPr/>
          <p:nvPr/>
        </p:nvSpPr>
        <p:spPr>
          <a:xfrm>
            <a:off x="16011376" y="9258300"/>
            <a:ext cx="1456536"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FA1C4"/>
                </a:solidFill>
                <a:latin typeface="Arial" pitchFamily="34" charset="0"/>
                <a:ea typeface="Arial" pitchFamily="34" charset="-122"/>
                <a:cs typeface="Arial" pitchFamily="34" charset="-120"/>
              </a:rPr>
              <a:t>Durée : 1h45</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B"/>
        </a:solidFill>
        <a:effectLst/>
      </p:bgPr>
    </p:bg>
    <p:spTree>
      <p:nvGrpSpPr>
        <p:cNvPr id="1" name=""/>
        <p:cNvGrpSpPr/>
        <p:nvPr/>
      </p:nvGrpSpPr>
      <p:grpSpPr>
        <a:xfrm>
          <a:off x="0" y="0"/>
          <a:ext cx="0" cy="0"/>
          <a:chOff x="0" y="0"/>
          <a:chExt cx="0" cy="0"/>
        </a:xfrm>
      </p:grpSpPr>
      <p:sp>
        <p:nvSpPr>
          <p:cNvPr id="2" name="Text 0"/>
          <p:cNvSpPr/>
          <p:nvPr/>
        </p:nvSpPr>
        <p:spPr>
          <a:xfrm>
            <a:off x="952500" y="857250"/>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DAX AVANCÉ &amp; OPTIMISATION DU MODÈLE</a:t>
            </a:r>
            <a:endParaRPr lang="en-US" sz="1650" dirty="0"/>
          </a:p>
        </p:txBody>
      </p:sp>
      <p:sp>
        <p:nvSpPr>
          <p:cNvPr id="3" name="Text 1"/>
          <p:cNvSpPr/>
          <p:nvPr/>
        </p:nvSpPr>
        <p:spPr>
          <a:xfrm>
            <a:off x="952500" y="1257300"/>
            <a:ext cx="18021300" cy="695325"/>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14213D"/>
                </a:solidFill>
                <a:latin typeface="Arial" pitchFamily="34" charset="0"/>
                <a:ea typeface="Arial" pitchFamily="34" charset="-122"/>
                <a:cs typeface="Arial" pitchFamily="34" charset="-120"/>
              </a:rPr>
              <a:t>Analyseur de performances : trouver le goulot</a:t>
            </a:r>
            <a:endParaRPr lang="en-US" sz="4500" dirty="0"/>
          </a:p>
        </p:txBody>
      </p:sp>
      <p:sp>
        <p:nvSpPr>
          <p:cNvPr id="4" name="Shape 2"/>
          <p:cNvSpPr/>
          <p:nvPr/>
        </p:nvSpPr>
        <p:spPr>
          <a:xfrm>
            <a:off x="952500" y="2333625"/>
            <a:ext cx="3929063" cy="7191375"/>
          </a:xfrm>
          <a:prstGeom prst="roundRect">
            <a:avLst>
              <a:gd name="adj" fmla="val 970"/>
            </a:avLst>
          </a:prstGeom>
          <a:solidFill>
            <a:srgbClr val="FFFFFF"/>
          </a:solidFill>
          <a:ln w="9525">
            <a:solidFill>
              <a:srgbClr val="DDE2EC"/>
            </a:solidFill>
            <a:prstDash val="solid"/>
          </a:ln>
        </p:spPr>
        <p:txBody>
          <a:bodyPr/>
          <a:lstStyle/>
          <a:p>
            <a:endParaRPr lang="en-GB"/>
          </a:p>
        </p:txBody>
      </p:sp>
      <p:sp>
        <p:nvSpPr>
          <p:cNvPr id="5" name="Text 3"/>
          <p:cNvSpPr/>
          <p:nvPr/>
        </p:nvSpPr>
        <p:spPr>
          <a:xfrm>
            <a:off x="1266825" y="5543550"/>
            <a:ext cx="3630454"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1. Effacer le cache</a:t>
            </a:r>
            <a:endParaRPr lang="en-US" sz="2850" dirty="0"/>
          </a:p>
        </p:txBody>
      </p:sp>
      <p:sp>
        <p:nvSpPr>
          <p:cNvPr id="6" name="Text 4"/>
          <p:cNvSpPr/>
          <p:nvPr/>
        </p:nvSpPr>
        <p:spPr>
          <a:xfrm>
            <a:off x="1266825" y="6048375"/>
            <a:ext cx="3630454"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Toujours repartir de zéro</a:t>
            </a:r>
            <a:endParaRPr lang="en-US" sz="1800" dirty="0"/>
          </a:p>
        </p:txBody>
      </p:sp>
      <p:sp>
        <p:nvSpPr>
          <p:cNvPr id="7" name="Shape 5"/>
          <p:cNvSpPr/>
          <p:nvPr/>
        </p:nvSpPr>
        <p:spPr>
          <a:xfrm>
            <a:off x="5110163" y="2333625"/>
            <a:ext cx="3929063" cy="7191375"/>
          </a:xfrm>
          <a:prstGeom prst="roundRect">
            <a:avLst>
              <a:gd name="adj" fmla="val 970"/>
            </a:avLst>
          </a:prstGeom>
          <a:solidFill>
            <a:srgbClr val="FFFFFF"/>
          </a:solidFill>
          <a:ln w="9525">
            <a:solidFill>
              <a:srgbClr val="DDE2EC"/>
            </a:solidFill>
            <a:prstDash val="solid"/>
          </a:ln>
        </p:spPr>
        <p:txBody>
          <a:bodyPr/>
          <a:lstStyle/>
          <a:p>
            <a:endParaRPr lang="en-GB"/>
          </a:p>
        </p:txBody>
      </p:sp>
      <p:sp>
        <p:nvSpPr>
          <p:cNvPr id="8" name="Text 6"/>
          <p:cNvSpPr/>
          <p:nvPr/>
        </p:nvSpPr>
        <p:spPr>
          <a:xfrm>
            <a:off x="5424488" y="5543550"/>
            <a:ext cx="3630454"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2. Enregistrer</a:t>
            </a:r>
            <a:endParaRPr lang="en-US" sz="2850" dirty="0"/>
          </a:p>
        </p:txBody>
      </p:sp>
      <p:sp>
        <p:nvSpPr>
          <p:cNvPr id="9" name="Text 7"/>
          <p:cNvSpPr/>
          <p:nvPr/>
        </p:nvSpPr>
        <p:spPr>
          <a:xfrm>
            <a:off x="5424488" y="6048375"/>
            <a:ext cx="3630454"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Interagir comme un utilisateur</a:t>
            </a:r>
            <a:endParaRPr lang="en-US" sz="1800" dirty="0"/>
          </a:p>
        </p:txBody>
      </p:sp>
      <p:sp>
        <p:nvSpPr>
          <p:cNvPr id="10" name="Shape 8"/>
          <p:cNvSpPr/>
          <p:nvPr/>
        </p:nvSpPr>
        <p:spPr>
          <a:xfrm>
            <a:off x="9267825" y="2333625"/>
            <a:ext cx="3929063" cy="7191375"/>
          </a:xfrm>
          <a:prstGeom prst="roundRect">
            <a:avLst>
              <a:gd name="adj" fmla="val 970"/>
            </a:avLst>
          </a:prstGeom>
          <a:solidFill>
            <a:srgbClr val="FFFFFF"/>
          </a:solidFill>
          <a:ln w="9525">
            <a:solidFill>
              <a:srgbClr val="DDE2EC"/>
            </a:solidFill>
            <a:prstDash val="solid"/>
          </a:ln>
        </p:spPr>
        <p:txBody>
          <a:bodyPr/>
          <a:lstStyle/>
          <a:p>
            <a:endParaRPr lang="en-GB"/>
          </a:p>
        </p:txBody>
      </p:sp>
      <p:sp>
        <p:nvSpPr>
          <p:cNvPr id="11" name="Text 9"/>
          <p:cNvSpPr/>
          <p:nvPr/>
        </p:nvSpPr>
        <p:spPr>
          <a:xfrm>
            <a:off x="9582150" y="5543550"/>
            <a:ext cx="3630454"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3. Isoler</a:t>
            </a:r>
            <a:endParaRPr lang="en-US" sz="2850" dirty="0"/>
          </a:p>
        </p:txBody>
      </p:sp>
      <p:sp>
        <p:nvSpPr>
          <p:cNvPr id="12" name="Text 10"/>
          <p:cNvSpPr/>
          <p:nvPr/>
        </p:nvSpPr>
        <p:spPr>
          <a:xfrm>
            <a:off x="9582150" y="6048375"/>
            <a:ext cx="3630454"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Le visuel hors norme</a:t>
            </a:r>
            <a:endParaRPr lang="en-US" sz="1800" dirty="0"/>
          </a:p>
        </p:txBody>
      </p:sp>
      <p:sp>
        <p:nvSpPr>
          <p:cNvPr id="13" name="Shape 11"/>
          <p:cNvSpPr/>
          <p:nvPr/>
        </p:nvSpPr>
        <p:spPr>
          <a:xfrm>
            <a:off x="13425488" y="2333625"/>
            <a:ext cx="3910013" cy="7191375"/>
          </a:xfrm>
          <a:prstGeom prst="roundRect">
            <a:avLst>
              <a:gd name="adj" fmla="val 974"/>
            </a:avLst>
          </a:prstGeom>
          <a:solidFill>
            <a:srgbClr val="0B2545"/>
          </a:solidFill>
          <a:ln/>
        </p:spPr>
        <p:txBody>
          <a:bodyPr/>
          <a:lstStyle/>
          <a:p>
            <a:endParaRPr lang="en-GB"/>
          </a:p>
        </p:txBody>
      </p:sp>
      <p:sp>
        <p:nvSpPr>
          <p:cNvPr id="14" name="Text 12"/>
          <p:cNvSpPr/>
          <p:nvPr/>
        </p:nvSpPr>
        <p:spPr>
          <a:xfrm>
            <a:off x="13730288" y="5410200"/>
            <a:ext cx="3630454"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C98A2B"/>
                </a:solidFill>
                <a:latin typeface="Arial" pitchFamily="34" charset="0"/>
                <a:ea typeface="Arial" pitchFamily="34" charset="-122"/>
                <a:cs typeface="Arial" pitchFamily="34" charset="-120"/>
              </a:rPr>
              <a:t>4. Décomposer</a:t>
            </a:r>
            <a:endParaRPr lang="en-US" sz="2850" dirty="0"/>
          </a:p>
        </p:txBody>
      </p:sp>
      <p:sp>
        <p:nvSpPr>
          <p:cNvPr id="15" name="Text 13"/>
          <p:cNvSpPr/>
          <p:nvPr/>
        </p:nvSpPr>
        <p:spPr>
          <a:xfrm>
            <a:off x="13730288" y="5915025"/>
            <a:ext cx="3399425" cy="5715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E4E9F5"/>
                </a:solidFill>
                <a:latin typeface="Arial" pitchFamily="34" charset="0"/>
                <a:ea typeface="Arial" pitchFamily="34" charset="-122"/>
                <a:cs typeface="Arial" pitchFamily="34" charset="-120"/>
              </a:rPr>
              <a:t>DAX 4500ms / Visuel 300ms / Autre 150ms</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57250"/>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DAX AVANCÉ &amp; OPTIMISATION DU MODÈLE</a:t>
            </a:r>
            <a:endParaRPr lang="en-US" sz="1650" dirty="0"/>
          </a:p>
        </p:txBody>
      </p:sp>
      <p:sp>
        <p:nvSpPr>
          <p:cNvPr id="3" name="Text 1"/>
          <p:cNvSpPr/>
          <p:nvPr/>
        </p:nvSpPr>
        <p:spPr>
          <a:xfrm>
            <a:off x="952500" y="1257300"/>
            <a:ext cx="18021300" cy="695325"/>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14213D"/>
                </a:solidFill>
                <a:latin typeface="Arial" pitchFamily="34" charset="0"/>
                <a:ea typeface="Arial" pitchFamily="34" charset="-122"/>
                <a:cs typeface="Arial" pitchFamily="34" charset="-120"/>
              </a:rPr>
              <a:t>Corriger : DAX efficace, cardinalité réduite</a:t>
            </a:r>
            <a:endParaRPr lang="en-US" sz="4500" dirty="0"/>
          </a:p>
        </p:txBody>
      </p:sp>
      <p:sp>
        <p:nvSpPr>
          <p:cNvPr id="4" name="Shape 2"/>
          <p:cNvSpPr/>
          <p:nvPr/>
        </p:nvSpPr>
        <p:spPr>
          <a:xfrm>
            <a:off x="952500" y="2333625"/>
            <a:ext cx="5257800" cy="7191375"/>
          </a:xfrm>
          <a:prstGeom prst="roundRect">
            <a:avLst>
              <a:gd name="adj" fmla="val 725"/>
            </a:avLst>
          </a:prstGeom>
          <a:solidFill>
            <a:srgbClr val="F6F7FB"/>
          </a:solidFill>
          <a:ln/>
        </p:spPr>
        <p:txBody>
          <a:bodyPr/>
          <a:lstStyle/>
          <a:p>
            <a:endParaRPr lang="en-GB"/>
          </a:p>
        </p:txBody>
      </p:sp>
      <p:sp>
        <p:nvSpPr>
          <p:cNvPr id="5" name="Text 3"/>
          <p:cNvSpPr/>
          <p:nvPr/>
        </p:nvSpPr>
        <p:spPr>
          <a:xfrm>
            <a:off x="1295400" y="2676525"/>
            <a:ext cx="5029200"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VAR au lieu de répéter</a:t>
            </a:r>
            <a:endParaRPr lang="en-US" sz="2850" dirty="0"/>
          </a:p>
        </p:txBody>
      </p:sp>
      <p:sp>
        <p:nvSpPr>
          <p:cNvPr id="6" name="Text 4"/>
          <p:cNvSpPr/>
          <p:nvPr/>
        </p:nvSpPr>
        <p:spPr>
          <a:xfrm>
            <a:off x="1295400" y="3219450"/>
            <a:ext cx="4709160" cy="838200"/>
          </a:xfrm>
          <a:prstGeom prst="rect">
            <a:avLst/>
          </a:prstGeom>
          <a:noFill/>
          <a:ln/>
        </p:spPr>
        <p:txBody>
          <a:bodyPr wrap="square" lIns="25400" tIns="25400" rIns="25400" bIns="25400" rtlCol="0" anchor="t">
            <a:normAutofit lnSpcReduction="10000"/>
          </a:bodyPr>
          <a:lstStyle/>
          <a:p>
            <a:pPr marL="0" indent="0" algn="l">
              <a:lnSpc>
                <a:spcPct val="123529"/>
              </a:lnSpc>
              <a:buNone/>
            </a:pPr>
            <a:r>
              <a:rPr lang="en-US" sz="2250" dirty="0">
                <a:solidFill>
                  <a:srgbClr val="4B5568"/>
                </a:solidFill>
                <a:latin typeface="Arial" pitchFamily="34" charset="0"/>
                <a:ea typeface="Arial" pitchFamily="34" charset="-122"/>
                <a:cs typeface="Arial" pitchFamily="34" charset="-120"/>
              </a:rPr>
              <a:t>Une expression calculée 3 fois → stockée une fois dans une variable</a:t>
            </a:r>
            <a:endParaRPr lang="en-US" sz="2250" dirty="0"/>
          </a:p>
        </p:txBody>
      </p:sp>
      <p:sp>
        <p:nvSpPr>
          <p:cNvPr id="7" name="Shape 5"/>
          <p:cNvSpPr/>
          <p:nvPr/>
        </p:nvSpPr>
        <p:spPr>
          <a:xfrm>
            <a:off x="6515100" y="2333625"/>
            <a:ext cx="5257800" cy="7191375"/>
          </a:xfrm>
          <a:prstGeom prst="roundRect">
            <a:avLst>
              <a:gd name="adj" fmla="val 725"/>
            </a:avLst>
          </a:prstGeom>
          <a:solidFill>
            <a:srgbClr val="F6F7FB"/>
          </a:solidFill>
          <a:ln/>
        </p:spPr>
        <p:txBody>
          <a:bodyPr/>
          <a:lstStyle/>
          <a:p>
            <a:endParaRPr lang="en-GB"/>
          </a:p>
        </p:txBody>
      </p:sp>
      <p:sp>
        <p:nvSpPr>
          <p:cNvPr id="8" name="Text 6"/>
          <p:cNvSpPr/>
          <p:nvPr/>
        </p:nvSpPr>
        <p:spPr>
          <a:xfrm>
            <a:off x="6858000" y="2676525"/>
            <a:ext cx="5029200"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Prédicat dans CALCULATE</a:t>
            </a:r>
            <a:endParaRPr lang="en-US" sz="2850" dirty="0"/>
          </a:p>
        </p:txBody>
      </p:sp>
      <p:sp>
        <p:nvSpPr>
          <p:cNvPr id="9" name="Text 7"/>
          <p:cNvSpPr/>
          <p:nvPr/>
        </p:nvSpPr>
        <p:spPr>
          <a:xfrm>
            <a:off x="6858000" y="3219450"/>
            <a:ext cx="4709160" cy="838200"/>
          </a:xfrm>
          <a:prstGeom prst="rect">
            <a:avLst/>
          </a:prstGeom>
          <a:noFill/>
          <a:ln/>
        </p:spPr>
        <p:txBody>
          <a:bodyPr wrap="square" lIns="25400" tIns="25400" rIns="25400" bIns="25400" rtlCol="0" anchor="t">
            <a:normAutofit lnSpcReduction="10000"/>
          </a:bodyPr>
          <a:lstStyle/>
          <a:p>
            <a:pPr marL="0" indent="0" algn="l">
              <a:lnSpc>
                <a:spcPct val="123529"/>
              </a:lnSpc>
              <a:buNone/>
            </a:pPr>
            <a:r>
              <a:rPr lang="en-US" sz="2250" dirty="0">
                <a:solidFill>
                  <a:srgbClr val="4B5568"/>
                </a:solidFill>
                <a:latin typeface="Arial" pitchFamily="34" charset="0"/>
                <a:ea typeface="Arial" pitchFamily="34" charset="-122"/>
                <a:cs typeface="Arial" pitchFamily="34" charset="-120"/>
              </a:rPr>
              <a:t>FILTER(Ventes, condition) → filtre de colonne natif, plus rapide</a:t>
            </a:r>
            <a:endParaRPr lang="en-US" sz="2250" dirty="0"/>
          </a:p>
        </p:txBody>
      </p:sp>
      <p:sp>
        <p:nvSpPr>
          <p:cNvPr id="10" name="Shape 8"/>
          <p:cNvSpPr/>
          <p:nvPr/>
        </p:nvSpPr>
        <p:spPr>
          <a:xfrm>
            <a:off x="12077700" y="2333625"/>
            <a:ext cx="5257800" cy="7191375"/>
          </a:xfrm>
          <a:prstGeom prst="roundRect">
            <a:avLst>
              <a:gd name="adj" fmla="val 725"/>
            </a:avLst>
          </a:prstGeom>
          <a:solidFill>
            <a:srgbClr val="0B2545"/>
          </a:solidFill>
          <a:ln/>
        </p:spPr>
        <p:txBody>
          <a:bodyPr/>
          <a:lstStyle/>
          <a:p>
            <a:endParaRPr lang="en-GB"/>
          </a:p>
        </p:txBody>
      </p:sp>
      <p:sp>
        <p:nvSpPr>
          <p:cNvPr id="11" name="Text 9"/>
          <p:cNvSpPr/>
          <p:nvPr/>
        </p:nvSpPr>
        <p:spPr>
          <a:xfrm>
            <a:off x="12420600" y="2676525"/>
            <a:ext cx="5029200"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C98A2B"/>
                </a:solidFill>
                <a:latin typeface="Arial" pitchFamily="34" charset="0"/>
                <a:ea typeface="Arial" pitchFamily="34" charset="-122"/>
                <a:cs typeface="Arial" pitchFamily="34" charset="-120"/>
              </a:rPr>
              <a:t>Réduire la cardinalité</a:t>
            </a:r>
            <a:endParaRPr lang="en-US" sz="2850" dirty="0"/>
          </a:p>
        </p:txBody>
      </p:sp>
      <p:sp>
        <p:nvSpPr>
          <p:cNvPr id="12" name="Text 10"/>
          <p:cNvSpPr/>
          <p:nvPr/>
        </p:nvSpPr>
        <p:spPr>
          <a:xfrm>
            <a:off x="12420600" y="3219450"/>
            <a:ext cx="4709160" cy="1238250"/>
          </a:xfrm>
          <a:prstGeom prst="rect">
            <a:avLst/>
          </a:prstGeom>
          <a:noFill/>
          <a:ln/>
        </p:spPr>
        <p:txBody>
          <a:bodyPr wrap="square" lIns="25400" tIns="25400" rIns="25400" bIns="25400" rtlCol="0" anchor="t">
            <a:normAutofit lnSpcReduction="10000"/>
          </a:bodyPr>
          <a:lstStyle/>
          <a:p>
            <a:pPr marL="0" indent="0" algn="l">
              <a:lnSpc>
                <a:spcPct val="123529"/>
              </a:lnSpc>
              <a:buNone/>
            </a:pPr>
            <a:r>
              <a:rPr lang="en-US" sz="2250" dirty="0">
                <a:solidFill>
                  <a:srgbClr val="E4E9F5"/>
                </a:solidFill>
                <a:latin typeface="Arial" pitchFamily="34" charset="0"/>
                <a:ea typeface="Arial" pitchFamily="34" charset="-122"/>
                <a:cs typeface="Arial" pitchFamily="34" charset="-120"/>
              </a:rPr>
              <a:t>Supprimer colonnes inutiles, tronquer les dates, regrouper les valeurs continues</a:t>
            </a:r>
            <a:endParaRPr lang="en-US" sz="2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52500" y="857250"/>
            <a:ext cx="2490639" cy="438150"/>
          </a:xfrm>
          <a:prstGeom prst="roundRect">
            <a:avLst>
              <a:gd name="adj" fmla="val 6522"/>
            </a:avLst>
          </a:prstGeom>
          <a:solidFill>
            <a:srgbClr val="C98A2B"/>
          </a:solidFill>
          <a:ln/>
        </p:spPr>
        <p:txBody>
          <a:bodyPr/>
          <a:lstStyle/>
          <a:p>
            <a:endParaRPr lang="en-GB"/>
          </a:p>
        </p:txBody>
      </p:sp>
      <p:sp>
        <p:nvSpPr>
          <p:cNvPr id="3" name="Text 1"/>
          <p:cNvSpPr/>
          <p:nvPr/>
        </p:nvSpPr>
        <p:spPr>
          <a:xfrm>
            <a:off x="1162050" y="952500"/>
            <a:ext cx="2147739" cy="285750"/>
          </a:xfrm>
          <a:prstGeom prst="rect">
            <a:avLst/>
          </a:prstGeom>
          <a:noFill/>
          <a:ln/>
        </p:spPr>
        <p:txBody>
          <a:bodyPr wrap="square" lIns="25400" tIns="25400" rIns="25400" bIns="25400" rtlCol="0" anchor="t">
            <a:normAutofit fontScale="92500"/>
          </a:bodyPr>
          <a:lstStyle/>
          <a:p>
            <a:pPr marL="0" indent="0" algn="l">
              <a:buNone/>
            </a:pPr>
            <a:r>
              <a:rPr lang="en-US" sz="1650" b="1" kern="0" spc="150" dirty="0">
                <a:solidFill>
                  <a:srgbClr val="0B2545"/>
                </a:solidFill>
                <a:latin typeface="Arial" pitchFamily="34" charset="0"/>
                <a:ea typeface="Arial" pitchFamily="34" charset="-122"/>
                <a:cs typeface="Arial" pitchFamily="34" charset="-120"/>
              </a:rPr>
              <a:t>DÉMONSTRATION</a:t>
            </a:r>
            <a:endParaRPr lang="en-US" sz="1650" dirty="0"/>
          </a:p>
        </p:txBody>
      </p:sp>
      <p:sp>
        <p:nvSpPr>
          <p:cNvPr id="4" name="Text 2"/>
          <p:cNvSpPr/>
          <p:nvPr/>
        </p:nvSpPr>
        <p:spPr>
          <a:xfrm>
            <a:off x="3633639" y="871538"/>
            <a:ext cx="6794168"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FFFFFF"/>
                </a:solidFill>
                <a:latin typeface="Arial" pitchFamily="34" charset="0"/>
                <a:ea typeface="Arial" pitchFamily="34" charset="-122"/>
                <a:cs typeface="Arial" pitchFamily="34" charset="-120"/>
              </a:rPr>
              <a:t>Diagnostiquer et corriger un visuel lent</a:t>
            </a:r>
            <a:endParaRPr lang="en-US" sz="2850" dirty="0"/>
          </a:p>
        </p:txBody>
      </p:sp>
      <p:sp>
        <p:nvSpPr>
          <p:cNvPr id="5" name="Text 3"/>
          <p:cNvSpPr/>
          <p:nvPr/>
        </p:nvSpPr>
        <p:spPr>
          <a:xfrm>
            <a:off x="952500" y="1714500"/>
            <a:ext cx="609600"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1</a:t>
            </a:r>
            <a:endParaRPr lang="en-US" sz="2250" dirty="0"/>
          </a:p>
        </p:txBody>
      </p:sp>
      <p:sp>
        <p:nvSpPr>
          <p:cNvPr id="6" name="Text 4"/>
          <p:cNvSpPr/>
          <p:nvPr/>
        </p:nvSpPr>
        <p:spPr>
          <a:xfrm>
            <a:off x="1752600" y="1714500"/>
            <a:ext cx="13955866"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Lancer l'analyseur de performances, effacer le cache, interagir avec le rapport Ventes NordShop</a:t>
            </a:r>
            <a:endParaRPr lang="en-US" sz="2250" dirty="0"/>
          </a:p>
        </p:txBody>
      </p:sp>
      <p:sp>
        <p:nvSpPr>
          <p:cNvPr id="7" name="Text 5"/>
          <p:cNvSpPr/>
          <p:nvPr/>
        </p:nvSpPr>
        <p:spPr>
          <a:xfrm>
            <a:off x="952500" y="2266950"/>
            <a:ext cx="609600"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2</a:t>
            </a:r>
            <a:endParaRPr lang="en-US" sz="2250" dirty="0"/>
          </a:p>
        </p:txBody>
      </p:sp>
      <p:sp>
        <p:nvSpPr>
          <p:cNvPr id="8" name="Text 6"/>
          <p:cNvSpPr/>
          <p:nvPr/>
        </p:nvSpPr>
        <p:spPr>
          <a:xfrm>
            <a:off x="1752600" y="2266950"/>
            <a:ext cx="9091196"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Identifier le visuel « Top clients » comme hors norme (4200 ms)</a:t>
            </a:r>
            <a:endParaRPr lang="en-US" sz="2250" dirty="0"/>
          </a:p>
        </p:txBody>
      </p:sp>
      <p:sp>
        <p:nvSpPr>
          <p:cNvPr id="9" name="Text 7"/>
          <p:cNvSpPr/>
          <p:nvPr/>
        </p:nvSpPr>
        <p:spPr>
          <a:xfrm>
            <a:off x="952500" y="2819400"/>
            <a:ext cx="609600"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3</a:t>
            </a:r>
            <a:endParaRPr lang="en-US" sz="2250" dirty="0"/>
          </a:p>
        </p:txBody>
      </p:sp>
      <p:sp>
        <p:nvSpPr>
          <p:cNvPr id="10" name="Text 8"/>
          <p:cNvSpPr/>
          <p:nvPr/>
        </p:nvSpPr>
        <p:spPr>
          <a:xfrm>
            <a:off x="1752600" y="2819400"/>
            <a:ext cx="11845141"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Copier la requête DAX et repérer un FILTER coûteux, le remplacer par un prédicat</a:t>
            </a:r>
            <a:endParaRPr lang="en-US" sz="2250" dirty="0"/>
          </a:p>
        </p:txBody>
      </p:sp>
      <p:sp>
        <p:nvSpPr>
          <p:cNvPr id="11" name="Text 9"/>
          <p:cNvSpPr/>
          <p:nvPr/>
        </p:nvSpPr>
        <p:spPr>
          <a:xfrm>
            <a:off x="952500" y="3371850"/>
            <a:ext cx="609600"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4</a:t>
            </a:r>
            <a:endParaRPr lang="en-US" sz="2250" dirty="0"/>
          </a:p>
        </p:txBody>
      </p:sp>
      <p:sp>
        <p:nvSpPr>
          <p:cNvPr id="12" name="Text 10"/>
          <p:cNvSpPr/>
          <p:nvPr/>
        </p:nvSpPr>
        <p:spPr>
          <a:xfrm>
            <a:off x="1752600" y="3371850"/>
            <a:ext cx="8075861"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Mesurer à nouveau et confirmer le gain de performance</a:t>
            </a:r>
            <a:endParaRPr lang="en-US" sz="2250" dirty="0"/>
          </a:p>
        </p:txBody>
      </p:sp>
      <p:sp>
        <p:nvSpPr>
          <p:cNvPr id="13" name="Text 11"/>
          <p:cNvSpPr/>
          <p:nvPr/>
        </p:nvSpPr>
        <p:spPr>
          <a:xfrm>
            <a:off x="952500" y="92583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FA1C4"/>
                </a:solidFill>
                <a:latin typeface="Arial" pitchFamily="34" charset="0"/>
                <a:ea typeface="Arial" pitchFamily="34" charset="-122"/>
                <a:cs typeface="Arial" pitchFamily="34" charset="-120"/>
              </a:rPr>
              <a:t>Jeu de données : rapport Ventes NordShop (modèle Direct Lake)</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500" y="857250"/>
            <a:ext cx="3728740" cy="438150"/>
          </a:xfrm>
          <a:prstGeom prst="roundRect">
            <a:avLst>
              <a:gd name="adj" fmla="val 6522"/>
            </a:avLst>
          </a:prstGeom>
          <a:solidFill>
            <a:srgbClr val="0B2545"/>
          </a:solidFill>
          <a:ln/>
        </p:spPr>
        <p:txBody>
          <a:bodyPr/>
          <a:lstStyle/>
          <a:p>
            <a:endParaRPr lang="en-GB"/>
          </a:p>
        </p:txBody>
      </p:sp>
      <p:sp>
        <p:nvSpPr>
          <p:cNvPr id="3" name="Text 1"/>
          <p:cNvSpPr/>
          <p:nvPr/>
        </p:nvSpPr>
        <p:spPr>
          <a:xfrm>
            <a:off x="1162050" y="952500"/>
            <a:ext cx="3421502" cy="285750"/>
          </a:xfrm>
          <a:prstGeom prst="rect">
            <a:avLst/>
          </a:prstGeom>
          <a:noFill/>
          <a:ln/>
        </p:spPr>
        <p:txBody>
          <a:bodyPr wrap="square" lIns="25400" tIns="25400" rIns="25400" bIns="25400" rtlCol="0" anchor="t">
            <a:normAutofit fontScale="92500"/>
          </a:bodyPr>
          <a:lstStyle/>
          <a:p>
            <a:pPr marL="0" indent="0" algn="l">
              <a:buNone/>
            </a:pPr>
            <a:r>
              <a:rPr lang="en-US" sz="1650" b="1" kern="0" spc="150" dirty="0">
                <a:solidFill>
                  <a:srgbClr val="FFFFFF"/>
                </a:solidFill>
                <a:latin typeface="Arial" pitchFamily="34" charset="0"/>
                <a:ea typeface="Arial" pitchFamily="34" charset="-122"/>
                <a:cs typeface="Arial" pitchFamily="34" charset="-120"/>
              </a:rPr>
              <a:t>ATELIER PRATIQUE · 30 MIN</a:t>
            </a:r>
            <a:endParaRPr lang="en-US" sz="1650" dirty="0"/>
          </a:p>
        </p:txBody>
      </p:sp>
      <p:sp>
        <p:nvSpPr>
          <p:cNvPr id="4" name="Text 2"/>
          <p:cNvSpPr/>
          <p:nvPr/>
        </p:nvSpPr>
        <p:spPr>
          <a:xfrm>
            <a:off x="4871740" y="871538"/>
            <a:ext cx="7037769"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Diagnostiquer et corriger un rapport lent</a:t>
            </a:r>
            <a:endParaRPr lang="en-US" sz="2850" dirty="0"/>
          </a:p>
        </p:txBody>
      </p:sp>
      <p:sp>
        <p:nvSpPr>
          <p:cNvPr id="5" name="Text 3"/>
          <p:cNvSpPr/>
          <p:nvPr/>
        </p:nvSpPr>
        <p:spPr>
          <a:xfrm>
            <a:off x="952500" y="1714500"/>
            <a:ext cx="18291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6" name="Text 4"/>
          <p:cNvSpPr/>
          <p:nvPr/>
        </p:nvSpPr>
        <p:spPr>
          <a:xfrm>
            <a:off x="1249710" y="1714500"/>
            <a:ext cx="7756624"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14213D"/>
                </a:solidFill>
                <a:latin typeface="Arial" pitchFamily="34" charset="0"/>
                <a:ea typeface="Arial" pitchFamily="34" charset="-122"/>
                <a:cs typeface="Arial" pitchFamily="34" charset="-120"/>
              </a:rPr>
              <a:t>Capturez les temps avec l'analyseur de performances</a:t>
            </a:r>
            <a:endParaRPr lang="en-US" sz="2250" dirty="0"/>
          </a:p>
        </p:txBody>
      </p:sp>
      <p:sp>
        <p:nvSpPr>
          <p:cNvPr id="7" name="Text 5"/>
          <p:cNvSpPr/>
          <p:nvPr/>
        </p:nvSpPr>
        <p:spPr>
          <a:xfrm>
            <a:off x="952500" y="2257425"/>
            <a:ext cx="18291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8" name="Text 6"/>
          <p:cNvSpPr/>
          <p:nvPr/>
        </p:nvSpPr>
        <p:spPr>
          <a:xfrm>
            <a:off x="1249710" y="2257425"/>
            <a:ext cx="8650322"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14213D"/>
                </a:solidFill>
                <a:latin typeface="Arial" pitchFamily="34" charset="0"/>
                <a:ea typeface="Arial" pitchFamily="34" charset="-122"/>
                <a:cs typeface="Arial" pitchFamily="34" charset="-120"/>
              </a:rPr>
              <a:t>Identifiez un modèle DAX coûteux dans le visuel le plus lent</a:t>
            </a:r>
            <a:endParaRPr lang="en-US" sz="2250" dirty="0"/>
          </a:p>
        </p:txBody>
      </p:sp>
      <p:sp>
        <p:nvSpPr>
          <p:cNvPr id="9" name="Text 7"/>
          <p:cNvSpPr/>
          <p:nvPr/>
        </p:nvSpPr>
        <p:spPr>
          <a:xfrm>
            <a:off x="952500" y="2800350"/>
            <a:ext cx="18291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10" name="Text 8"/>
          <p:cNvSpPr/>
          <p:nvPr/>
        </p:nvSpPr>
        <p:spPr>
          <a:xfrm>
            <a:off x="1249710" y="2800350"/>
            <a:ext cx="9328249"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14213D"/>
                </a:solidFill>
                <a:latin typeface="Arial" pitchFamily="34" charset="0"/>
                <a:ea typeface="Arial" pitchFamily="34" charset="-122"/>
                <a:cs typeface="Arial" pitchFamily="34" charset="-120"/>
              </a:rPr>
              <a:t>Optimisez la mesure avec des variables et réduisez la cardinalité</a:t>
            </a:r>
            <a:endParaRPr lang="en-US" sz="2250" dirty="0"/>
          </a:p>
        </p:txBody>
      </p:sp>
      <p:sp>
        <p:nvSpPr>
          <p:cNvPr id="11" name="Text 9"/>
          <p:cNvSpPr/>
          <p:nvPr/>
        </p:nvSpPr>
        <p:spPr>
          <a:xfrm>
            <a:off x="952500" y="3343275"/>
            <a:ext cx="18291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12" name="Text 10"/>
          <p:cNvSpPr/>
          <p:nvPr/>
        </p:nvSpPr>
        <p:spPr>
          <a:xfrm>
            <a:off x="1249710" y="3343275"/>
            <a:ext cx="6977196"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14213D"/>
                </a:solidFill>
                <a:latin typeface="Arial" pitchFamily="34" charset="0"/>
                <a:ea typeface="Arial" pitchFamily="34" charset="-122"/>
                <a:cs typeface="Arial" pitchFamily="34" charset="-120"/>
              </a:rPr>
              <a:t>Vérifiez l'amélioration avec une seconde mesure</a:t>
            </a:r>
            <a:endParaRPr lang="en-US" sz="2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B"/>
        </a:solidFill>
        <a:effectLst/>
      </p:bgPr>
    </p:bg>
    <p:spTree>
      <p:nvGrpSpPr>
        <p:cNvPr id="1" name=""/>
        <p:cNvGrpSpPr/>
        <p:nvPr/>
      </p:nvGrpSpPr>
      <p:grpSpPr>
        <a:xfrm>
          <a:off x="0" y="0"/>
          <a:ext cx="0" cy="0"/>
          <a:chOff x="0" y="0"/>
          <a:chExt cx="0" cy="0"/>
        </a:xfrm>
      </p:grpSpPr>
      <p:sp>
        <p:nvSpPr>
          <p:cNvPr id="2" name="Text 0"/>
          <p:cNvSpPr/>
          <p:nvPr/>
        </p:nvSpPr>
        <p:spPr>
          <a:xfrm>
            <a:off x="952500" y="857250"/>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CONTRÔLE DE CONNAISSANCES</a:t>
            </a:r>
            <a:endParaRPr lang="en-US" sz="1650" dirty="0"/>
          </a:p>
        </p:txBody>
      </p:sp>
      <p:sp>
        <p:nvSpPr>
          <p:cNvPr id="3" name="Shape 1"/>
          <p:cNvSpPr/>
          <p:nvPr/>
        </p:nvSpPr>
        <p:spPr>
          <a:xfrm>
            <a:off x="952500" y="1524000"/>
            <a:ext cx="7953375" cy="8001000"/>
          </a:xfrm>
          <a:prstGeom prst="roundRect">
            <a:avLst>
              <a:gd name="adj" fmla="val 479"/>
            </a:avLst>
          </a:prstGeom>
          <a:solidFill>
            <a:srgbClr val="FFFFFF"/>
          </a:solidFill>
          <a:ln w="9525">
            <a:solidFill>
              <a:srgbClr val="DDE2EC"/>
            </a:solidFill>
            <a:prstDash val="solid"/>
          </a:ln>
        </p:spPr>
        <p:txBody>
          <a:bodyPr/>
          <a:lstStyle/>
          <a:p>
            <a:endParaRPr lang="en-GB"/>
          </a:p>
        </p:txBody>
      </p:sp>
      <p:sp>
        <p:nvSpPr>
          <p:cNvPr id="4" name="Text 2"/>
          <p:cNvSpPr/>
          <p:nvPr/>
        </p:nvSpPr>
        <p:spPr>
          <a:xfrm>
            <a:off x="1381125" y="1952625"/>
            <a:ext cx="7805738" cy="28575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2A5CA8"/>
                </a:solidFill>
                <a:latin typeface="Arial" pitchFamily="34" charset="0"/>
                <a:ea typeface="Arial" pitchFamily="34" charset="-122"/>
                <a:cs typeface="Arial" pitchFamily="34" charset="-120"/>
              </a:rPr>
              <a:t>QCM</a:t>
            </a:r>
            <a:endParaRPr lang="en-US" sz="1650" dirty="0"/>
          </a:p>
        </p:txBody>
      </p:sp>
      <p:sp>
        <p:nvSpPr>
          <p:cNvPr id="5" name="Text 3"/>
          <p:cNvSpPr/>
          <p:nvPr/>
        </p:nvSpPr>
        <p:spPr>
          <a:xfrm>
            <a:off x="1381125" y="2428875"/>
            <a:ext cx="7309009" cy="978991"/>
          </a:xfrm>
          <a:prstGeom prst="rect">
            <a:avLst/>
          </a:prstGeom>
          <a:noFill/>
          <a:ln/>
        </p:spPr>
        <p:txBody>
          <a:bodyPr wrap="square" lIns="25400" tIns="25400" rIns="25400" bIns="25400" rtlCol="0" anchor="t">
            <a:normAutofit lnSpcReduction="10000"/>
          </a:bodyPr>
          <a:lstStyle/>
          <a:p>
            <a:pPr marL="0" indent="0" algn="l">
              <a:lnSpc>
                <a:spcPct val="114884"/>
              </a:lnSpc>
              <a:buNone/>
            </a:pPr>
            <a:r>
              <a:rPr lang="en-US" sz="2850" b="1" dirty="0">
                <a:solidFill>
                  <a:srgbClr val="14213D"/>
                </a:solidFill>
                <a:latin typeface="Arial" pitchFamily="34" charset="0"/>
                <a:ea typeface="Arial" pitchFamily="34" charset="-122"/>
                <a:cs typeface="Arial" pitchFamily="34" charset="-120"/>
              </a:rPr>
              <a:t>La requête DAX dure 4200 ms, le rendu visuel 150 ms. Que faut-il examiner ?</a:t>
            </a:r>
            <a:endParaRPr lang="en-US" sz="2850" dirty="0"/>
          </a:p>
        </p:txBody>
      </p:sp>
      <p:sp>
        <p:nvSpPr>
          <p:cNvPr id="6" name="Text 4"/>
          <p:cNvSpPr/>
          <p:nvPr/>
        </p:nvSpPr>
        <p:spPr>
          <a:xfrm>
            <a:off x="1381125" y="3598366"/>
            <a:ext cx="7805738"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C98A2B"/>
                </a:solidFill>
                <a:latin typeface="Arial" pitchFamily="34" charset="0"/>
                <a:ea typeface="Arial" pitchFamily="34" charset="-122"/>
                <a:cs typeface="Arial" pitchFamily="34" charset="-120"/>
              </a:rPr>
              <a:t>A. Les mesures et modèles de filtrage de la requête ✓</a:t>
            </a:r>
            <a:endParaRPr lang="en-US" sz="1800" dirty="0"/>
          </a:p>
        </p:txBody>
      </p:sp>
      <p:sp>
        <p:nvSpPr>
          <p:cNvPr id="7" name="Text 5"/>
          <p:cNvSpPr/>
          <p:nvPr/>
        </p:nvSpPr>
        <p:spPr>
          <a:xfrm>
            <a:off x="1381125" y="3998416"/>
            <a:ext cx="7805738"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B. Le rendu graphique</a:t>
            </a:r>
            <a:endParaRPr lang="en-US" sz="1800" dirty="0"/>
          </a:p>
        </p:txBody>
      </p:sp>
      <p:sp>
        <p:nvSpPr>
          <p:cNvPr id="8" name="Text 6"/>
          <p:cNvSpPr/>
          <p:nvPr/>
        </p:nvSpPr>
        <p:spPr>
          <a:xfrm>
            <a:off x="1381125" y="4360366"/>
            <a:ext cx="7805738"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C. La connexion réseau</a:t>
            </a:r>
            <a:endParaRPr lang="en-US" sz="1800" dirty="0"/>
          </a:p>
        </p:txBody>
      </p:sp>
      <p:sp>
        <p:nvSpPr>
          <p:cNvPr id="9" name="Shape 7"/>
          <p:cNvSpPr/>
          <p:nvPr/>
        </p:nvSpPr>
        <p:spPr>
          <a:xfrm>
            <a:off x="9382125" y="1524000"/>
            <a:ext cx="7953375" cy="8001000"/>
          </a:xfrm>
          <a:prstGeom prst="roundRect">
            <a:avLst>
              <a:gd name="adj" fmla="val 479"/>
            </a:avLst>
          </a:prstGeom>
          <a:solidFill>
            <a:srgbClr val="FFFFFF"/>
          </a:solidFill>
          <a:ln w="9525">
            <a:solidFill>
              <a:srgbClr val="DDE2EC"/>
            </a:solidFill>
            <a:prstDash val="solid"/>
          </a:ln>
        </p:spPr>
        <p:txBody>
          <a:bodyPr/>
          <a:lstStyle/>
          <a:p>
            <a:endParaRPr lang="en-GB"/>
          </a:p>
        </p:txBody>
      </p:sp>
      <p:sp>
        <p:nvSpPr>
          <p:cNvPr id="10" name="Text 8"/>
          <p:cNvSpPr/>
          <p:nvPr/>
        </p:nvSpPr>
        <p:spPr>
          <a:xfrm>
            <a:off x="9810750" y="1952625"/>
            <a:ext cx="7805738" cy="28575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2A5CA8"/>
                </a:solidFill>
                <a:latin typeface="Arial" pitchFamily="34" charset="0"/>
                <a:ea typeface="Arial" pitchFamily="34" charset="-122"/>
                <a:cs typeface="Arial" pitchFamily="34" charset="-120"/>
              </a:rPr>
              <a:t>VRAI OU FAUX</a:t>
            </a:r>
            <a:endParaRPr lang="en-US" sz="1650" dirty="0"/>
          </a:p>
        </p:txBody>
      </p:sp>
      <p:sp>
        <p:nvSpPr>
          <p:cNvPr id="11" name="Text 9"/>
          <p:cNvSpPr/>
          <p:nvPr/>
        </p:nvSpPr>
        <p:spPr>
          <a:xfrm>
            <a:off x="9810750" y="2428875"/>
            <a:ext cx="7309009" cy="1449437"/>
          </a:xfrm>
          <a:prstGeom prst="rect">
            <a:avLst/>
          </a:prstGeom>
          <a:noFill/>
          <a:ln/>
        </p:spPr>
        <p:txBody>
          <a:bodyPr wrap="square" lIns="25400" tIns="25400" rIns="25400" bIns="25400" rtlCol="0" anchor="t">
            <a:normAutofit lnSpcReduction="10000"/>
          </a:bodyPr>
          <a:lstStyle/>
          <a:p>
            <a:pPr marL="0" indent="0" algn="l">
              <a:lnSpc>
                <a:spcPct val="114884"/>
              </a:lnSpc>
              <a:buNone/>
            </a:pPr>
            <a:r>
              <a:rPr lang="en-US" sz="2850" b="1" dirty="0">
                <a:solidFill>
                  <a:srgbClr val="14213D"/>
                </a:solidFill>
                <a:latin typeface="Arial" pitchFamily="34" charset="0"/>
                <a:ea typeface="Arial" pitchFamily="34" charset="-122"/>
                <a:cs typeface="Arial" pitchFamily="34" charset="-120"/>
              </a:rPr>
              <a:t>Une agrégation importée accélère les requêtes fréquentes sur de gros volumes détaillés.</a:t>
            </a:r>
            <a:endParaRPr lang="en-US" sz="2850" dirty="0"/>
          </a:p>
        </p:txBody>
      </p:sp>
      <p:sp>
        <p:nvSpPr>
          <p:cNvPr id="12" name="Text 10"/>
          <p:cNvSpPr/>
          <p:nvPr/>
        </p:nvSpPr>
        <p:spPr>
          <a:xfrm>
            <a:off x="9810750" y="8772525"/>
            <a:ext cx="7805738"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C98A2B"/>
                </a:solidFill>
                <a:latin typeface="Arial" pitchFamily="34" charset="0"/>
                <a:ea typeface="Arial" pitchFamily="34" charset="-122"/>
                <a:cs typeface="Arial" pitchFamily="34" charset="-120"/>
              </a:rPr>
              <a:t>→ Vrai</a:t>
            </a:r>
            <a:endParaRPr lang="en-US" sz="2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952500" y="4062412"/>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CE QU'IL FAUT RETENIR</a:t>
            </a:r>
            <a:endParaRPr lang="en-US" sz="1650" dirty="0"/>
          </a:p>
        </p:txBody>
      </p:sp>
      <p:sp>
        <p:nvSpPr>
          <p:cNvPr id="3" name="Text 1"/>
          <p:cNvSpPr/>
          <p:nvPr/>
        </p:nvSpPr>
        <p:spPr>
          <a:xfrm>
            <a:off x="952500" y="4729163"/>
            <a:ext cx="38100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4" name="Text 2"/>
          <p:cNvSpPr/>
          <p:nvPr/>
        </p:nvSpPr>
        <p:spPr>
          <a:xfrm>
            <a:off x="1485900" y="4729163"/>
            <a:ext cx="7859435" cy="390525"/>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Mesurer avec l'analyseur de performances, cache vidé</a:t>
            </a:r>
            <a:endParaRPr lang="en-US" sz="2250" dirty="0"/>
          </a:p>
        </p:txBody>
      </p:sp>
      <p:sp>
        <p:nvSpPr>
          <p:cNvPr id="5" name="Text 3"/>
          <p:cNvSpPr/>
          <p:nvPr/>
        </p:nvSpPr>
        <p:spPr>
          <a:xfrm>
            <a:off x="952500" y="5348288"/>
            <a:ext cx="38100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6" name="Text 4"/>
          <p:cNvSpPr/>
          <p:nvPr/>
        </p:nvSpPr>
        <p:spPr>
          <a:xfrm>
            <a:off x="1485900" y="5348288"/>
            <a:ext cx="8096979" cy="390525"/>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Isoler dans l'affichage de requête DAX avant de corriger</a:t>
            </a:r>
            <a:endParaRPr lang="en-US" sz="2250" dirty="0"/>
          </a:p>
        </p:txBody>
      </p:sp>
      <p:sp>
        <p:nvSpPr>
          <p:cNvPr id="7" name="Text 5"/>
          <p:cNvSpPr/>
          <p:nvPr/>
        </p:nvSpPr>
        <p:spPr>
          <a:xfrm>
            <a:off x="952500" y="5967413"/>
            <a:ext cx="38100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8" name="Text 6"/>
          <p:cNvSpPr/>
          <p:nvPr/>
        </p:nvSpPr>
        <p:spPr>
          <a:xfrm>
            <a:off x="1485900" y="5967413"/>
            <a:ext cx="9274879" cy="390525"/>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VAR, prédicats, cardinalité réduite, agrégations : la boîte à outils</a:t>
            </a:r>
            <a:endParaRPr lang="en-US" sz="2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952500" y="3343275"/>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12 · SÉCURISER, ACTUALISER, METTRE EN PRATIQUE</a:t>
            </a:r>
            <a:endParaRPr lang="en-US" sz="1650" dirty="0"/>
          </a:p>
        </p:txBody>
      </p:sp>
      <p:sp>
        <p:nvSpPr>
          <p:cNvPr id="3" name="Text 1"/>
          <p:cNvSpPr/>
          <p:nvPr/>
        </p:nvSpPr>
        <p:spPr>
          <a:xfrm>
            <a:off x="952500" y="3781425"/>
            <a:ext cx="14716125" cy="1352550"/>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FFFFFF"/>
                </a:solidFill>
                <a:latin typeface="Arial" pitchFamily="34" charset="0"/>
                <a:ea typeface="Arial" pitchFamily="34" charset="-122"/>
                <a:cs typeface="Arial" pitchFamily="34" charset="-120"/>
              </a:rPr>
              <a:t>Sécuriser le modèle et clore avec un cas d'usage complet</a:t>
            </a:r>
            <a:endParaRPr lang="en-US" sz="4500" dirty="0"/>
          </a:p>
        </p:txBody>
      </p:sp>
      <p:sp>
        <p:nvSpPr>
          <p:cNvPr id="4" name="Text 2"/>
          <p:cNvSpPr/>
          <p:nvPr/>
        </p:nvSpPr>
        <p:spPr>
          <a:xfrm>
            <a:off x="952500" y="5514975"/>
            <a:ext cx="419249"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01</a:t>
            </a:r>
            <a:endParaRPr lang="en-US" sz="2250" dirty="0"/>
          </a:p>
        </p:txBody>
      </p:sp>
      <p:sp>
        <p:nvSpPr>
          <p:cNvPr id="5" name="Text 3"/>
          <p:cNvSpPr/>
          <p:nvPr/>
        </p:nvSpPr>
        <p:spPr>
          <a:xfrm>
            <a:off x="1524149" y="5514975"/>
            <a:ext cx="10398755"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Implémenter la sécurité au niveau ligne (statique et dynamique) et objet</a:t>
            </a:r>
            <a:endParaRPr lang="en-US" sz="2250" dirty="0"/>
          </a:p>
        </p:txBody>
      </p:sp>
      <p:sp>
        <p:nvSpPr>
          <p:cNvPr id="6" name="Text 4"/>
          <p:cNvSpPr/>
          <p:nvPr/>
        </p:nvSpPr>
        <p:spPr>
          <a:xfrm>
            <a:off x="952500" y="6105525"/>
            <a:ext cx="419249"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02</a:t>
            </a:r>
            <a:endParaRPr lang="en-US" sz="2250" dirty="0"/>
          </a:p>
        </p:txBody>
      </p:sp>
      <p:sp>
        <p:nvSpPr>
          <p:cNvPr id="7" name="Text 5"/>
          <p:cNvSpPr/>
          <p:nvPr/>
        </p:nvSpPr>
        <p:spPr>
          <a:xfrm>
            <a:off x="1524149" y="6105525"/>
            <a:ext cx="7885465"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Tester les rôles de sécurité et gérer leur appartenance</a:t>
            </a:r>
            <a:endParaRPr lang="en-US" sz="2250" dirty="0"/>
          </a:p>
        </p:txBody>
      </p:sp>
      <p:sp>
        <p:nvSpPr>
          <p:cNvPr id="8" name="Text 6"/>
          <p:cNvSpPr/>
          <p:nvPr/>
        </p:nvSpPr>
        <p:spPr>
          <a:xfrm>
            <a:off x="952500" y="6696075"/>
            <a:ext cx="419249"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03</a:t>
            </a:r>
            <a:endParaRPr lang="en-US" sz="2250" dirty="0"/>
          </a:p>
        </p:txBody>
      </p:sp>
      <p:sp>
        <p:nvSpPr>
          <p:cNvPr id="9" name="Text 7"/>
          <p:cNvSpPr/>
          <p:nvPr/>
        </p:nvSpPr>
        <p:spPr>
          <a:xfrm>
            <a:off x="1524149" y="6696075"/>
            <a:ext cx="10646777"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Découvrir Real-Time Intelligence à travers un cas d'usage de bout en bout</a:t>
            </a:r>
            <a:endParaRPr lang="en-US" sz="2250" dirty="0"/>
          </a:p>
        </p:txBody>
      </p:sp>
      <p:sp>
        <p:nvSpPr>
          <p:cNvPr id="10" name="Text 8"/>
          <p:cNvSpPr/>
          <p:nvPr/>
        </p:nvSpPr>
        <p:spPr>
          <a:xfrm>
            <a:off x="15968216" y="9258300"/>
            <a:ext cx="1504012"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FA1C4"/>
                </a:solidFill>
                <a:latin typeface="Arial" pitchFamily="34" charset="0"/>
                <a:ea typeface="Arial" pitchFamily="34" charset="-122"/>
                <a:cs typeface="Arial" pitchFamily="34" charset="-120"/>
              </a:rPr>
              <a:t>Durée : 2h05</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7FB"/>
        </a:solidFill>
        <a:effectLst/>
      </p:bgPr>
    </p:bg>
    <p:spTree>
      <p:nvGrpSpPr>
        <p:cNvPr id="1" name=""/>
        <p:cNvGrpSpPr/>
        <p:nvPr/>
      </p:nvGrpSpPr>
      <p:grpSpPr>
        <a:xfrm>
          <a:off x="0" y="0"/>
          <a:ext cx="0" cy="0"/>
          <a:chOff x="0" y="0"/>
          <a:chExt cx="0" cy="0"/>
        </a:xfrm>
      </p:grpSpPr>
      <p:sp>
        <p:nvSpPr>
          <p:cNvPr id="2" name="Text 0"/>
          <p:cNvSpPr/>
          <p:nvPr/>
        </p:nvSpPr>
        <p:spPr>
          <a:xfrm>
            <a:off x="952500" y="857250"/>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SÉCURISER LE MODÈLE SÉMANTIQUE</a:t>
            </a:r>
            <a:endParaRPr lang="en-US" sz="1650" dirty="0"/>
          </a:p>
        </p:txBody>
      </p:sp>
      <p:sp>
        <p:nvSpPr>
          <p:cNvPr id="3" name="Text 1"/>
          <p:cNvSpPr/>
          <p:nvPr/>
        </p:nvSpPr>
        <p:spPr>
          <a:xfrm>
            <a:off x="952500" y="1257300"/>
            <a:ext cx="18021300" cy="695325"/>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14213D"/>
                </a:solidFill>
                <a:latin typeface="Arial" pitchFamily="34" charset="0"/>
                <a:ea typeface="Arial" pitchFamily="34" charset="-122"/>
                <a:cs typeface="Arial" pitchFamily="34" charset="-120"/>
              </a:rPr>
              <a:t>RLS statique, RLS dynamique, sécurité d'objet</a:t>
            </a:r>
            <a:endParaRPr lang="en-US" sz="4500" dirty="0"/>
          </a:p>
        </p:txBody>
      </p:sp>
      <p:sp>
        <p:nvSpPr>
          <p:cNvPr id="4" name="Shape 2"/>
          <p:cNvSpPr/>
          <p:nvPr/>
        </p:nvSpPr>
        <p:spPr>
          <a:xfrm>
            <a:off x="952500" y="2333625"/>
            <a:ext cx="5289500" cy="7191375"/>
          </a:xfrm>
          <a:prstGeom prst="roundRect">
            <a:avLst>
              <a:gd name="adj" fmla="val 720"/>
            </a:avLst>
          </a:prstGeom>
          <a:solidFill>
            <a:srgbClr val="FFFFFF"/>
          </a:solidFill>
          <a:ln w="9525">
            <a:solidFill>
              <a:srgbClr val="DDE2EC"/>
            </a:solidFill>
            <a:prstDash val="solid"/>
          </a:ln>
        </p:spPr>
        <p:txBody>
          <a:bodyPr/>
          <a:lstStyle/>
          <a:p>
            <a:endParaRPr lang="en-GB"/>
          </a:p>
        </p:txBody>
      </p:sp>
      <p:sp>
        <p:nvSpPr>
          <p:cNvPr id="5" name="Text 3"/>
          <p:cNvSpPr/>
          <p:nvPr/>
        </p:nvSpPr>
        <p:spPr>
          <a:xfrm>
            <a:off x="1285875" y="2667000"/>
            <a:ext cx="5085025"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RLS statique</a:t>
            </a:r>
            <a:endParaRPr lang="en-US" sz="2850" dirty="0"/>
          </a:p>
        </p:txBody>
      </p:sp>
      <p:sp>
        <p:nvSpPr>
          <p:cNvPr id="6" name="Text 4"/>
          <p:cNvSpPr/>
          <p:nvPr/>
        </p:nvSpPr>
        <p:spPr>
          <a:xfrm>
            <a:off x="1285875" y="3190875"/>
            <a:ext cx="4761433" cy="838200"/>
          </a:xfrm>
          <a:prstGeom prst="rect">
            <a:avLst/>
          </a:prstGeom>
          <a:noFill/>
          <a:ln/>
        </p:spPr>
        <p:txBody>
          <a:bodyPr wrap="square" lIns="25400" tIns="25400" rIns="25400" bIns="25400" rtlCol="0" anchor="t">
            <a:normAutofit lnSpcReduction="10000"/>
          </a:bodyPr>
          <a:lstStyle/>
          <a:p>
            <a:pPr marL="0" indent="0" algn="l">
              <a:lnSpc>
                <a:spcPct val="123529"/>
              </a:lnSpc>
              <a:buNone/>
            </a:pPr>
            <a:r>
              <a:rPr lang="en-US" sz="2250" dirty="0">
                <a:solidFill>
                  <a:srgbClr val="4B5568"/>
                </a:solidFill>
                <a:latin typeface="Arial" pitchFamily="34" charset="0"/>
                <a:ea typeface="Arial" pitchFamily="34" charset="-122"/>
                <a:cs typeface="Arial" pitchFamily="34" charset="-120"/>
              </a:rPr>
              <a:t>Un rôle par région, valeurs codées en dur — croissance linéaire</a:t>
            </a:r>
            <a:endParaRPr lang="en-US" sz="2250" dirty="0"/>
          </a:p>
        </p:txBody>
      </p:sp>
      <p:sp>
        <p:nvSpPr>
          <p:cNvPr id="7" name="Shape 5"/>
          <p:cNvSpPr/>
          <p:nvPr/>
        </p:nvSpPr>
        <p:spPr>
          <a:xfrm>
            <a:off x="6508700" y="2333625"/>
            <a:ext cx="5270599" cy="7191375"/>
          </a:xfrm>
          <a:prstGeom prst="roundRect">
            <a:avLst>
              <a:gd name="adj" fmla="val 723"/>
            </a:avLst>
          </a:prstGeom>
          <a:solidFill>
            <a:srgbClr val="0B2545"/>
          </a:solidFill>
          <a:ln/>
        </p:spPr>
        <p:txBody>
          <a:bodyPr/>
          <a:lstStyle/>
          <a:p>
            <a:endParaRPr lang="en-GB"/>
          </a:p>
        </p:txBody>
      </p:sp>
      <p:sp>
        <p:nvSpPr>
          <p:cNvPr id="8" name="Text 6"/>
          <p:cNvSpPr/>
          <p:nvPr/>
        </p:nvSpPr>
        <p:spPr>
          <a:xfrm>
            <a:off x="6832550" y="2657475"/>
            <a:ext cx="5085189"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C98A2B"/>
                </a:solidFill>
                <a:latin typeface="Arial" pitchFamily="34" charset="0"/>
                <a:ea typeface="Arial" pitchFamily="34" charset="-122"/>
                <a:cs typeface="Arial" pitchFamily="34" charset="-120"/>
              </a:rPr>
              <a:t>RLS dynamique</a:t>
            </a:r>
            <a:endParaRPr lang="en-US" sz="2850" dirty="0"/>
          </a:p>
        </p:txBody>
      </p:sp>
      <p:sp>
        <p:nvSpPr>
          <p:cNvPr id="9" name="Text 7"/>
          <p:cNvSpPr/>
          <p:nvPr/>
        </p:nvSpPr>
        <p:spPr>
          <a:xfrm>
            <a:off x="6832550" y="3181350"/>
            <a:ext cx="4761586" cy="1238250"/>
          </a:xfrm>
          <a:prstGeom prst="rect">
            <a:avLst/>
          </a:prstGeom>
          <a:noFill/>
          <a:ln/>
        </p:spPr>
        <p:txBody>
          <a:bodyPr wrap="square" lIns="25400" tIns="25400" rIns="25400" bIns="25400" rtlCol="0" anchor="t">
            <a:normAutofit/>
          </a:bodyPr>
          <a:lstStyle/>
          <a:p>
            <a:pPr marL="0" indent="0" algn="l">
              <a:lnSpc>
                <a:spcPct val="123529"/>
              </a:lnSpc>
              <a:buNone/>
            </a:pPr>
            <a:r>
              <a:rPr lang="en-US" sz="2250" dirty="0">
                <a:solidFill>
                  <a:srgbClr val="E4E9F5"/>
                </a:solidFill>
                <a:latin typeface="Arial" pitchFamily="34" charset="0"/>
                <a:ea typeface="Arial" pitchFamily="34" charset="-122"/>
                <a:cs typeface="Arial" pitchFamily="34" charset="-120"/>
              </a:rPr>
              <a:t>USERPRINCIPALNAME() + table de sécurité — un seul rôle pour tous</a:t>
            </a:r>
            <a:endParaRPr lang="en-US" sz="2250" dirty="0"/>
          </a:p>
        </p:txBody>
      </p:sp>
      <p:sp>
        <p:nvSpPr>
          <p:cNvPr id="10" name="Shape 8"/>
          <p:cNvSpPr/>
          <p:nvPr/>
        </p:nvSpPr>
        <p:spPr>
          <a:xfrm>
            <a:off x="12046000" y="2333625"/>
            <a:ext cx="5289500" cy="7191375"/>
          </a:xfrm>
          <a:prstGeom prst="roundRect">
            <a:avLst>
              <a:gd name="adj" fmla="val 720"/>
            </a:avLst>
          </a:prstGeom>
          <a:solidFill>
            <a:srgbClr val="FFFFFF"/>
          </a:solidFill>
          <a:ln w="9525">
            <a:solidFill>
              <a:srgbClr val="DDE2EC"/>
            </a:solidFill>
            <a:prstDash val="solid"/>
          </a:ln>
        </p:spPr>
        <p:txBody>
          <a:bodyPr/>
          <a:lstStyle/>
          <a:p>
            <a:endParaRPr lang="en-GB"/>
          </a:p>
        </p:txBody>
      </p:sp>
      <p:sp>
        <p:nvSpPr>
          <p:cNvPr id="11" name="Text 9"/>
          <p:cNvSpPr/>
          <p:nvPr/>
        </p:nvSpPr>
        <p:spPr>
          <a:xfrm>
            <a:off x="12379375" y="2667000"/>
            <a:ext cx="5085025"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Sécurité d'objet (OLS)</a:t>
            </a:r>
            <a:endParaRPr lang="en-US" sz="2850" dirty="0"/>
          </a:p>
        </p:txBody>
      </p:sp>
      <p:sp>
        <p:nvSpPr>
          <p:cNvPr id="12" name="Text 10"/>
          <p:cNvSpPr/>
          <p:nvPr/>
        </p:nvSpPr>
        <p:spPr>
          <a:xfrm>
            <a:off x="12379375" y="3190875"/>
            <a:ext cx="4761433" cy="838200"/>
          </a:xfrm>
          <a:prstGeom prst="rect">
            <a:avLst/>
          </a:prstGeom>
          <a:noFill/>
          <a:ln/>
        </p:spPr>
        <p:txBody>
          <a:bodyPr wrap="square" lIns="25400" tIns="25400" rIns="25400" bIns="25400" rtlCol="0" anchor="t">
            <a:normAutofit lnSpcReduction="10000"/>
          </a:bodyPr>
          <a:lstStyle/>
          <a:p>
            <a:pPr marL="0" indent="0" algn="l">
              <a:lnSpc>
                <a:spcPct val="123529"/>
              </a:lnSpc>
              <a:buNone/>
            </a:pPr>
            <a:r>
              <a:rPr lang="en-US" sz="2250" dirty="0">
                <a:solidFill>
                  <a:srgbClr val="4B5568"/>
                </a:solidFill>
                <a:latin typeface="Arial" pitchFamily="34" charset="0"/>
                <a:ea typeface="Arial" pitchFamily="34" charset="-122"/>
                <a:cs typeface="Arial" pitchFamily="34" charset="-120"/>
              </a:rPr>
              <a:t>Masque des tables ou colonnes entières, ex. salaire</a:t>
            </a:r>
            <a:endParaRPr lang="en-US" sz="2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52500" y="857250"/>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ÉTUDE DE CAS DE BOUT EN BOUT</a:t>
            </a:r>
            <a:endParaRPr lang="en-US" sz="1650" dirty="0"/>
          </a:p>
        </p:txBody>
      </p:sp>
      <p:sp>
        <p:nvSpPr>
          <p:cNvPr id="3" name="Text 1"/>
          <p:cNvSpPr/>
          <p:nvPr/>
        </p:nvSpPr>
        <p:spPr>
          <a:xfrm>
            <a:off x="952500" y="1257300"/>
            <a:ext cx="18021300" cy="695325"/>
          </a:xfrm>
          <a:prstGeom prst="rect">
            <a:avLst/>
          </a:prstGeom>
          <a:noFill/>
          <a:ln/>
        </p:spPr>
        <p:txBody>
          <a:bodyPr wrap="square" lIns="25400" tIns="25400" rIns="25400" bIns="25400" rtlCol="0" anchor="t">
            <a:normAutofit lnSpcReduction="10000"/>
          </a:bodyPr>
          <a:lstStyle/>
          <a:p>
            <a:pPr marL="0" indent="0" algn="l">
              <a:buNone/>
            </a:pPr>
            <a:r>
              <a:rPr lang="en-US" sz="4500" b="1" dirty="0">
                <a:solidFill>
                  <a:srgbClr val="14213D"/>
                </a:solidFill>
                <a:latin typeface="Arial" pitchFamily="34" charset="0"/>
                <a:ea typeface="Arial" pitchFamily="34" charset="-122"/>
                <a:cs typeface="Arial" pitchFamily="34" charset="-120"/>
              </a:rPr>
              <a:t>NordShop en direct : Real-Time Intelligence</a:t>
            </a:r>
            <a:endParaRPr lang="en-US" sz="4500" dirty="0"/>
          </a:p>
        </p:txBody>
      </p:sp>
      <p:sp>
        <p:nvSpPr>
          <p:cNvPr id="4" name="Shape 2"/>
          <p:cNvSpPr/>
          <p:nvPr/>
        </p:nvSpPr>
        <p:spPr>
          <a:xfrm>
            <a:off x="952500" y="2333625"/>
            <a:ext cx="3938588" cy="7191375"/>
          </a:xfrm>
          <a:prstGeom prst="roundRect">
            <a:avLst>
              <a:gd name="adj" fmla="val 967"/>
            </a:avLst>
          </a:prstGeom>
          <a:solidFill>
            <a:srgbClr val="F6F7FB"/>
          </a:solidFill>
          <a:ln/>
        </p:spPr>
        <p:txBody>
          <a:bodyPr/>
          <a:lstStyle/>
          <a:p>
            <a:endParaRPr lang="en-GB"/>
          </a:p>
        </p:txBody>
      </p:sp>
      <p:sp>
        <p:nvSpPr>
          <p:cNvPr id="5" name="Text 3"/>
          <p:cNvSpPr/>
          <p:nvPr/>
        </p:nvSpPr>
        <p:spPr>
          <a:xfrm>
            <a:off x="1162050" y="2619375"/>
            <a:ext cx="3871436"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4213D"/>
                </a:solidFill>
                <a:latin typeface="Arial" pitchFamily="34" charset="0"/>
                <a:ea typeface="Arial" pitchFamily="34" charset="-122"/>
                <a:cs typeface="Arial" pitchFamily="34" charset="-120"/>
              </a:rPr>
              <a:t>Eventstream</a:t>
            </a:r>
            <a:endParaRPr lang="en-US" sz="1800" dirty="0"/>
          </a:p>
        </p:txBody>
      </p:sp>
      <p:sp>
        <p:nvSpPr>
          <p:cNvPr id="6" name="Text 4"/>
          <p:cNvSpPr/>
          <p:nvPr/>
        </p:nvSpPr>
        <p:spPr>
          <a:xfrm>
            <a:off x="1162050" y="2981325"/>
            <a:ext cx="3871436"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4B5568"/>
                </a:solidFill>
                <a:latin typeface="Arial" pitchFamily="34" charset="0"/>
                <a:ea typeface="Arial" pitchFamily="34" charset="-122"/>
                <a:cs typeface="Arial" pitchFamily="34" charset="-120"/>
              </a:rPr>
              <a:t>Capte chaque scan de colis</a:t>
            </a:r>
            <a:endParaRPr lang="en-US" sz="1500" dirty="0"/>
          </a:p>
        </p:txBody>
      </p:sp>
      <p:sp>
        <p:nvSpPr>
          <p:cNvPr id="7" name="Shape 5"/>
          <p:cNvSpPr/>
          <p:nvPr/>
        </p:nvSpPr>
        <p:spPr>
          <a:xfrm>
            <a:off x="5100638" y="2333625"/>
            <a:ext cx="3938588" cy="7191375"/>
          </a:xfrm>
          <a:prstGeom prst="roundRect">
            <a:avLst>
              <a:gd name="adj" fmla="val 967"/>
            </a:avLst>
          </a:prstGeom>
          <a:solidFill>
            <a:srgbClr val="F6F7FB"/>
          </a:solidFill>
          <a:ln/>
        </p:spPr>
        <p:txBody>
          <a:bodyPr/>
          <a:lstStyle/>
          <a:p>
            <a:endParaRPr lang="en-GB"/>
          </a:p>
        </p:txBody>
      </p:sp>
      <p:sp>
        <p:nvSpPr>
          <p:cNvPr id="8" name="Text 6"/>
          <p:cNvSpPr/>
          <p:nvPr/>
        </p:nvSpPr>
        <p:spPr>
          <a:xfrm>
            <a:off x="5310188" y="2619375"/>
            <a:ext cx="3871436"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4213D"/>
                </a:solidFill>
                <a:latin typeface="Arial" pitchFamily="34" charset="0"/>
                <a:ea typeface="Arial" pitchFamily="34" charset="-122"/>
                <a:cs typeface="Arial" pitchFamily="34" charset="-120"/>
              </a:rPr>
              <a:t>Eventhouse</a:t>
            </a:r>
            <a:endParaRPr lang="en-US" sz="1800" dirty="0"/>
          </a:p>
        </p:txBody>
      </p:sp>
      <p:sp>
        <p:nvSpPr>
          <p:cNvPr id="9" name="Text 7"/>
          <p:cNvSpPr/>
          <p:nvPr/>
        </p:nvSpPr>
        <p:spPr>
          <a:xfrm>
            <a:off x="5310188" y="2981325"/>
            <a:ext cx="3871436"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4B5568"/>
                </a:solidFill>
                <a:latin typeface="Arial" pitchFamily="34" charset="0"/>
                <a:ea typeface="Arial" pitchFamily="34" charset="-122"/>
                <a:cs typeface="Arial" pitchFamily="34" charset="-120"/>
              </a:rPr>
              <a:t>Stocke, indexé dans le temps</a:t>
            </a:r>
            <a:endParaRPr lang="en-US" sz="1500" dirty="0"/>
          </a:p>
        </p:txBody>
      </p:sp>
      <p:sp>
        <p:nvSpPr>
          <p:cNvPr id="10" name="Shape 8"/>
          <p:cNvSpPr/>
          <p:nvPr/>
        </p:nvSpPr>
        <p:spPr>
          <a:xfrm>
            <a:off x="9248775" y="2333625"/>
            <a:ext cx="3938588" cy="7191375"/>
          </a:xfrm>
          <a:prstGeom prst="roundRect">
            <a:avLst>
              <a:gd name="adj" fmla="val 967"/>
            </a:avLst>
          </a:prstGeom>
          <a:solidFill>
            <a:srgbClr val="F6F7FB"/>
          </a:solidFill>
          <a:ln/>
        </p:spPr>
        <p:txBody>
          <a:bodyPr/>
          <a:lstStyle/>
          <a:p>
            <a:endParaRPr lang="en-GB"/>
          </a:p>
        </p:txBody>
      </p:sp>
      <p:sp>
        <p:nvSpPr>
          <p:cNvPr id="11" name="Text 9"/>
          <p:cNvSpPr/>
          <p:nvPr/>
        </p:nvSpPr>
        <p:spPr>
          <a:xfrm>
            <a:off x="9458325" y="2619375"/>
            <a:ext cx="3871436"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4213D"/>
                </a:solidFill>
                <a:latin typeface="Arial" pitchFamily="34" charset="0"/>
                <a:ea typeface="Arial" pitchFamily="34" charset="-122"/>
                <a:cs typeface="Arial" pitchFamily="34" charset="-120"/>
              </a:rPr>
              <a:t>KQL</a:t>
            </a:r>
            <a:endParaRPr lang="en-US" sz="1800" dirty="0"/>
          </a:p>
        </p:txBody>
      </p:sp>
      <p:sp>
        <p:nvSpPr>
          <p:cNvPr id="12" name="Text 10"/>
          <p:cNvSpPr/>
          <p:nvPr/>
        </p:nvSpPr>
        <p:spPr>
          <a:xfrm>
            <a:off x="9458325" y="2981325"/>
            <a:ext cx="3871436"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4B5568"/>
                </a:solidFill>
                <a:latin typeface="Arial" pitchFamily="34" charset="0"/>
                <a:ea typeface="Arial" pitchFamily="34" charset="-122"/>
                <a:cs typeface="Arial" pitchFamily="34" charset="-120"/>
              </a:rPr>
              <a:t>Interroge en quasi temps réel</a:t>
            </a:r>
            <a:endParaRPr lang="en-US" sz="1500" dirty="0"/>
          </a:p>
        </p:txBody>
      </p:sp>
      <p:sp>
        <p:nvSpPr>
          <p:cNvPr id="13" name="Shape 11"/>
          <p:cNvSpPr/>
          <p:nvPr/>
        </p:nvSpPr>
        <p:spPr>
          <a:xfrm>
            <a:off x="13396913" y="2333625"/>
            <a:ext cx="3938588" cy="7191375"/>
          </a:xfrm>
          <a:prstGeom prst="roundRect">
            <a:avLst>
              <a:gd name="adj" fmla="val 967"/>
            </a:avLst>
          </a:prstGeom>
          <a:solidFill>
            <a:srgbClr val="0B2545"/>
          </a:solidFill>
          <a:ln/>
        </p:spPr>
        <p:txBody>
          <a:bodyPr/>
          <a:lstStyle/>
          <a:p>
            <a:endParaRPr lang="en-GB"/>
          </a:p>
        </p:txBody>
      </p:sp>
      <p:sp>
        <p:nvSpPr>
          <p:cNvPr id="14" name="Text 12"/>
          <p:cNvSpPr/>
          <p:nvPr/>
        </p:nvSpPr>
        <p:spPr>
          <a:xfrm>
            <a:off x="13606463" y="2619375"/>
            <a:ext cx="3871436" cy="304800"/>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C98A2B"/>
                </a:solidFill>
                <a:latin typeface="Arial" pitchFamily="34" charset="0"/>
                <a:ea typeface="Arial" pitchFamily="34" charset="-122"/>
                <a:cs typeface="Arial" pitchFamily="34" charset="-120"/>
              </a:rPr>
              <a:t>Activateur</a:t>
            </a:r>
            <a:endParaRPr lang="en-US" sz="1800" dirty="0"/>
          </a:p>
        </p:txBody>
      </p:sp>
      <p:sp>
        <p:nvSpPr>
          <p:cNvPr id="15" name="Text 13"/>
          <p:cNvSpPr/>
          <p:nvPr/>
        </p:nvSpPr>
        <p:spPr>
          <a:xfrm>
            <a:off x="13606463" y="2981325"/>
            <a:ext cx="3871436"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E4E9F5"/>
                </a:solidFill>
                <a:latin typeface="Arial" pitchFamily="34" charset="0"/>
                <a:ea typeface="Arial" pitchFamily="34" charset="-122"/>
                <a:cs typeface="Arial" pitchFamily="34" charset="-120"/>
              </a:rPr>
              <a:t>Alerte colis bloqué</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952500" y="857250"/>
            <a:ext cx="2490639" cy="438150"/>
          </a:xfrm>
          <a:prstGeom prst="roundRect">
            <a:avLst>
              <a:gd name="adj" fmla="val 6522"/>
            </a:avLst>
          </a:prstGeom>
          <a:solidFill>
            <a:srgbClr val="C98A2B"/>
          </a:solidFill>
          <a:ln/>
        </p:spPr>
        <p:txBody>
          <a:bodyPr/>
          <a:lstStyle/>
          <a:p>
            <a:endParaRPr lang="en-GB"/>
          </a:p>
        </p:txBody>
      </p:sp>
      <p:sp>
        <p:nvSpPr>
          <p:cNvPr id="3" name="Text 1"/>
          <p:cNvSpPr/>
          <p:nvPr/>
        </p:nvSpPr>
        <p:spPr>
          <a:xfrm>
            <a:off x="1162050" y="952500"/>
            <a:ext cx="2147739" cy="285750"/>
          </a:xfrm>
          <a:prstGeom prst="rect">
            <a:avLst/>
          </a:prstGeom>
          <a:noFill/>
          <a:ln/>
        </p:spPr>
        <p:txBody>
          <a:bodyPr wrap="square" lIns="25400" tIns="25400" rIns="25400" bIns="25400" rtlCol="0" anchor="t">
            <a:normAutofit fontScale="92500"/>
          </a:bodyPr>
          <a:lstStyle/>
          <a:p>
            <a:pPr marL="0" indent="0" algn="l">
              <a:buNone/>
            </a:pPr>
            <a:r>
              <a:rPr lang="en-US" sz="1650" b="1" kern="0" spc="150" dirty="0">
                <a:solidFill>
                  <a:srgbClr val="0B2545"/>
                </a:solidFill>
                <a:latin typeface="Arial" pitchFamily="34" charset="0"/>
                <a:ea typeface="Arial" pitchFamily="34" charset="-122"/>
                <a:cs typeface="Arial" pitchFamily="34" charset="-120"/>
              </a:rPr>
              <a:t>DÉMONSTRATION</a:t>
            </a:r>
            <a:endParaRPr lang="en-US" sz="1650" dirty="0"/>
          </a:p>
        </p:txBody>
      </p:sp>
      <p:sp>
        <p:nvSpPr>
          <p:cNvPr id="4" name="Text 2"/>
          <p:cNvSpPr/>
          <p:nvPr/>
        </p:nvSpPr>
        <p:spPr>
          <a:xfrm>
            <a:off x="3633639" y="871538"/>
            <a:ext cx="9582656"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FFFFFF"/>
                </a:solidFill>
                <a:latin typeface="Arial" pitchFamily="34" charset="0"/>
                <a:ea typeface="Arial" pitchFamily="34" charset="-122"/>
                <a:cs typeface="Arial" pitchFamily="34" charset="-120"/>
              </a:rPr>
              <a:t>Sécuriser et suivre les expéditions NordShop en direct</a:t>
            </a:r>
            <a:endParaRPr lang="en-US" sz="2850" dirty="0"/>
          </a:p>
        </p:txBody>
      </p:sp>
      <p:sp>
        <p:nvSpPr>
          <p:cNvPr id="5" name="Text 3"/>
          <p:cNvSpPr/>
          <p:nvPr/>
        </p:nvSpPr>
        <p:spPr>
          <a:xfrm>
            <a:off x="952500" y="1714500"/>
            <a:ext cx="609600"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1</a:t>
            </a:r>
            <a:endParaRPr lang="en-US" sz="2250" dirty="0"/>
          </a:p>
        </p:txBody>
      </p:sp>
      <p:sp>
        <p:nvSpPr>
          <p:cNvPr id="6" name="Text 4"/>
          <p:cNvSpPr/>
          <p:nvPr/>
        </p:nvSpPr>
        <p:spPr>
          <a:xfrm>
            <a:off x="1752600" y="1714500"/>
            <a:ext cx="13183642"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Configurer un rôle RLS dynamique sur le modèle Ventes NordShop par région commerciale</a:t>
            </a:r>
            <a:endParaRPr lang="en-US" sz="2250" dirty="0"/>
          </a:p>
        </p:txBody>
      </p:sp>
      <p:sp>
        <p:nvSpPr>
          <p:cNvPr id="7" name="Text 5"/>
          <p:cNvSpPr/>
          <p:nvPr/>
        </p:nvSpPr>
        <p:spPr>
          <a:xfrm>
            <a:off x="952500" y="2266950"/>
            <a:ext cx="609600"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2</a:t>
            </a:r>
            <a:endParaRPr lang="en-US" sz="2250" dirty="0"/>
          </a:p>
        </p:txBody>
      </p:sp>
      <p:sp>
        <p:nvSpPr>
          <p:cNvPr id="8" name="Text 6"/>
          <p:cNvSpPr/>
          <p:nvPr/>
        </p:nvSpPr>
        <p:spPr>
          <a:xfrm>
            <a:off x="1752600" y="2266950"/>
            <a:ext cx="7797061"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Tester avec « Afficher comme » pour valider le filtrage</a:t>
            </a:r>
            <a:endParaRPr lang="en-US" sz="2250" dirty="0"/>
          </a:p>
        </p:txBody>
      </p:sp>
      <p:sp>
        <p:nvSpPr>
          <p:cNvPr id="9" name="Text 7"/>
          <p:cNvSpPr/>
          <p:nvPr/>
        </p:nvSpPr>
        <p:spPr>
          <a:xfrm>
            <a:off x="952500" y="2819400"/>
            <a:ext cx="609600"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3</a:t>
            </a:r>
            <a:endParaRPr lang="en-US" sz="2250" dirty="0"/>
          </a:p>
        </p:txBody>
      </p:sp>
      <p:sp>
        <p:nvSpPr>
          <p:cNvPr id="10" name="Text 8"/>
          <p:cNvSpPr/>
          <p:nvPr/>
        </p:nvSpPr>
        <p:spPr>
          <a:xfrm>
            <a:off x="1752600" y="2819400"/>
            <a:ext cx="12257038"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Créer un eventhouse NordShop-Logistique et une requête KQL sur les scans de colis</a:t>
            </a:r>
            <a:endParaRPr lang="en-US" sz="2250" dirty="0"/>
          </a:p>
        </p:txBody>
      </p:sp>
      <p:sp>
        <p:nvSpPr>
          <p:cNvPr id="11" name="Text 9"/>
          <p:cNvSpPr/>
          <p:nvPr/>
        </p:nvSpPr>
        <p:spPr>
          <a:xfrm>
            <a:off x="952500" y="3371850"/>
            <a:ext cx="609600" cy="361950"/>
          </a:xfrm>
          <a:prstGeom prst="rect">
            <a:avLst/>
          </a:prstGeom>
          <a:noFill/>
          <a:ln/>
        </p:spPr>
        <p:txBody>
          <a:bodyPr wrap="square" lIns="25400" tIns="25400" rIns="25400" bIns="25400" rtlCol="0" anchor="t">
            <a:normAutofit fontScale="92500" lnSpcReduction="10000"/>
          </a:bodyPr>
          <a:lstStyle/>
          <a:p>
            <a:pPr marL="0" indent="0" algn="l">
              <a:buNone/>
            </a:pPr>
            <a:r>
              <a:rPr lang="en-US" sz="2250" b="1" dirty="0">
                <a:solidFill>
                  <a:srgbClr val="C98A2B"/>
                </a:solidFill>
                <a:latin typeface="Courier New" pitchFamily="34" charset="0"/>
                <a:ea typeface="Courier New" pitchFamily="34" charset="-122"/>
                <a:cs typeface="Courier New" pitchFamily="34" charset="-120"/>
              </a:rPr>
              <a:t>4</a:t>
            </a:r>
            <a:endParaRPr lang="en-US" sz="2250" dirty="0"/>
          </a:p>
        </p:txBody>
      </p:sp>
      <p:sp>
        <p:nvSpPr>
          <p:cNvPr id="12" name="Text 10"/>
          <p:cNvSpPr/>
          <p:nvPr/>
        </p:nvSpPr>
        <p:spPr>
          <a:xfrm>
            <a:off x="1752600" y="3371850"/>
            <a:ext cx="11448470"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Configurer un Activateur qui alerte si un colis reste bloqué plus de deux heures</a:t>
            </a:r>
            <a:endParaRPr lang="en-US" sz="2250" dirty="0"/>
          </a:p>
        </p:txBody>
      </p:sp>
      <p:sp>
        <p:nvSpPr>
          <p:cNvPr id="13" name="Text 11"/>
          <p:cNvSpPr/>
          <p:nvPr/>
        </p:nvSpPr>
        <p:spPr>
          <a:xfrm>
            <a:off x="952500" y="9258300"/>
            <a:ext cx="18021300"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FA1C4"/>
                </a:solidFill>
                <a:latin typeface="Arial" pitchFamily="34" charset="0"/>
                <a:ea typeface="Arial" pitchFamily="34" charset="-122"/>
                <a:cs typeface="Arial" pitchFamily="34" charset="-120"/>
              </a:rPr>
              <a:t>Jeu de données : modèle Ventes NordShop + flux d'événements logistique simulé</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952500" y="857250"/>
            <a:ext cx="3728740" cy="438150"/>
          </a:xfrm>
          <a:prstGeom prst="roundRect">
            <a:avLst>
              <a:gd name="adj" fmla="val 6522"/>
            </a:avLst>
          </a:prstGeom>
          <a:solidFill>
            <a:srgbClr val="0B2545"/>
          </a:solidFill>
          <a:ln/>
        </p:spPr>
        <p:txBody>
          <a:bodyPr/>
          <a:lstStyle/>
          <a:p>
            <a:endParaRPr lang="en-GB"/>
          </a:p>
        </p:txBody>
      </p:sp>
      <p:sp>
        <p:nvSpPr>
          <p:cNvPr id="3" name="Text 1"/>
          <p:cNvSpPr/>
          <p:nvPr/>
        </p:nvSpPr>
        <p:spPr>
          <a:xfrm>
            <a:off x="1162050" y="952500"/>
            <a:ext cx="3421502" cy="285750"/>
          </a:xfrm>
          <a:prstGeom prst="rect">
            <a:avLst/>
          </a:prstGeom>
          <a:noFill/>
          <a:ln/>
        </p:spPr>
        <p:txBody>
          <a:bodyPr wrap="square" lIns="25400" tIns="25400" rIns="25400" bIns="25400" rtlCol="0" anchor="t">
            <a:normAutofit fontScale="92500"/>
          </a:bodyPr>
          <a:lstStyle/>
          <a:p>
            <a:pPr marL="0" indent="0" algn="l">
              <a:buNone/>
            </a:pPr>
            <a:r>
              <a:rPr lang="en-US" sz="1650" b="1" kern="0" spc="150" dirty="0">
                <a:solidFill>
                  <a:srgbClr val="FFFFFF"/>
                </a:solidFill>
                <a:latin typeface="Arial" pitchFamily="34" charset="0"/>
                <a:ea typeface="Arial" pitchFamily="34" charset="-122"/>
                <a:cs typeface="Arial" pitchFamily="34" charset="-120"/>
              </a:rPr>
              <a:t>ATELIER PRATIQUE · 45 MIN</a:t>
            </a:r>
            <a:endParaRPr lang="en-US" sz="1650" dirty="0"/>
          </a:p>
        </p:txBody>
      </p:sp>
      <p:sp>
        <p:nvSpPr>
          <p:cNvPr id="4" name="Text 2"/>
          <p:cNvSpPr/>
          <p:nvPr/>
        </p:nvSpPr>
        <p:spPr>
          <a:xfrm>
            <a:off x="4871740" y="871538"/>
            <a:ext cx="8261836" cy="447675"/>
          </a:xfrm>
          <a:prstGeom prst="rect">
            <a:avLst/>
          </a:prstGeom>
          <a:noFill/>
          <a:ln/>
        </p:spPr>
        <p:txBody>
          <a:bodyPr wrap="square" lIns="25400" tIns="25400" rIns="25400" bIns="25400" rtlCol="0" anchor="t">
            <a:normAutofit lnSpcReduction="10000"/>
          </a:bodyPr>
          <a:lstStyle/>
          <a:p>
            <a:pPr marL="0" indent="0" algn="l">
              <a:buNone/>
            </a:pPr>
            <a:r>
              <a:rPr lang="en-US" sz="2850" b="1" dirty="0">
                <a:solidFill>
                  <a:srgbClr val="14213D"/>
                </a:solidFill>
                <a:latin typeface="Arial" pitchFamily="34" charset="0"/>
                <a:ea typeface="Arial" pitchFamily="34" charset="-122"/>
                <a:cs typeface="Arial" pitchFamily="34" charset="-120"/>
              </a:rPr>
              <a:t>RLS et démarrage avec Real-Time Intelligence</a:t>
            </a:r>
            <a:endParaRPr lang="en-US" sz="2850" dirty="0"/>
          </a:p>
        </p:txBody>
      </p:sp>
      <p:sp>
        <p:nvSpPr>
          <p:cNvPr id="5" name="Text 3"/>
          <p:cNvSpPr/>
          <p:nvPr/>
        </p:nvSpPr>
        <p:spPr>
          <a:xfrm>
            <a:off x="952500" y="1714500"/>
            <a:ext cx="18291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6" name="Text 4"/>
          <p:cNvSpPr/>
          <p:nvPr/>
        </p:nvSpPr>
        <p:spPr>
          <a:xfrm>
            <a:off x="1249710" y="1714500"/>
            <a:ext cx="12416329"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14213D"/>
                </a:solidFill>
                <a:latin typeface="Arial" pitchFamily="34" charset="0"/>
                <a:ea typeface="Arial" pitchFamily="34" charset="-122"/>
                <a:cs typeface="Arial" pitchFamily="34" charset="-120"/>
              </a:rPr>
              <a:t>Configurez la sécurité au niveau ligne avec des filtres DAX statiques puis dynamiques</a:t>
            </a:r>
            <a:endParaRPr lang="en-US" sz="2250" dirty="0"/>
          </a:p>
        </p:txBody>
      </p:sp>
      <p:sp>
        <p:nvSpPr>
          <p:cNvPr id="7" name="Text 5"/>
          <p:cNvSpPr/>
          <p:nvPr/>
        </p:nvSpPr>
        <p:spPr>
          <a:xfrm>
            <a:off x="952500" y="2257425"/>
            <a:ext cx="18291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8" name="Text 6"/>
          <p:cNvSpPr/>
          <p:nvPr/>
        </p:nvSpPr>
        <p:spPr>
          <a:xfrm>
            <a:off x="1249710" y="2257425"/>
            <a:ext cx="8400663"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14213D"/>
                </a:solidFill>
                <a:latin typeface="Arial" pitchFamily="34" charset="0"/>
                <a:ea typeface="Arial" pitchFamily="34" charset="-122"/>
                <a:cs typeface="Arial" pitchFamily="34" charset="-120"/>
              </a:rPr>
              <a:t>Testez l'application de la sécurité avec « Afficher comme »</a:t>
            </a:r>
            <a:endParaRPr lang="en-US" sz="2250" dirty="0"/>
          </a:p>
        </p:txBody>
      </p:sp>
      <p:sp>
        <p:nvSpPr>
          <p:cNvPr id="9" name="Text 7"/>
          <p:cNvSpPr/>
          <p:nvPr/>
        </p:nvSpPr>
        <p:spPr>
          <a:xfrm>
            <a:off x="952500" y="2800350"/>
            <a:ext cx="18291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10" name="Text 8"/>
          <p:cNvSpPr/>
          <p:nvPr/>
        </p:nvSpPr>
        <p:spPr>
          <a:xfrm>
            <a:off x="1249710" y="2800350"/>
            <a:ext cx="8761318"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14213D"/>
                </a:solidFill>
                <a:latin typeface="Arial" pitchFamily="34" charset="0"/>
                <a:ea typeface="Arial" pitchFamily="34" charset="-122"/>
                <a:cs typeface="Arial" pitchFamily="34" charset="-120"/>
              </a:rPr>
              <a:t>Créez un eventhouse et interrogez les événements avec KQL</a:t>
            </a:r>
            <a:endParaRPr lang="en-US" sz="2250" dirty="0"/>
          </a:p>
        </p:txBody>
      </p:sp>
      <p:sp>
        <p:nvSpPr>
          <p:cNvPr id="11" name="Text 9"/>
          <p:cNvSpPr/>
          <p:nvPr/>
        </p:nvSpPr>
        <p:spPr>
          <a:xfrm>
            <a:off x="952500" y="3343275"/>
            <a:ext cx="18291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12" name="Text 10"/>
          <p:cNvSpPr/>
          <p:nvPr/>
        </p:nvSpPr>
        <p:spPr>
          <a:xfrm>
            <a:off x="1249710" y="3343275"/>
            <a:ext cx="8857089" cy="381000"/>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14213D"/>
                </a:solidFill>
                <a:latin typeface="Arial" pitchFamily="34" charset="0"/>
                <a:ea typeface="Arial" pitchFamily="34" charset="-122"/>
                <a:cs typeface="Arial" pitchFamily="34" charset="-120"/>
              </a:rPr>
              <a:t>Configurez un tableau de bord en temps réel et un Activateur</a:t>
            </a:r>
            <a:endParaRPr lang="en-US" sz="2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7FB"/>
        </a:solidFill>
        <a:effectLst/>
      </p:bgPr>
    </p:bg>
    <p:spTree>
      <p:nvGrpSpPr>
        <p:cNvPr id="1" name=""/>
        <p:cNvGrpSpPr/>
        <p:nvPr/>
      </p:nvGrpSpPr>
      <p:grpSpPr>
        <a:xfrm>
          <a:off x="0" y="0"/>
          <a:ext cx="0" cy="0"/>
          <a:chOff x="0" y="0"/>
          <a:chExt cx="0" cy="0"/>
        </a:xfrm>
      </p:grpSpPr>
      <p:sp>
        <p:nvSpPr>
          <p:cNvPr id="2" name="Text 0"/>
          <p:cNvSpPr/>
          <p:nvPr/>
        </p:nvSpPr>
        <p:spPr>
          <a:xfrm>
            <a:off x="952500" y="857250"/>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CONTRÔLE DE CONNAISSANCES</a:t>
            </a:r>
            <a:endParaRPr lang="en-US" sz="1650" dirty="0"/>
          </a:p>
        </p:txBody>
      </p:sp>
      <p:sp>
        <p:nvSpPr>
          <p:cNvPr id="3" name="Shape 1"/>
          <p:cNvSpPr/>
          <p:nvPr/>
        </p:nvSpPr>
        <p:spPr>
          <a:xfrm>
            <a:off x="952500" y="1524000"/>
            <a:ext cx="7953375" cy="8001000"/>
          </a:xfrm>
          <a:prstGeom prst="roundRect">
            <a:avLst>
              <a:gd name="adj" fmla="val 479"/>
            </a:avLst>
          </a:prstGeom>
          <a:solidFill>
            <a:srgbClr val="FFFFFF"/>
          </a:solidFill>
          <a:ln w="9525">
            <a:solidFill>
              <a:srgbClr val="DDE2EC"/>
            </a:solidFill>
            <a:prstDash val="solid"/>
          </a:ln>
        </p:spPr>
        <p:txBody>
          <a:bodyPr/>
          <a:lstStyle/>
          <a:p>
            <a:endParaRPr lang="en-GB"/>
          </a:p>
        </p:txBody>
      </p:sp>
      <p:sp>
        <p:nvSpPr>
          <p:cNvPr id="4" name="Text 2"/>
          <p:cNvSpPr/>
          <p:nvPr/>
        </p:nvSpPr>
        <p:spPr>
          <a:xfrm>
            <a:off x="1381125" y="1952625"/>
            <a:ext cx="7805738" cy="28575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2A5CA8"/>
                </a:solidFill>
                <a:latin typeface="Arial" pitchFamily="34" charset="0"/>
                <a:ea typeface="Arial" pitchFamily="34" charset="-122"/>
                <a:cs typeface="Arial" pitchFamily="34" charset="-120"/>
              </a:rPr>
              <a:t>QCM</a:t>
            </a:r>
            <a:endParaRPr lang="en-US" sz="1650" dirty="0"/>
          </a:p>
        </p:txBody>
      </p:sp>
      <p:sp>
        <p:nvSpPr>
          <p:cNvPr id="5" name="Text 3"/>
          <p:cNvSpPr/>
          <p:nvPr/>
        </p:nvSpPr>
        <p:spPr>
          <a:xfrm>
            <a:off x="1381125" y="2428875"/>
            <a:ext cx="7309009" cy="1449437"/>
          </a:xfrm>
          <a:prstGeom prst="rect">
            <a:avLst/>
          </a:prstGeom>
          <a:noFill/>
          <a:ln/>
        </p:spPr>
        <p:txBody>
          <a:bodyPr wrap="square" lIns="25400" tIns="25400" rIns="25400" bIns="25400" rtlCol="0" anchor="t">
            <a:normAutofit lnSpcReduction="10000"/>
          </a:bodyPr>
          <a:lstStyle/>
          <a:p>
            <a:pPr marL="0" indent="0" algn="l">
              <a:lnSpc>
                <a:spcPct val="114884"/>
              </a:lnSpc>
              <a:buNone/>
            </a:pPr>
            <a:r>
              <a:rPr lang="en-US" sz="2850" b="1" dirty="0">
                <a:solidFill>
                  <a:srgbClr val="14213D"/>
                </a:solidFill>
                <a:latin typeface="Arial" pitchFamily="34" charset="0"/>
                <a:ea typeface="Arial" pitchFamily="34" charset="-122"/>
                <a:cs typeface="Arial" pitchFamily="34" charset="-120"/>
              </a:rPr>
              <a:t>Quelle approche fournit un filtrage évolutif sans republier le modèle à chaque nouvelle région ?</a:t>
            </a:r>
            <a:endParaRPr lang="en-US" sz="2850" dirty="0"/>
          </a:p>
        </p:txBody>
      </p:sp>
      <p:sp>
        <p:nvSpPr>
          <p:cNvPr id="6" name="Text 4"/>
          <p:cNvSpPr/>
          <p:nvPr/>
        </p:nvSpPr>
        <p:spPr>
          <a:xfrm>
            <a:off x="1381125" y="4068812"/>
            <a:ext cx="7805738" cy="342900"/>
          </a:xfrm>
          <a:prstGeom prst="rect">
            <a:avLst/>
          </a:prstGeom>
          <a:noFill/>
          <a:ln/>
        </p:spPr>
        <p:txBody>
          <a:bodyPr wrap="square" lIns="25400" tIns="25400" rIns="25400" bIns="25400" rtlCol="0" anchor="t">
            <a:normAutofit/>
          </a:bodyPr>
          <a:lstStyle/>
          <a:p>
            <a:pPr marL="0" indent="0" algn="l">
              <a:buNone/>
            </a:pPr>
            <a:r>
              <a:rPr lang="en-US" sz="1800" b="1" dirty="0">
                <a:solidFill>
                  <a:srgbClr val="C98A2B"/>
                </a:solidFill>
                <a:latin typeface="Arial" pitchFamily="34" charset="0"/>
                <a:ea typeface="Arial" pitchFamily="34" charset="-122"/>
                <a:cs typeface="Arial" pitchFamily="34" charset="-120"/>
              </a:rPr>
              <a:t>A. RLS dynamique avec une table de sécurité ✓</a:t>
            </a:r>
            <a:endParaRPr lang="en-US" sz="1800" dirty="0"/>
          </a:p>
        </p:txBody>
      </p:sp>
      <p:sp>
        <p:nvSpPr>
          <p:cNvPr id="7" name="Text 5"/>
          <p:cNvSpPr/>
          <p:nvPr/>
        </p:nvSpPr>
        <p:spPr>
          <a:xfrm>
            <a:off x="1381125" y="4468862"/>
            <a:ext cx="7805738"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B. RLS statique avec un rôle par région</a:t>
            </a:r>
            <a:endParaRPr lang="en-US" sz="1800" dirty="0"/>
          </a:p>
        </p:txBody>
      </p:sp>
      <p:sp>
        <p:nvSpPr>
          <p:cNvPr id="8" name="Text 6"/>
          <p:cNvSpPr/>
          <p:nvPr/>
        </p:nvSpPr>
        <p:spPr>
          <a:xfrm>
            <a:off x="1381125" y="4830812"/>
            <a:ext cx="7805738"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4B5568"/>
                </a:solidFill>
                <a:latin typeface="Arial" pitchFamily="34" charset="0"/>
                <a:ea typeface="Arial" pitchFamily="34" charset="-122"/>
                <a:cs typeface="Arial" pitchFamily="34" charset="-120"/>
              </a:rPr>
              <a:t>C. Sécurité d'objet sur la colonne région</a:t>
            </a:r>
            <a:endParaRPr lang="en-US" sz="1800" dirty="0"/>
          </a:p>
        </p:txBody>
      </p:sp>
      <p:sp>
        <p:nvSpPr>
          <p:cNvPr id="9" name="Shape 7"/>
          <p:cNvSpPr/>
          <p:nvPr/>
        </p:nvSpPr>
        <p:spPr>
          <a:xfrm>
            <a:off x="9382125" y="1524000"/>
            <a:ext cx="7953375" cy="8001000"/>
          </a:xfrm>
          <a:prstGeom prst="roundRect">
            <a:avLst>
              <a:gd name="adj" fmla="val 479"/>
            </a:avLst>
          </a:prstGeom>
          <a:solidFill>
            <a:srgbClr val="FFFFFF"/>
          </a:solidFill>
          <a:ln w="9525">
            <a:solidFill>
              <a:srgbClr val="DDE2EC"/>
            </a:solidFill>
            <a:prstDash val="solid"/>
          </a:ln>
        </p:spPr>
        <p:txBody>
          <a:bodyPr/>
          <a:lstStyle/>
          <a:p>
            <a:endParaRPr lang="en-GB"/>
          </a:p>
        </p:txBody>
      </p:sp>
      <p:sp>
        <p:nvSpPr>
          <p:cNvPr id="10" name="Text 8"/>
          <p:cNvSpPr/>
          <p:nvPr/>
        </p:nvSpPr>
        <p:spPr>
          <a:xfrm>
            <a:off x="9810750" y="1952625"/>
            <a:ext cx="7805738" cy="285750"/>
          </a:xfrm>
          <a:prstGeom prst="rect">
            <a:avLst/>
          </a:prstGeom>
          <a:noFill/>
          <a:ln/>
        </p:spPr>
        <p:txBody>
          <a:bodyPr wrap="square" lIns="25400" tIns="25400" rIns="25400" bIns="25400" rtlCol="0" anchor="t">
            <a:normAutofit lnSpcReduction="10000"/>
          </a:bodyPr>
          <a:lstStyle/>
          <a:p>
            <a:pPr marL="0" indent="0" algn="l">
              <a:buNone/>
            </a:pPr>
            <a:r>
              <a:rPr lang="en-US" sz="1650" b="1" dirty="0">
                <a:solidFill>
                  <a:srgbClr val="2A5CA8"/>
                </a:solidFill>
                <a:latin typeface="Arial" pitchFamily="34" charset="0"/>
                <a:ea typeface="Arial" pitchFamily="34" charset="-122"/>
                <a:cs typeface="Arial" pitchFamily="34" charset="-120"/>
              </a:rPr>
              <a:t>VRAI OU FAUX</a:t>
            </a:r>
            <a:endParaRPr lang="en-US" sz="1650" dirty="0"/>
          </a:p>
        </p:txBody>
      </p:sp>
      <p:sp>
        <p:nvSpPr>
          <p:cNvPr id="11" name="Text 9"/>
          <p:cNvSpPr/>
          <p:nvPr/>
        </p:nvSpPr>
        <p:spPr>
          <a:xfrm>
            <a:off x="9810750" y="2428875"/>
            <a:ext cx="7309009" cy="1449437"/>
          </a:xfrm>
          <a:prstGeom prst="rect">
            <a:avLst/>
          </a:prstGeom>
          <a:noFill/>
          <a:ln/>
        </p:spPr>
        <p:txBody>
          <a:bodyPr wrap="square" lIns="25400" tIns="25400" rIns="25400" bIns="25400" rtlCol="0" anchor="t">
            <a:normAutofit lnSpcReduction="10000"/>
          </a:bodyPr>
          <a:lstStyle/>
          <a:p>
            <a:pPr marL="0" indent="0" algn="l">
              <a:lnSpc>
                <a:spcPct val="114884"/>
              </a:lnSpc>
              <a:buNone/>
            </a:pPr>
            <a:r>
              <a:rPr lang="en-US" sz="2850" b="1" dirty="0">
                <a:solidFill>
                  <a:srgbClr val="14213D"/>
                </a:solidFill>
                <a:latin typeface="Arial" pitchFamily="34" charset="0"/>
                <a:ea typeface="Arial" pitchFamily="34" charset="-122"/>
                <a:cs typeface="Arial" pitchFamily="34" charset="-120"/>
              </a:rPr>
              <a:t>Un eventhouse indexe automatiquement les données dans le temps, sans configuration manuelle d'index.</a:t>
            </a:r>
            <a:endParaRPr lang="en-US" sz="2850" dirty="0"/>
          </a:p>
        </p:txBody>
      </p:sp>
      <p:sp>
        <p:nvSpPr>
          <p:cNvPr id="12" name="Text 10"/>
          <p:cNvSpPr/>
          <p:nvPr/>
        </p:nvSpPr>
        <p:spPr>
          <a:xfrm>
            <a:off x="9810750" y="8772525"/>
            <a:ext cx="7805738" cy="361950"/>
          </a:xfrm>
          <a:prstGeom prst="rect">
            <a:avLst/>
          </a:prstGeom>
          <a:noFill/>
          <a:ln/>
        </p:spPr>
        <p:txBody>
          <a:bodyPr wrap="square" lIns="25400" tIns="25400" rIns="25400" bIns="25400" rtlCol="0" anchor="t">
            <a:normAutofit lnSpcReduction="10000"/>
          </a:bodyPr>
          <a:lstStyle/>
          <a:p>
            <a:pPr marL="0" indent="0" algn="l">
              <a:buNone/>
            </a:pPr>
            <a:r>
              <a:rPr lang="en-US" sz="2250" b="1" dirty="0">
                <a:solidFill>
                  <a:srgbClr val="C98A2B"/>
                </a:solidFill>
                <a:latin typeface="Arial" pitchFamily="34" charset="0"/>
                <a:ea typeface="Arial" pitchFamily="34" charset="-122"/>
                <a:cs typeface="Arial" pitchFamily="34" charset="-120"/>
              </a:rPr>
              <a:t>→ Vrai</a:t>
            </a:r>
            <a:endParaRPr lang="en-US" sz="2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2545"/>
        </a:solidFill>
        <a:effectLst/>
      </p:bgPr>
    </p:bg>
    <p:spTree>
      <p:nvGrpSpPr>
        <p:cNvPr id="1" name=""/>
        <p:cNvGrpSpPr/>
        <p:nvPr/>
      </p:nvGrpSpPr>
      <p:grpSpPr>
        <a:xfrm>
          <a:off x="0" y="0"/>
          <a:ext cx="0" cy="0"/>
          <a:chOff x="0" y="0"/>
          <a:chExt cx="0" cy="0"/>
        </a:xfrm>
      </p:grpSpPr>
      <p:sp>
        <p:nvSpPr>
          <p:cNvPr id="2" name="Text 0"/>
          <p:cNvSpPr/>
          <p:nvPr/>
        </p:nvSpPr>
        <p:spPr>
          <a:xfrm>
            <a:off x="952500" y="4062412"/>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CE QU'IL FAUT RETENIR</a:t>
            </a:r>
            <a:endParaRPr lang="en-US" sz="1650" dirty="0"/>
          </a:p>
        </p:txBody>
      </p:sp>
      <p:sp>
        <p:nvSpPr>
          <p:cNvPr id="3" name="Text 1"/>
          <p:cNvSpPr/>
          <p:nvPr/>
        </p:nvSpPr>
        <p:spPr>
          <a:xfrm>
            <a:off x="952500" y="4729163"/>
            <a:ext cx="38100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4" name="Text 2"/>
          <p:cNvSpPr/>
          <p:nvPr/>
        </p:nvSpPr>
        <p:spPr>
          <a:xfrm>
            <a:off x="1485900" y="4729163"/>
            <a:ext cx="9058454" cy="390525"/>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RLS filtre les dimensions ; la relation propage le filtre aux faits</a:t>
            </a:r>
            <a:endParaRPr lang="en-US" sz="2250" dirty="0"/>
          </a:p>
        </p:txBody>
      </p:sp>
      <p:sp>
        <p:nvSpPr>
          <p:cNvPr id="5" name="Text 3"/>
          <p:cNvSpPr/>
          <p:nvPr/>
        </p:nvSpPr>
        <p:spPr>
          <a:xfrm>
            <a:off x="952500" y="5348288"/>
            <a:ext cx="38100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6" name="Text 4"/>
          <p:cNvSpPr/>
          <p:nvPr/>
        </p:nvSpPr>
        <p:spPr>
          <a:xfrm>
            <a:off x="1485900" y="5348288"/>
            <a:ext cx="10877610" cy="390525"/>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RLS dynamique : une table de sécurité qui grandit sans republier le modèle</a:t>
            </a:r>
            <a:endParaRPr lang="en-US" sz="2250" dirty="0"/>
          </a:p>
        </p:txBody>
      </p:sp>
      <p:sp>
        <p:nvSpPr>
          <p:cNvPr id="7" name="Text 5"/>
          <p:cNvSpPr/>
          <p:nvPr/>
        </p:nvSpPr>
        <p:spPr>
          <a:xfrm>
            <a:off x="952500" y="5967413"/>
            <a:ext cx="381000" cy="390525"/>
          </a:xfrm>
          <a:prstGeom prst="rect">
            <a:avLst/>
          </a:prstGeom>
          <a:noFill/>
          <a:ln/>
        </p:spPr>
        <p:txBody>
          <a:bodyPr wrap="square" lIns="25400" tIns="25400" rIns="25400" bIns="25400" rtlCol="0" anchor="t">
            <a:normAutofit lnSpcReduction="10000"/>
          </a:bodyPr>
          <a:lstStyle/>
          <a:p>
            <a:pPr marL="0" indent="0" algn="l">
              <a:buNone/>
            </a:pPr>
            <a:r>
              <a:rPr lang="en-US" sz="2400" b="1" dirty="0">
                <a:solidFill>
                  <a:srgbClr val="C98A2B"/>
                </a:solidFill>
                <a:latin typeface="Arial" pitchFamily="34" charset="0"/>
                <a:ea typeface="Arial" pitchFamily="34" charset="-122"/>
                <a:cs typeface="Arial" pitchFamily="34" charset="-120"/>
              </a:rPr>
              <a:t>—</a:t>
            </a:r>
            <a:endParaRPr lang="en-US" sz="2400" dirty="0"/>
          </a:p>
        </p:txBody>
      </p:sp>
      <p:sp>
        <p:nvSpPr>
          <p:cNvPr id="8" name="Text 6"/>
          <p:cNvSpPr/>
          <p:nvPr/>
        </p:nvSpPr>
        <p:spPr>
          <a:xfrm>
            <a:off x="1485900" y="5967413"/>
            <a:ext cx="12710353" cy="390525"/>
          </a:xfrm>
          <a:prstGeom prst="rect">
            <a:avLst/>
          </a:prstGeom>
          <a:noFill/>
          <a:ln/>
        </p:spPr>
        <p:txBody>
          <a:bodyPr wrap="square" lIns="25400" tIns="25400" rIns="25400" bIns="25400" rtlCol="0" anchor="t">
            <a:normAutofit lnSpcReduction="10000"/>
          </a:bodyPr>
          <a:lstStyle/>
          <a:p>
            <a:pPr marL="0" indent="0" algn="l">
              <a:buNone/>
            </a:pPr>
            <a:r>
              <a:rPr lang="en-US" sz="2250" dirty="0">
                <a:solidFill>
                  <a:srgbClr val="E4E9F5"/>
                </a:solidFill>
                <a:latin typeface="Arial" pitchFamily="34" charset="0"/>
                <a:ea typeface="Arial" pitchFamily="34" charset="-122"/>
                <a:cs typeface="Arial" pitchFamily="34" charset="-120"/>
              </a:rPr>
              <a:t>Real-Time Intelligence applique la même architecture Fabric à la donnée en mouvement</a:t>
            </a:r>
            <a:endParaRPr lang="en-US" sz="2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905000" y="6477000"/>
            <a:ext cx="5715000" cy="5715000"/>
          </a:xfrm>
          <a:prstGeom prst="ellipse">
            <a:avLst/>
          </a:prstGeom>
          <a:gradFill rotWithShape="1">
            <a:gsLst>
              <a:gs pos="0">
                <a:srgbClr val="163E73">
                  <a:alpha val="100000"/>
                </a:srgbClr>
              </a:gs>
              <a:gs pos="70000">
                <a:srgbClr val="163E73">
                  <a:alpha val="0"/>
                </a:srgbClr>
              </a:gs>
            </a:gsLst>
            <a:path path="circle">
              <a:fillToRect l="50000" t="50000" r="50000" b="50000"/>
            </a:path>
          </a:gradFill>
          <a:ln/>
        </p:spPr>
        <p:txBody>
          <a:bodyPr/>
          <a:lstStyle/>
          <a:p>
            <a:endParaRPr lang="en-GB"/>
          </a:p>
        </p:txBody>
      </p:sp>
      <p:sp>
        <p:nvSpPr>
          <p:cNvPr id="3" name="Text 1"/>
          <p:cNvSpPr/>
          <p:nvPr/>
        </p:nvSpPr>
        <p:spPr>
          <a:xfrm>
            <a:off x="952500" y="3548063"/>
            <a:ext cx="18021300" cy="285750"/>
          </a:xfrm>
          <a:prstGeom prst="rect">
            <a:avLst/>
          </a:prstGeom>
          <a:noFill/>
          <a:ln/>
        </p:spPr>
        <p:txBody>
          <a:bodyPr wrap="square" lIns="25400" tIns="25400" rIns="25400" bIns="25400" rtlCol="0" anchor="t">
            <a:normAutofit lnSpcReduction="10000"/>
          </a:bodyPr>
          <a:lstStyle/>
          <a:p>
            <a:pPr marL="0" indent="0" algn="l">
              <a:buNone/>
            </a:pPr>
            <a:r>
              <a:rPr lang="en-US" sz="1650" b="1" kern="0" spc="225" dirty="0">
                <a:solidFill>
                  <a:srgbClr val="C98A2B"/>
                </a:solidFill>
                <a:latin typeface="Arial" pitchFamily="34" charset="0"/>
                <a:ea typeface="Arial" pitchFamily="34" charset="-122"/>
                <a:cs typeface="Arial" pitchFamily="34" charset="-120"/>
              </a:rPr>
              <a:t>FIN DE LA FORMATION DP-600</a:t>
            </a:r>
            <a:endParaRPr lang="en-US" sz="1650" dirty="0"/>
          </a:p>
        </p:txBody>
      </p:sp>
      <p:sp>
        <p:nvSpPr>
          <p:cNvPr id="4" name="Text 2"/>
          <p:cNvSpPr/>
          <p:nvPr/>
        </p:nvSpPr>
        <p:spPr>
          <a:xfrm>
            <a:off x="952500" y="4024313"/>
            <a:ext cx="15716250" cy="866775"/>
          </a:xfrm>
          <a:prstGeom prst="rect">
            <a:avLst/>
          </a:prstGeom>
          <a:noFill/>
          <a:ln/>
        </p:spPr>
        <p:txBody>
          <a:bodyPr wrap="square" lIns="25400" tIns="25400" rIns="25400" bIns="25400" rtlCol="0" anchor="t">
            <a:normAutofit lnSpcReduction="10000"/>
          </a:bodyPr>
          <a:lstStyle/>
          <a:p>
            <a:pPr marL="0" indent="0" algn="l">
              <a:buNone/>
            </a:pPr>
            <a:r>
              <a:rPr lang="en-US" sz="5700" b="1" dirty="0">
                <a:solidFill>
                  <a:srgbClr val="FFFFFF"/>
                </a:solidFill>
                <a:latin typeface="Arial" pitchFamily="34" charset="0"/>
                <a:ea typeface="Arial" pitchFamily="34" charset="-122"/>
                <a:cs typeface="Arial" pitchFamily="34" charset="-120"/>
              </a:rPr>
              <a:t>Merci d'avoir suivi cette formation</a:t>
            </a:r>
            <a:endParaRPr lang="en-US" sz="5700" dirty="0"/>
          </a:p>
        </p:txBody>
      </p:sp>
      <p:sp>
        <p:nvSpPr>
          <p:cNvPr id="5" name="Text 3"/>
          <p:cNvSpPr/>
          <p:nvPr/>
        </p:nvSpPr>
        <p:spPr>
          <a:xfrm>
            <a:off x="952500" y="5157788"/>
            <a:ext cx="13735050" cy="895350"/>
          </a:xfrm>
          <a:prstGeom prst="rect">
            <a:avLst/>
          </a:prstGeom>
          <a:noFill/>
          <a:ln/>
        </p:spPr>
        <p:txBody>
          <a:bodyPr wrap="square" lIns="25400" tIns="25400" rIns="25400" bIns="25400" rtlCol="0" anchor="t">
            <a:normAutofit lnSpcReduction="10000"/>
          </a:bodyPr>
          <a:lstStyle/>
          <a:p>
            <a:pPr marL="0" indent="0" algn="l">
              <a:buNone/>
            </a:pPr>
            <a:r>
              <a:rPr lang="en-US" sz="2850" dirty="0">
                <a:solidFill>
                  <a:srgbClr val="C7D2E6"/>
                </a:solidFill>
                <a:latin typeface="Arial" pitchFamily="34" charset="0"/>
                <a:ea typeface="Arial" pitchFamily="34" charset="-122"/>
                <a:cs typeface="Arial" pitchFamily="34" charset="-120"/>
              </a:rPr>
              <a:t>Faites valoir votre réussite, partagez-la avec votre réseau, et poursuivez votre parcours vers PL-300, DP-700 ou DP-800</a:t>
            </a:r>
            <a:endParaRPr lang="en-US" sz="2850" dirty="0"/>
          </a:p>
        </p:txBody>
      </p:sp>
      <p:sp>
        <p:nvSpPr>
          <p:cNvPr id="6" name="Text 4"/>
          <p:cNvSpPr/>
          <p:nvPr/>
        </p:nvSpPr>
        <p:spPr>
          <a:xfrm>
            <a:off x="952500" y="6472238"/>
            <a:ext cx="2685351"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FA1C4"/>
                </a:solidFill>
                <a:latin typeface="Arial" pitchFamily="34" charset="0"/>
                <a:ea typeface="Arial" pitchFamily="34" charset="-122"/>
                <a:cs typeface="Arial" pitchFamily="34" charset="-120"/>
              </a:rPr>
              <a:t>ARCHIA365 · Data Day</a:t>
            </a:r>
            <a:endParaRPr lang="en-US" sz="1800" dirty="0"/>
          </a:p>
        </p:txBody>
      </p:sp>
      <p:sp>
        <p:nvSpPr>
          <p:cNvPr id="7" name="Text 5"/>
          <p:cNvSpPr/>
          <p:nvPr/>
        </p:nvSpPr>
        <p:spPr>
          <a:xfrm>
            <a:off x="3965228" y="6472238"/>
            <a:ext cx="7079843" cy="30480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8FA1C4"/>
                </a:solidFill>
                <a:latin typeface="Arial" pitchFamily="34" charset="0"/>
                <a:ea typeface="Arial" pitchFamily="34" charset="-122"/>
                <a:cs typeface="Arial" pitchFamily="34" charset="-120"/>
              </a:rPr>
              <a:t>Un questionnaire de satisfaction vous sera envoyé par e-mail</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33363a87-7e43-46da-9332-4c6d176b06e4" xsi:nil="true"/>
    <lcf76f155ced4ddcb4097134ff3c332f xmlns="d9df9240-fc95-4deb-9c9d-de700c44a7a7">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085964E25350F4FB3FE643AE11B2B20" ma:contentTypeVersion="10" ma:contentTypeDescription="Crée un document." ma:contentTypeScope="" ma:versionID="ce288966c27ce7b3e7a9f8d1d4c0f960">
  <xsd:schema xmlns:xsd="http://www.w3.org/2001/XMLSchema" xmlns:xs="http://www.w3.org/2001/XMLSchema" xmlns:p="http://schemas.microsoft.com/office/2006/metadata/properties" xmlns:ns2="d9df9240-fc95-4deb-9c9d-de700c44a7a7" xmlns:ns3="33363a87-7e43-46da-9332-4c6d176b06e4" targetNamespace="http://schemas.microsoft.com/office/2006/metadata/properties" ma:root="true" ma:fieldsID="ee543c07c1445a444ae8fee589f454ee" ns2:_="" ns3:_="">
    <xsd:import namespace="d9df9240-fc95-4deb-9c9d-de700c44a7a7"/>
    <xsd:import namespace="33363a87-7e43-46da-9332-4c6d176b06e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9df9240-fc95-4deb-9c9d-de700c44a7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Balises d’images" ma:readOnly="false" ma:fieldId="{5cf76f15-5ced-4ddc-b409-7134ff3c332f}" ma:taxonomyMulti="true" ma:sspId="4ef1542d-73bf-4483-a10a-dd7f0542ff0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3363a87-7e43-46da-9332-4c6d176b06e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3c4884d-0209-46c7-838c-3dc439699bfd}" ma:internalName="TaxCatchAll" ma:showField="CatchAllData" ma:web="33363a87-7e43-46da-9332-4c6d176b06e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EE7A49D-4E05-4420-819C-F83142640830}">
  <ds:schemaRefs>
    <ds:schemaRef ds:uri="http://schemas.microsoft.com/sharepoint/v3/contenttype/forms"/>
  </ds:schemaRefs>
</ds:datastoreItem>
</file>

<file path=customXml/itemProps2.xml><?xml version="1.0" encoding="utf-8"?>
<ds:datastoreItem xmlns:ds="http://schemas.openxmlformats.org/officeDocument/2006/customXml" ds:itemID="{15D85E2E-4956-490D-866A-92472038DF8E}">
  <ds:schemaRefs>
    <ds:schemaRef ds:uri="d9df9240-fc95-4deb-9c9d-de700c44a7a7"/>
    <ds:schemaRef ds:uri="http://purl.org/dc/elements/1.1/"/>
    <ds:schemaRef ds:uri="http://schemas.microsoft.com/office/2006/documentManagement/types"/>
    <ds:schemaRef ds:uri="http://schemas.microsoft.com/office/2006/metadata/properties"/>
    <ds:schemaRef ds:uri="http://schemas.openxmlformats.org/package/2006/metadata/core-properties"/>
    <ds:schemaRef ds:uri="http://purl.org/dc/dcmitype/"/>
    <ds:schemaRef ds:uri="http://purl.org/dc/terms/"/>
    <ds:schemaRef ds:uri="http://schemas.microsoft.com/office/infopath/2007/PartnerControls"/>
    <ds:schemaRef ds:uri="33363a87-7e43-46da-9332-4c6d176b06e4"/>
    <ds:schemaRef ds:uri="http://www.w3.org/XML/1998/namespace"/>
  </ds:schemaRefs>
</ds:datastoreItem>
</file>

<file path=customXml/itemProps3.xml><?xml version="1.0" encoding="utf-8"?>
<ds:datastoreItem xmlns:ds="http://schemas.openxmlformats.org/officeDocument/2006/customXml" ds:itemID="{705942C9-63D0-475C-9261-B473DD0674B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9df9240-fc95-4deb-9c9d-de700c44a7a7"/>
    <ds:schemaRef ds:uri="33363a87-7e43-46da-9332-4c6d176b06e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efa4170-0d19-0005-0004-bc88714345d2}" enabled="1" method="Standard" siteId="{ffe9cb1d-3ae5-460e-857d-cc6afe98ae68}" removed="0"/>
</clbl:labelList>
</file>

<file path=docProps/app.xml><?xml version="1.0" encoding="utf-8"?>
<Properties xmlns="http://schemas.openxmlformats.org/officeDocument/2006/extended-properties" xmlns:vt="http://schemas.openxmlformats.org/officeDocument/2006/docPropsVTypes">
  <TotalTime>19</TotalTime>
  <Words>2093</Words>
  <Application>Microsoft Office PowerPoint</Application>
  <PresentationFormat>Personnalisé</PresentationFormat>
  <Paragraphs>324</Paragraphs>
  <Slides>31</Slides>
  <Notes>31</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31</vt:i4>
      </vt:variant>
    </vt:vector>
  </HeadingPairs>
  <TitlesOfParts>
    <vt:vector size="34" baseType="lpstr">
      <vt:lpstr>Arial</vt:lpstr>
      <vt:lpstr>Courier New</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JOUR 3 · IMPLÉMENTER ET GÉRER LES MODÈLES SÉMANTIQUES</dc:title>
  <dc:subject>PptxGenJS Presentation</dc:subject>
  <dc:creator/>
  <cp:lastModifiedBy>Rodrigue YENGO</cp:lastModifiedBy>
  <cp:revision>2</cp:revision>
  <dcterms:created xsi:type="dcterms:W3CDTF">2026-07-24T20:05:27Z</dcterms:created>
  <dcterms:modified xsi:type="dcterms:W3CDTF">2026-07-24T22:14:34Z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0x0101000085964E25350F4FB3FE643AE11B2B20</vt:lpwstr>
  </property>
  <property fmtid="{D5CDD505-2E9C-101B-9397-08002B2CF9AE}" pid="3" name="MediaServiceImageTags">
    <vt:lpwstr/>
  </property>
</Properties>
</file>