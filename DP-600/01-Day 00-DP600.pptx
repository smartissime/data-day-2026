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3531" autoAdjust="0"/>
  </p:normalViewPr>
  <p:slideViewPr>
    <p:cSldViewPr snapToGrid="0" snapToObjects="1">
      <p:cViewPr varScale="1">
        <p:scale>
          <a:sx n="54" d="100"/>
          <a:sy n="54" d="100"/>
        </p:scale>
        <p:origin x="17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89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de NordShop, l'entreprise fictive qui nous sert de fil rouge pendant les trois jours de formation DP-600.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NordShop est une enseigne fictive de distribution de produits du quotidien, presente en boutique et en ligne. </a:t>
            </a:r>
          </a:p>
          <a:p>
            <a:r>
              <a:rPr lang="en-US" dirty="0"/>
              <a:t>Elle sert de cadre commun pour rendre concrets tous les concepts Fabric vus pendant la formation : securite, transformation, modelisation, DAX.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quelques ordres de grandeur du jeu de donnees NordShop utilise en formation : environ 200 clients, 60 references produits, et plus de 1500 commandes representant environ 3800 lignes de vente. </a:t>
            </a:r>
          </a:p>
          <a:p>
            <a:r>
              <a:rPr lang="en-US" dirty="0" err="1"/>
              <a:t>C'est</a:t>
            </a:r>
            <a:r>
              <a:rPr lang="en-US" dirty="0"/>
              <a:t> volontairement un volume modeste, suffisant pour illustrer chaque concept sans jamais attendre un traitement.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NordShop est presente dans huit regions, ce qui permet d'illustrer des scenarios de securite au niveau ligne et de comparaison regionale tout au long de la formation, sans avoir a inventer une geographie complexe.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catalogue NordShop couvre quatre grandes categories, et les ventes passent par trois canaux distincts. </a:t>
            </a:r>
          </a:p>
          <a:p>
            <a:r>
              <a:rPr lang="en-US" dirty="0"/>
              <a:t>Cette diversite est volontaire : elle permet des exercices de segmentation, de filtrage et de comparaison de performance par canal tout au long des trois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NordShop illustre des defis data tres courants en entreprise : des donnees personnelles a proteger, des changements de region client a historiser, un modele de vente qui doit rester rapide meme quand le volume grandit, et une equipe multi-metiers qui n'a pas toutes les memes droits d'acces. </a:t>
            </a:r>
          </a:p>
          <a:p>
            <a:r>
              <a:rPr lang="en-US" dirty="0"/>
              <a:t>Chacun de ces defis est traite dans un module different de la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NordShop n'existe pas vraiment, mais chaque probleme qu'elle rencontre est reel</a:t>
            </a:r>
            <a:r>
              <a:rPr lang="en-US"/>
              <a:t>. </a:t>
            </a:r>
          </a:p>
          <a:p>
            <a:r>
              <a:rPr lang="en-US"/>
              <a:t>C'est</a:t>
            </a:r>
            <a:r>
              <a:rPr lang="en-US" dirty="0"/>
              <a:t> ce fil rouge que nous suivrons pendant les trois jours de formation DP-600, de la securite jusqu'a l'analyse en temps reel.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00" y="-171450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163E73">
                  <a:alpha val="100000"/>
                </a:srgbClr>
              </a:gs>
              <a:gs pos="70000">
                <a:srgbClr val="163E7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52500" y="762000"/>
            <a:ext cx="10477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895350"/>
            <a:ext cx="628650" cy="419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54398" y="762000"/>
            <a:ext cx="39392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F0D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 · CAS D'ETUDE DP-600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2500" y="4007197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ENTREPRISE FICTIVE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52500" y="4492972"/>
            <a:ext cx="1802130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88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NordShop</a:t>
            </a:r>
            <a:endParaRPr lang="en-US" sz="6900" dirty="0"/>
          </a:p>
        </p:txBody>
      </p:sp>
      <p:sp>
        <p:nvSpPr>
          <p:cNvPr id="8" name="Text 5"/>
          <p:cNvSpPr/>
          <p:nvPr/>
        </p:nvSpPr>
        <p:spPr>
          <a:xfrm>
            <a:off x="952500" y="5641628"/>
            <a:ext cx="127539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Chaine de distribution, presentee ici comme contexte metier pour les ateliers Microsoft Fabric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952500" y="9001125"/>
            <a:ext cx="16383000" cy="9525"/>
          </a:xfrm>
          <a:prstGeom prst="rect">
            <a:avLst/>
          </a:prstGeom>
          <a:solidFill>
            <a:srgbClr val="163E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52500" y="9277350"/>
            <a:ext cx="27220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d'etude pedagogique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998565" y="9277350"/>
            <a:ext cx="66769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Donnees simulees, non representatives d'une entreprise reelle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EST NORDSHOP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enseigne de distribution multicanal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6475"/>
            <a:ext cx="5264051" cy="7248525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43025" y="2667000"/>
            <a:ext cx="49313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43025" y="3219450"/>
            <a:ext cx="4617491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 de produits d'epicerie, de frais et d'articles pour la maison, en boutique et en ligne, a travers plusieurs regions de France.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521351" y="2276475"/>
            <a:ext cx="5264200" cy="7248525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911876" y="2667000"/>
            <a:ext cx="49314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Clientele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11876" y="3219450"/>
            <a:ext cx="46176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Particuliers, professionnels de la restauration et grands comptes, avec des habitudes d'achat distinctes selon le segment.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90350" y="2276475"/>
            <a:ext cx="5245150" cy="7248525"/>
          </a:xfrm>
          <a:prstGeom prst="roundRect">
            <a:avLst>
              <a:gd name="adj" fmla="val 7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2471350" y="2657475"/>
            <a:ext cx="49314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dans la formation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471350" y="3209925"/>
            <a:ext cx="461764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commun aux trois jours : chaque demonstration et chaque atelier s'appuie sur les memes donnees NordShop.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JEU DE DONNEES NORDSHOP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 pense pour l'apprentissage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6475"/>
            <a:ext cx="3895725" cy="6772275"/>
          </a:xfrm>
          <a:prstGeom prst="roundRect">
            <a:avLst>
              <a:gd name="adj" fmla="val 978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19200" y="5138738"/>
            <a:ext cx="36985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19200" y="5938838"/>
            <a:ext cx="36985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114925" y="2276475"/>
            <a:ext cx="3895725" cy="6772275"/>
          </a:xfrm>
          <a:prstGeom prst="roundRect">
            <a:avLst>
              <a:gd name="adj" fmla="val 978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81625" y="5138738"/>
            <a:ext cx="36985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381625" y="5938838"/>
            <a:ext cx="36985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Produits, 4 categories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77350" y="2276475"/>
            <a:ext cx="3895725" cy="6772275"/>
          </a:xfrm>
          <a:prstGeom prst="roundRect">
            <a:avLst>
              <a:gd name="adj" fmla="val 978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544050" y="5138738"/>
            <a:ext cx="36985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1 500+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544050" y="5938838"/>
            <a:ext cx="36985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439775" y="2276475"/>
            <a:ext cx="3895725" cy="6772275"/>
          </a:xfrm>
          <a:prstGeom prst="roundRect">
            <a:avLst>
              <a:gd name="adj" fmla="val 978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706475" y="5138738"/>
            <a:ext cx="36985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A5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3 800+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706475" y="5938838"/>
            <a:ext cx="36985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vente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52500" y="92773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fournis : clients.csv, produits.csv, commandes.csv, et le script NordShopDB.sql pour la base SQL Server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Huit regions, un reseau national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76475"/>
            <a:ext cx="3952875" cy="3328988"/>
          </a:xfrm>
          <a:prstGeom prst="roundRect">
            <a:avLst>
              <a:gd name="adj" fmla="val 114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90625" y="2571750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90625" y="3048000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Lille, Roubaix, Tourcoing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95875" y="2276475"/>
            <a:ext cx="3952875" cy="3328988"/>
          </a:xfrm>
          <a:prstGeom prst="roundRect">
            <a:avLst>
              <a:gd name="adj" fmla="val 114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34000" y="2571750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34000" y="3048000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Marseille, Nice, Toulon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39250" y="2276475"/>
            <a:ext cx="3952875" cy="3328988"/>
          </a:xfrm>
          <a:prstGeom prst="roundRect">
            <a:avLst>
              <a:gd name="adj" fmla="val 114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477375" y="2571750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477375" y="3048000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Strasbourg, Metz, Nancy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382625" y="2276475"/>
            <a:ext cx="3952875" cy="3328988"/>
          </a:xfrm>
          <a:prstGeom prst="roundRect">
            <a:avLst>
              <a:gd name="adj" fmla="val 114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620750" y="2571750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Ouest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620750" y="3048000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Nantes, Rennes, Angers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5795963"/>
            <a:ext cx="3952875" cy="3729038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90625" y="6091238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Ile-de-France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190625" y="6567488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Paris, Versailles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095875" y="5795963"/>
            <a:ext cx="3952875" cy="3729038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34000" y="6091238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Bretagne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5334000" y="6567488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Rennes, Brest, Vannes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239250" y="5795963"/>
            <a:ext cx="3952875" cy="3729038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477375" y="6091238"/>
            <a:ext cx="38242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Occitanie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477375" y="6567488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Toulouse, Montpellier, Nimes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382625" y="5795963"/>
            <a:ext cx="3952875" cy="3729038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3620750" y="6091238"/>
            <a:ext cx="35809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Auvergne-Rhone-Alpes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3620750" y="6967538"/>
            <a:ext cx="38242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B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Lyon, Grenoble, Clermont-Ferrand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ET CANAUX DE VENTE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familles de produits, trois canaux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76475"/>
            <a:ext cx="88430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500" y="2886075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200150" y="3095625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Epicerie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771900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00150" y="3981450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Frais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657725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00150" y="4867275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543550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F6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00150" y="5753100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Bien-etre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96400" y="2276475"/>
            <a:ext cx="88430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Canaux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296400" y="2886075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544050" y="3095625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96400" y="3771900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544050" y="3981450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296400" y="4657725"/>
            <a:ext cx="8039100" cy="733425"/>
          </a:xfrm>
          <a:prstGeom prst="roundRect">
            <a:avLst>
              <a:gd name="adj" fmla="val 519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544050" y="4867275"/>
            <a:ext cx="77849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NORDSHOP PERMET D'ILLUSTRER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defis data representatifs du terrain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76475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20130" y="2276475"/>
            <a:ext cx="137201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les donnees personnelles des clients (email, ville) sans bloquer les equipes qui en ont besoin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2857500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0130" y="2857500"/>
            <a:ext cx="105685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Historiser les changements de region ou de segment d'un client dans le temps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438525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20130" y="3438525"/>
            <a:ext cx="102874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des rapports rapides malgre la croissance du volume de commandes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4019550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20130" y="4019550"/>
            <a:ext cx="115653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l'acces aux bonnes donnees pour chaque equipe : marketing, ventes, logistique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00" y="6477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163E73">
                  <a:alpha val="100000"/>
                </a:srgbClr>
              </a:gs>
              <a:gs pos="70000">
                <a:srgbClr val="163E7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52500" y="3629025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FIL ROUGE POUR TROIS JOURS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105275"/>
            <a:ext cx="15716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NordShop, un cas d'ecole pour Microsoft Fabric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952500" y="5153025"/>
            <a:ext cx="127539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les demonstrations et tous les ateliers des trois jours s'appuient sur ce meme jeu de donnees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6410325"/>
            <a:ext cx="24615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ARCHIA365 · Data Day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761780" y="6410325"/>
            <a:ext cx="19715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8FA1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DP-600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BEDCC7F-561A-4808-B1D1-C0584D0BB2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8174BF-ED84-4023-AA5B-596C6D08D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6C3E0E-C761-449D-9498-176E944DF0AC}">
  <ds:schemaRefs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33363a87-7e43-46da-9332-4c6d176b06e4"/>
    <ds:schemaRef ds:uri="http://schemas.microsoft.com/office/infopath/2007/PartnerControls"/>
    <ds:schemaRef ds:uri="d9df9240-fc95-4deb-9c9d-de700c44a7a7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655</Words>
  <Application>Microsoft Office PowerPoint</Application>
  <PresentationFormat>Personnalisé</PresentationFormat>
  <Paragraphs>88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Entreprise fictive : NordShop</dc:title>
  <dc:subject>PptxGenJS Presentation</dc:subject>
  <dc:creator/>
  <cp:lastModifiedBy>Rodrigue YENGO</cp:lastModifiedBy>
  <cp:revision>2</cp:revision>
  <dcterms:created xsi:type="dcterms:W3CDTF">2026-07-24T22:50:12Z</dcterms:created>
  <dcterms:modified xsi:type="dcterms:W3CDTF">2026-07-24T22:54:42Z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</Properties>
</file>